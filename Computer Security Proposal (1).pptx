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Be Vietnam Pro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Barlow SemiBold"/>
      <p:regular r:id="rId39"/>
      <p:bold r:id="rId40"/>
      <p:italic r:id="rId41"/>
      <p:boldItalic r:id="rId42"/>
    </p:embeddedFont>
    <p:embeddedFont>
      <p:font typeface="Barlow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gw9Bs+hsT8oCOoO9+H/J+0vwvq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D8F5BD-78CC-466D-B756-105AFBB3A759}">
  <a:tblStyle styleId="{D1D8F5BD-78CC-466D-B756-105AFBB3A75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1495EC8-7859-48A8-AD97-587E8D441E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Bold-bold.fntdata"/><Relationship Id="rId20" Type="http://schemas.openxmlformats.org/officeDocument/2006/relationships/slide" Target="slides/slide13.xml"/><Relationship Id="rId42" Type="http://schemas.openxmlformats.org/officeDocument/2006/relationships/font" Target="fonts/BarlowSemiBold-boldItalic.fntdata"/><Relationship Id="rId41" Type="http://schemas.openxmlformats.org/officeDocument/2006/relationships/font" Target="fonts/BarlowSemiBold-italic.fntdata"/><Relationship Id="rId22" Type="http://schemas.openxmlformats.org/officeDocument/2006/relationships/slide" Target="slides/slide15.xml"/><Relationship Id="rId44" Type="http://schemas.openxmlformats.org/officeDocument/2006/relationships/font" Target="fonts/Barlow-bold.fntdata"/><Relationship Id="rId21" Type="http://schemas.openxmlformats.org/officeDocument/2006/relationships/slide" Target="slides/slide14.xml"/><Relationship Id="rId43" Type="http://schemas.openxmlformats.org/officeDocument/2006/relationships/font" Target="fonts/Barlow-regular.fntdata"/><Relationship Id="rId24" Type="http://schemas.openxmlformats.org/officeDocument/2006/relationships/slide" Target="slides/slide17.xml"/><Relationship Id="rId46" Type="http://schemas.openxmlformats.org/officeDocument/2006/relationships/font" Target="fonts/Barlow-boldItalic.fntdata"/><Relationship Id="rId23" Type="http://schemas.openxmlformats.org/officeDocument/2006/relationships/slide" Target="slides/slide16.xml"/><Relationship Id="rId45" Type="http://schemas.openxmlformats.org/officeDocument/2006/relationships/font" Target="fonts/Barlow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customschemas.google.com/relationships/presentationmetadata" Target="meta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BeVietnamPr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4.xml"/><Relationship Id="rId33" Type="http://schemas.openxmlformats.org/officeDocument/2006/relationships/font" Target="fonts/BeVietnamPro-italic.fntdata"/><Relationship Id="rId10" Type="http://schemas.openxmlformats.org/officeDocument/2006/relationships/slide" Target="slides/slide3.xml"/><Relationship Id="rId32" Type="http://schemas.openxmlformats.org/officeDocument/2006/relationships/font" Target="fonts/BeVietnamPro-bold.fntdata"/><Relationship Id="rId13" Type="http://schemas.openxmlformats.org/officeDocument/2006/relationships/slide" Target="slides/slide6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5.xml"/><Relationship Id="rId34" Type="http://schemas.openxmlformats.org/officeDocument/2006/relationships/font" Target="fonts/BeVietnamPro-boldItalic.fntdata"/><Relationship Id="rId15" Type="http://schemas.openxmlformats.org/officeDocument/2006/relationships/slide" Target="slides/slide8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bold.fntdata"/><Relationship Id="rId17" Type="http://schemas.openxmlformats.org/officeDocument/2006/relationships/slide" Target="slides/slide10.xml"/><Relationship Id="rId39" Type="http://schemas.openxmlformats.org/officeDocument/2006/relationships/font" Target="fonts/BarlowSemiBold-regular.fntdata"/><Relationship Id="rId16" Type="http://schemas.openxmlformats.org/officeDocument/2006/relationships/slide" Target="slides/slide9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ab82ec5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ab82ec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31e4dc8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131e4dc8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134c35322_1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f134c35322_1_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134c35322_1_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c772510d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c772510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13ba3eef3_2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13ba3eef3_2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13ba3eef3_2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13ba3eef3_6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13ba3eef3_6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13ba3eef3_6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c772510db_0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ec772510db_0_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c772510db_0_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13ba3eef3_4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f13ba3eef3_4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f13ba3eef3_4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13ba3eef3_4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13ba3eef3_4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13ba3eef3_4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13ba3eef3_4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f13ba3eef3_4_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13ba3eef3_4_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13ba3eef3_4_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f13ba3eef3_4_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f13ba3eef3_4_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13ba3eef3_4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13ba3eef3_4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13ba3eef3_4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13ba3eef3_4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13ba3eef3_4_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13ba3eef3_4_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131e4dc8c_0_4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f131e4dc8c_0_4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f131e4dc8c_0_4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131e4dc8c_0_4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f131e4dc8c_0_4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131e4dc8c_0_4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f131e4dc8c_0_4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f131e4dc8c_0_4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131e4dc8c_0_4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f131e4dc8c_0_47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f131e4dc8c_0_47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f131e4dc8c_0_4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131e4dc8c_0_4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f131e4dc8c_0_4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131e4dc8c_0_48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f131e4dc8c_0_48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f131e4dc8c_0_4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131e4dc8c_0_48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f131e4dc8c_0_4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131e4dc8c_0_49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f131e4dc8c_0_4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f131e4dc8c_0_4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f131e4dc8c_0_4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f131e4dc8c_0_4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131e4dc8c_0_49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f131e4dc8c_0_4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131e4dc8c_0_50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f131e4dc8c_0_50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f131e4dc8c_0_5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131e4dc8c_0_5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131e4dc8c_0_50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g3f131e4dc8c_0_507"/>
          <p:cNvSpPr txBox="1"/>
          <p:nvPr>
            <p:ph idx="1" type="subTitle"/>
          </p:nvPr>
        </p:nvSpPr>
        <p:spPr>
          <a:xfrm>
            <a:off x="3569837" y="2183850"/>
            <a:ext cx="25056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g3f131e4dc8c_0_507"/>
          <p:cNvSpPr txBox="1"/>
          <p:nvPr>
            <p:ph idx="2" type="subTitle"/>
          </p:nvPr>
        </p:nvSpPr>
        <p:spPr>
          <a:xfrm>
            <a:off x="713213" y="2183850"/>
            <a:ext cx="25056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g3f131e4dc8c_0_507"/>
          <p:cNvSpPr txBox="1"/>
          <p:nvPr>
            <p:ph idx="3" type="subTitle"/>
          </p:nvPr>
        </p:nvSpPr>
        <p:spPr>
          <a:xfrm>
            <a:off x="713213" y="1724253"/>
            <a:ext cx="250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18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55" name="Google Shape;55;g3f131e4dc8c_0_507"/>
          <p:cNvSpPr txBox="1"/>
          <p:nvPr>
            <p:ph idx="4" type="subTitle"/>
          </p:nvPr>
        </p:nvSpPr>
        <p:spPr>
          <a:xfrm>
            <a:off x="3569838" y="1724253"/>
            <a:ext cx="250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18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grpSp>
        <p:nvGrpSpPr>
          <p:cNvPr id="56" name="Google Shape;56;g3f131e4dc8c_0_507"/>
          <p:cNvGrpSpPr/>
          <p:nvPr/>
        </p:nvGrpSpPr>
        <p:grpSpPr>
          <a:xfrm flipH="1">
            <a:off x="-1021497" y="-285257"/>
            <a:ext cx="10928630" cy="6716284"/>
            <a:chOff x="-351639" y="2631803"/>
            <a:chExt cx="4352649" cy="2674958"/>
          </a:xfrm>
        </p:grpSpPr>
        <p:sp>
          <p:nvSpPr>
            <p:cNvPr id="57" name="Google Shape;57;g3f131e4dc8c_0_507"/>
            <p:cNvSpPr/>
            <p:nvPr/>
          </p:nvSpPr>
          <p:spPr>
            <a:xfrm>
              <a:off x="1951111" y="4590303"/>
              <a:ext cx="6275" cy="127861"/>
            </a:xfrm>
            <a:custGeom>
              <a:rect b="b" l="l" r="r" t="t"/>
              <a:pathLst>
                <a:path extrusionOk="0" h="2771" w="136">
                  <a:moveTo>
                    <a:pt x="65" y="1"/>
                  </a:moveTo>
                  <a:cubicBezTo>
                    <a:pt x="22" y="1"/>
                    <a:pt x="1" y="49"/>
                    <a:pt x="1" y="71"/>
                  </a:cubicBezTo>
                  <a:cubicBezTo>
                    <a:pt x="1" y="114"/>
                    <a:pt x="22" y="136"/>
                    <a:pt x="65" y="136"/>
                  </a:cubicBezTo>
                  <a:cubicBezTo>
                    <a:pt x="87" y="136"/>
                    <a:pt x="136" y="114"/>
                    <a:pt x="136" y="71"/>
                  </a:cubicBezTo>
                  <a:cubicBezTo>
                    <a:pt x="136" y="49"/>
                    <a:pt x="87" y="1"/>
                    <a:pt x="65" y="1"/>
                  </a:cubicBezTo>
                  <a:close/>
                  <a:moveTo>
                    <a:pt x="65" y="271"/>
                  </a:moveTo>
                  <a:cubicBezTo>
                    <a:pt x="22" y="271"/>
                    <a:pt x="1" y="298"/>
                    <a:pt x="1" y="341"/>
                  </a:cubicBezTo>
                  <a:cubicBezTo>
                    <a:pt x="1" y="384"/>
                    <a:pt x="22" y="406"/>
                    <a:pt x="65" y="406"/>
                  </a:cubicBezTo>
                  <a:cubicBezTo>
                    <a:pt x="87" y="406"/>
                    <a:pt x="136" y="384"/>
                    <a:pt x="136" y="341"/>
                  </a:cubicBezTo>
                  <a:cubicBezTo>
                    <a:pt x="136" y="298"/>
                    <a:pt x="87" y="271"/>
                    <a:pt x="65" y="271"/>
                  </a:cubicBezTo>
                  <a:close/>
                  <a:moveTo>
                    <a:pt x="65" y="541"/>
                  </a:moveTo>
                  <a:cubicBezTo>
                    <a:pt x="22" y="541"/>
                    <a:pt x="1" y="568"/>
                    <a:pt x="1" y="611"/>
                  </a:cubicBezTo>
                  <a:cubicBezTo>
                    <a:pt x="1" y="632"/>
                    <a:pt x="22" y="676"/>
                    <a:pt x="65" y="676"/>
                  </a:cubicBezTo>
                  <a:cubicBezTo>
                    <a:pt x="87" y="676"/>
                    <a:pt x="136" y="632"/>
                    <a:pt x="136" y="611"/>
                  </a:cubicBezTo>
                  <a:cubicBezTo>
                    <a:pt x="136" y="568"/>
                    <a:pt x="87" y="541"/>
                    <a:pt x="65" y="541"/>
                  </a:cubicBezTo>
                  <a:close/>
                  <a:moveTo>
                    <a:pt x="65" y="789"/>
                  </a:moveTo>
                  <a:cubicBezTo>
                    <a:pt x="22" y="789"/>
                    <a:pt x="1" y="838"/>
                    <a:pt x="1" y="859"/>
                  </a:cubicBezTo>
                  <a:cubicBezTo>
                    <a:pt x="1" y="902"/>
                    <a:pt x="22" y="924"/>
                    <a:pt x="65" y="924"/>
                  </a:cubicBezTo>
                  <a:cubicBezTo>
                    <a:pt x="87" y="924"/>
                    <a:pt x="136" y="902"/>
                    <a:pt x="136" y="859"/>
                  </a:cubicBezTo>
                  <a:cubicBezTo>
                    <a:pt x="136" y="838"/>
                    <a:pt x="87" y="789"/>
                    <a:pt x="65" y="789"/>
                  </a:cubicBezTo>
                  <a:close/>
                  <a:moveTo>
                    <a:pt x="65" y="1059"/>
                  </a:moveTo>
                  <a:cubicBezTo>
                    <a:pt x="22" y="1059"/>
                    <a:pt x="1" y="1081"/>
                    <a:pt x="1" y="1129"/>
                  </a:cubicBezTo>
                  <a:cubicBezTo>
                    <a:pt x="1" y="1172"/>
                    <a:pt x="22" y="1194"/>
                    <a:pt x="65" y="1194"/>
                  </a:cubicBezTo>
                  <a:cubicBezTo>
                    <a:pt x="87" y="1194"/>
                    <a:pt x="136" y="1172"/>
                    <a:pt x="136" y="1129"/>
                  </a:cubicBezTo>
                  <a:cubicBezTo>
                    <a:pt x="136" y="1081"/>
                    <a:pt x="87" y="1059"/>
                    <a:pt x="65" y="1059"/>
                  </a:cubicBezTo>
                  <a:close/>
                  <a:moveTo>
                    <a:pt x="65" y="1329"/>
                  </a:moveTo>
                  <a:cubicBezTo>
                    <a:pt x="22" y="1329"/>
                    <a:pt x="1" y="1351"/>
                    <a:pt x="1" y="1399"/>
                  </a:cubicBezTo>
                  <a:cubicBezTo>
                    <a:pt x="1" y="1421"/>
                    <a:pt x="22" y="1464"/>
                    <a:pt x="65" y="1464"/>
                  </a:cubicBezTo>
                  <a:cubicBezTo>
                    <a:pt x="87" y="1464"/>
                    <a:pt x="136" y="1421"/>
                    <a:pt x="136" y="1399"/>
                  </a:cubicBezTo>
                  <a:cubicBezTo>
                    <a:pt x="136" y="1351"/>
                    <a:pt x="87" y="1329"/>
                    <a:pt x="65" y="1329"/>
                  </a:cubicBezTo>
                  <a:close/>
                  <a:moveTo>
                    <a:pt x="65" y="1577"/>
                  </a:moveTo>
                  <a:cubicBezTo>
                    <a:pt x="22" y="1577"/>
                    <a:pt x="1" y="1621"/>
                    <a:pt x="1" y="1648"/>
                  </a:cubicBezTo>
                  <a:cubicBezTo>
                    <a:pt x="1" y="1691"/>
                    <a:pt x="22" y="1712"/>
                    <a:pt x="65" y="1712"/>
                  </a:cubicBezTo>
                  <a:cubicBezTo>
                    <a:pt x="87" y="1712"/>
                    <a:pt x="136" y="1691"/>
                    <a:pt x="136" y="1648"/>
                  </a:cubicBezTo>
                  <a:cubicBezTo>
                    <a:pt x="136" y="1621"/>
                    <a:pt x="87" y="1577"/>
                    <a:pt x="65" y="1577"/>
                  </a:cubicBezTo>
                  <a:close/>
                  <a:moveTo>
                    <a:pt x="65" y="1847"/>
                  </a:moveTo>
                  <a:cubicBezTo>
                    <a:pt x="22" y="1847"/>
                    <a:pt x="1" y="1869"/>
                    <a:pt x="1" y="1918"/>
                  </a:cubicBezTo>
                  <a:cubicBezTo>
                    <a:pt x="1" y="1961"/>
                    <a:pt x="22" y="1982"/>
                    <a:pt x="65" y="1982"/>
                  </a:cubicBezTo>
                  <a:cubicBezTo>
                    <a:pt x="87" y="1982"/>
                    <a:pt x="136" y="1961"/>
                    <a:pt x="136" y="1918"/>
                  </a:cubicBezTo>
                  <a:cubicBezTo>
                    <a:pt x="136" y="1869"/>
                    <a:pt x="87" y="1847"/>
                    <a:pt x="65" y="1847"/>
                  </a:cubicBezTo>
                  <a:close/>
                  <a:moveTo>
                    <a:pt x="65" y="2117"/>
                  </a:moveTo>
                  <a:cubicBezTo>
                    <a:pt x="22" y="2117"/>
                    <a:pt x="1" y="2139"/>
                    <a:pt x="1" y="2188"/>
                  </a:cubicBezTo>
                  <a:cubicBezTo>
                    <a:pt x="1" y="2209"/>
                    <a:pt x="22" y="2252"/>
                    <a:pt x="65" y="2252"/>
                  </a:cubicBezTo>
                  <a:cubicBezTo>
                    <a:pt x="87" y="2252"/>
                    <a:pt x="136" y="2209"/>
                    <a:pt x="136" y="2188"/>
                  </a:cubicBezTo>
                  <a:cubicBezTo>
                    <a:pt x="136" y="2139"/>
                    <a:pt x="87" y="2117"/>
                    <a:pt x="65" y="2117"/>
                  </a:cubicBezTo>
                  <a:close/>
                  <a:moveTo>
                    <a:pt x="65" y="2366"/>
                  </a:moveTo>
                  <a:cubicBezTo>
                    <a:pt x="22" y="2366"/>
                    <a:pt x="1" y="2409"/>
                    <a:pt x="1" y="2431"/>
                  </a:cubicBezTo>
                  <a:cubicBezTo>
                    <a:pt x="1" y="2479"/>
                    <a:pt x="22" y="2501"/>
                    <a:pt x="65" y="2501"/>
                  </a:cubicBezTo>
                  <a:cubicBezTo>
                    <a:pt x="87" y="2501"/>
                    <a:pt x="136" y="2479"/>
                    <a:pt x="136" y="2431"/>
                  </a:cubicBezTo>
                  <a:cubicBezTo>
                    <a:pt x="136" y="2409"/>
                    <a:pt x="87" y="2366"/>
                    <a:pt x="65" y="2366"/>
                  </a:cubicBezTo>
                  <a:close/>
                  <a:moveTo>
                    <a:pt x="65" y="2636"/>
                  </a:moveTo>
                  <a:cubicBezTo>
                    <a:pt x="22" y="2636"/>
                    <a:pt x="1" y="2657"/>
                    <a:pt x="1" y="2701"/>
                  </a:cubicBezTo>
                  <a:cubicBezTo>
                    <a:pt x="1" y="2749"/>
                    <a:pt x="22" y="2771"/>
                    <a:pt x="65" y="2771"/>
                  </a:cubicBezTo>
                  <a:cubicBezTo>
                    <a:pt x="87" y="2771"/>
                    <a:pt x="136" y="2749"/>
                    <a:pt x="136" y="2701"/>
                  </a:cubicBezTo>
                  <a:cubicBezTo>
                    <a:pt x="136" y="2657"/>
                    <a:pt x="87" y="2636"/>
                    <a:pt x="65" y="2636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f131e4dc8c_0_507"/>
            <p:cNvSpPr/>
            <p:nvPr/>
          </p:nvSpPr>
          <p:spPr>
            <a:xfrm>
              <a:off x="1951111" y="4724347"/>
              <a:ext cx="6275" cy="6275"/>
            </a:xfrm>
            <a:custGeom>
              <a:rect b="b" l="l" r="r" t="t"/>
              <a:pathLst>
                <a:path extrusionOk="0" h="136" w="136">
                  <a:moveTo>
                    <a:pt x="22" y="1"/>
                  </a:moveTo>
                  <a:cubicBezTo>
                    <a:pt x="1" y="23"/>
                    <a:pt x="1" y="44"/>
                    <a:pt x="1" y="66"/>
                  </a:cubicBezTo>
                  <a:cubicBezTo>
                    <a:pt x="1" y="66"/>
                    <a:pt x="1" y="93"/>
                    <a:pt x="22" y="114"/>
                  </a:cubicBezTo>
                  <a:cubicBezTo>
                    <a:pt x="22" y="114"/>
                    <a:pt x="44" y="136"/>
                    <a:pt x="65" y="136"/>
                  </a:cubicBezTo>
                  <a:cubicBezTo>
                    <a:pt x="87" y="136"/>
                    <a:pt x="87" y="114"/>
                    <a:pt x="114" y="114"/>
                  </a:cubicBezTo>
                  <a:cubicBezTo>
                    <a:pt x="114" y="93"/>
                    <a:pt x="136" y="66"/>
                    <a:pt x="136" y="66"/>
                  </a:cubicBezTo>
                  <a:cubicBezTo>
                    <a:pt x="136" y="44"/>
                    <a:pt x="114" y="23"/>
                    <a:pt x="114" y="1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f131e4dc8c_0_507"/>
            <p:cNvSpPr/>
            <p:nvPr/>
          </p:nvSpPr>
          <p:spPr>
            <a:xfrm>
              <a:off x="1963569" y="4724347"/>
              <a:ext cx="494186" cy="6275"/>
            </a:xfrm>
            <a:custGeom>
              <a:rect b="b" l="l" r="r" t="t"/>
              <a:pathLst>
                <a:path extrusionOk="0" h="136" w="10710">
                  <a:moveTo>
                    <a:pt x="65" y="1"/>
                  </a:moveTo>
                  <a:cubicBezTo>
                    <a:pt x="22" y="1"/>
                    <a:pt x="1" y="23"/>
                    <a:pt x="1" y="66"/>
                  </a:cubicBezTo>
                  <a:cubicBezTo>
                    <a:pt x="1" y="93"/>
                    <a:pt x="22" y="136"/>
                    <a:pt x="65" y="136"/>
                  </a:cubicBezTo>
                  <a:cubicBezTo>
                    <a:pt x="114" y="136"/>
                    <a:pt x="136" y="93"/>
                    <a:pt x="136" y="66"/>
                  </a:cubicBezTo>
                  <a:cubicBezTo>
                    <a:pt x="136" y="23"/>
                    <a:pt x="114" y="1"/>
                    <a:pt x="65" y="1"/>
                  </a:cubicBezTo>
                  <a:close/>
                  <a:moveTo>
                    <a:pt x="336" y="1"/>
                  </a:moveTo>
                  <a:cubicBezTo>
                    <a:pt x="292" y="1"/>
                    <a:pt x="271" y="23"/>
                    <a:pt x="271" y="66"/>
                  </a:cubicBezTo>
                  <a:cubicBezTo>
                    <a:pt x="271" y="93"/>
                    <a:pt x="292" y="136"/>
                    <a:pt x="336" y="136"/>
                  </a:cubicBezTo>
                  <a:cubicBezTo>
                    <a:pt x="384" y="136"/>
                    <a:pt x="406" y="93"/>
                    <a:pt x="406" y="66"/>
                  </a:cubicBezTo>
                  <a:cubicBezTo>
                    <a:pt x="406" y="23"/>
                    <a:pt x="384" y="1"/>
                    <a:pt x="336" y="1"/>
                  </a:cubicBezTo>
                  <a:close/>
                  <a:moveTo>
                    <a:pt x="606" y="1"/>
                  </a:moveTo>
                  <a:cubicBezTo>
                    <a:pt x="562" y="1"/>
                    <a:pt x="541" y="23"/>
                    <a:pt x="541" y="66"/>
                  </a:cubicBezTo>
                  <a:cubicBezTo>
                    <a:pt x="541" y="93"/>
                    <a:pt x="562" y="136"/>
                    <a:pt x="606" y="136"/>
                  </a:cubicBezTo>
                  <a:cubicBezTo>
                    <a:pt x="654" y="136"/>
                    <a:pt x="676" y="93"/>
                    <a:pt x="676" y="66"/>
                  </a:cubicBezTo>
                  <a:cubicBezTo>
                    <a:pt x="676" y="23"/>
                    <a:pt x="654" y="1"/>
                    <a:pt x="606" y="1"/>
                  </a:cubicBezTo>
                  <a:close/>
                  <a:moveTo>
                    <a:pt x="876" y="1"/>
                  </a:moveTo>
                  <a:cubicBezTo>
                    <a:pt x="832" y="1"/>
                    <a:pt x="811" y="23"/>
                    <a:pt x="811" y="66"/>
                  </a:cubicBezTo>
                  <a:cubicBezTo>
                    <a:pt x="811" y="93"/>
                    <a:pt x="832" y="136"/>
                    <a:pt x="876" y="136"/>
                  </a:cubicBezTo>
                  <a:cubicBezTo>
                    <a:pt x="924" y="136"/>
                    <a:pt x="946" y="93"/>
                    <a:pt x="946" y="66"/>
                  </a:cubicBezTo>
                  <a:cubicBezTo>
                    <a:pt x="946" y="23"/>
                    <a:pt x="924" y="1"/>
                    <a:pt x="876" y="1"/>
                  </a:cubicBezTo>
                  <a:close/>
                  <a:moveTo>
                    <a:pt x="1146" y="1"/>
                  </a:moveTo>
                  <a:cubicBezTo>
                    <a:pt x="1102" y="1"/>
                    <a:pt x="1081" y="23"/>
                    <a:pt x="1081" y="66"/>
                  </a:cubicBezTo>
                  <a:cubicBezTo>
                    <a:pt x="1081" y="93"/>
                    <a:pt x="1102" y="136"/>
                    <a:pt x="1146" y="136"/>
                  </a:cubicBezTo>
                  <a:cubicBezTo>
                    <a:pt x="1194" y="136"/>
                    <a:pt x="1216" y="93"/>
                    <a:pt x="1216" y="66"/>
                  </a:cubicBezTo>
                  <a:cubicBezTo>
                    <a:pt x="1216" y="23"/>
                    <a:pt x="1194" y="1"/>
                    <a:pt x="1146" y="1"/>
                  </a:cubicBezTo>
                  <a:close/>
                  <a:moveTo>
                    <a:pt x="1416" y="1"/>
                  </a:moveTo>
                  <a:cubicBezTo>
                    <a:pt x="1394" y="1"/>
                    <a:pt x="1351" y="23"/>
                    <a:pt x="1351" y="66"/>
                  </a:cubicBezTo>
                  <a:cubicBezTo>
                    <a:pt x="1351" y="93"/>
                    <a:pt x="1394" y="136"/>
                    <a:pt x="1416" y="136"/>
                  </a:cubicBezTo>
                  <a:cubicBezTo>
                    <a:pt x="1464" y="136"/>
                    <a:pt x="1486" y="93"/>
                    <a:pt x="1486" y="66"/>
                  </a:cubicBezTo>
                  <a:cubicBezTo>
                    <a:pt x="1486" y="23"/>
                    <a:pt x="1464" y="1"/>
                    <a:pt x="1416" y="1"/>
                  </a:cubicBezTo>
                  <a:close/>
                  <a:moveTo>
                    <a:pt x="1686" y="1"/>
                  </a:moveTo>
                  <a:cubicBezTo>
                    <a:pt x="1664" y="1"/>
                    <a:pt x="1621" y="23"/>
                    <a:pt x="1621" y="66"/>
                  </a:cubicBezTo>
                  <a:cubicBezTo>
                    <a:pt x="1621" y="93"/>
                    <a:pt x="1664" y="136"/>
                    <a:pt x="1686" y="136"/>
                  </a:cubicBezTo>
                  <a:cubicBezTo>
                    <a:pt x="1734" y="136"/>
                    <a:pt x="1756" y="93"/>
                    <a:pt x="1756" y="66"/>
                  </a:cubicBezTo>
                  <a:cubicBezTo>
                    <a:pt x="1756" y="23"/>
                    <a:pt x="1734" y="1"/>
                    <a:pt x="1686" y="1"/>
                  </a:cubicBezTo>
                  <a:close/>
                  <a:moveTo>
                    <a:pt x="1956" y="1"/>
                  </a:moveTo>
                  <a:cubicBezTo>
                    <a:pt x="1934" y="1"/>
                    <a:pt x="1891" y="23"/>
                    <a:pt x="1891" y="66"/>
                  </a:cubicBezTo>
                  <a:cubicBezTo>
                    <a:pt x="1891" y="93"/>
                    <a:pt x="1934" y="136"/>
                    <a:pt x="1956" y="136"/>
                  </a:cubicBezTo>
                  <a:cubicBezTo>
                    <a:pt x="2004" y="136"/>
                    <a:pt x="2026" y="93"/>
                    <a:pt x="2026" y="66"/>
                  </a:cubicBezTo>
                  <a:cubicBezTo>
                    <a:pt x="2026" y="23"/>
                    <a:pt x="2004" y="1"/>
                    <a:pt x="1956" y="1"/>
                  </a:cubicBezTo>
                  <a:close/>
                  <a:moveTo>
                    <a:pt x="2226" y="1"/>
                  </a:moveTo>
                  <a:cubicBezTo>
                    <a:pt x="2204" y="1"/>
                    <a:pt x="2161" y="23"/>
                    <a:pt x="2161" y="66"/>
                  </a:cubicBezTo>
                  <a:cubicBezTo>
                    <a:pt x="2161" y="93"/>
                    <a:pt x="2204" y="136"/>
                    <a:pt x="2226" y="136"/>
                  </a:cubicBezTo>
                  <a:cubicBezTo>
                    <a:pt x="2274" y="136"/>
                    <a:pt x="2296" y="93"/>
                    <a:pt x="2296" y="66"/>
                  </a:cubicBezTo>
                  <a:cubicBezTo>
                    <a:pt x="2296" y="23"/>
                    <a:pt x="2274" y="1"/>
                    <a:pt x="2226" y="1"/>
                  </a:cubicBezTo>
                  <a:close/>
                  <a:moveTo>
                    <a:pt x="2496" y="1"/>
                  </a:moveTo>
                  <a:cubicBezTo>
                    <a:pt x="2474" y="1"/>
                    <a:pt x="2431" y="23"/>
                    <a:pt x="2431" y="66"/>
                  </a:cubicBezTo>
                  <a:cubicBezTo>
                    <a:pt x="2431" y="93"/>
                    <a:pt x="2474" y="136"/>
                    <a:pt x="2496" y="136"/>
                  </a:cubicBezTo>
                  <a:cubicBezTo>
                    <a:pt x="2544" y="136"/>
                    <a:pt x="2566" y="93"/>
                    <a:pt x="2566" y="66"/>
                  </a:cubicBezTo>
                  <a:cubicBezTo>
                    <a:pt x="2566" y="23"/>
                    <a:pt x="2544" y="1"/>
                    <a:pt x="2496" y="1"/>
                  </a:cubicBezTo>
                  <a:close/>
                  <a:moveTo>
                    <a:pt x="2766" y="1"/>
                  </a:moveTo>
                  <a:cubicBezTo>
                    <a:pt x="2744" y="1"/>
                    <a:pt x="2701" y="23"/>
                    <a:pt x="2701" y="66"/>
                  </a:cubicBezTo>
                  <a:cubicBezTo>
                    <a:pt x="2701" y="93"/>
                    <a:pt x="2744" y="136"/>
                    <a:pt x="2766" y="136"/>
                  </a:cubicBezTo>
                  <a:cubicBezTo>
                    <a:pt x="2814" y="136"/>
                    <a:pt x="2836" y="93"/>
                    <a:pt x="2836" y="66"/>
                  </a:cubicBezTo>
                  <a:cubicBezTo>
                    <a:pt x="2836" y="23"/>
                    <a:pt x="2814" y="1"/>
                    <a:pt x="2766" y="1"/>
                  </a:cubicBezTo>
                  <a:close/>
                  <a:moveTo>
                    <a:pt x="3057" y="1"/>
                  </a:moveTo>
                  <a:cubicBezTo>
                    <a:pt x="3014" y="1"/>
                    <a:pt x="2992" y="23"/>
                    <a:pt x="2992" y="66"/>
                  </a:cubicBezTo>
                  <a:cubicBezTo>
                    <a:pt x="2992" y="93"/>
                    <a:pt x="3014" y="136"/>
                    <a:pt x="3057" y="136"/>
                  </a:cubicBezTo>
                  <a:cubicBezTo>
                    <a:pt x="3084" y="136"/>
                    <a:pt x="3127" y="93"/>
                    <a:pt x="3127" y="66"/>
                  </a:cubicBezTo>
                  <a:cubicBezTo>
                    <a:pt x="3127" y="23"/>
                    <a:pt x="3084" y="1"/>
                    <a:pt x="3057" y="1"/>
                  </a:cubicBezTo>
                  <a:close/>
                  <a:moveTo>
                    <a:pt x="3327" y="1"/>
                  </a:moveTo>
                  <a:cubicBezTo>
                    <a:pt x="3284" y="1"/>
                    <a:pt x="3262" y="23"/>
                    <a:pt x="3262" y="66"/>
                  </a:cubicBezTo>
                  <a:cubicBezTo>
                    <a:pt x="3262" y="93"/>
                    <a:pt x="3284" y="136"/>
                    <a:pt x="3327" y="136"/>
                  </a:cubicBezTo>
                  <a:cubicBezTo>
                    <a:pt x="3354" y="136"/>
                    <a:pt x="3397" y="93"/>
                    <a:pt x="3397" y="66"/>
                  </a:cubicBezTo>
                  <a:cubicBezTo>
                    <a:pt x="3397" y="23"/>
                    <a:pt x="3354" y="1"/>
                    <a:pt x="3327" y="1"/>
                  </a:cubicBezTo>
                  <a:close/>
                  <a:moveTo>
                    <a:pt x="3597" y="1"/>
                  </a:moveTo>
                  <a:cubicBezTo>
                    <a:pt x="3554" y="1"/>
                    <a:pt x="3532" y="23"/>
                    <a:pt x="3532" y="66"/>
                  </a:cubicBezTo>
                  <a:cubicBezTo>
                    <a:pt x="3532" y="93"/>
                    <a:pt x="3554" y="136"/>
                    <a:pt x="3597" y="136"/>
                  </a:cubicBezTo>
                  <a:cubicBezTo>
                    <a:pt x="3624" y="136"/>
                    <a:pt x="3667" y="93"/>
                    <a:pt x="3667" y="66"/>
                  </a:cubicBezTo>
                  <a:cubicBezTo>
                    <a:pt x="3667" y="23"/>
                    <a:pt x="3624" y="1"/>
                    <a:pt x="3597" y="1"/>
                  </a:cubicBezTo>
                  <a:close/>
                  <a:moveTo>
                    <a:pt x="3867" y="1"/>
                  </a:moveTo>
                  <a:cubicBezTo>
                    <a:pt x="3824" y="1"/>
                    <a:pt x="3802" y="23"/>
                    <a:pt x="3802" y="66"/>
                  </a:cubicBezTo>
                  <a:cubicBezTo>
                    <a:pt x="3802" y="93"/>
                    <a:pt x="3824" y="136"/>
                    <a:pt x="3867" y="136"/>
                  </a:cubicBezTo>
                  <a:cubicBezTo>
                    <a:pt x="3894" y="136"/>
                    <a:pt x="3937" y="93"/>
                    <a:pt x="3937" y="66"/>
                  </a:cubicBezTo>
                  <a:cubicBezTo>
                    <a:pt x="3937" y="23"/>
                    <a:pt x="3894" y="1"/>
                    <a:pt x="3867" y="1"/>
                  </a:cubicBezTo>
                  <a:close/>
                  <a:moveTo>
                    <a:pt x="4137" y="1"/>
                  </a:moveTo>
                  <a:cubicBezTo>
                    <a:pt x="4094" y="1"/>
                    <a:pt x="4072" y="23"/>
                    <a:pt x="4072" y="66"/>
                  </a:cubicBezTo>
                  <a:cubicBezTo>
                    <a:pt x="4072" y="93"/>
                    <a:pt x="4094" y="136"/>
                    <a:pt x="4137" y="136"/>
                  </a:cubicBezTo>
                  <a:cubicBezTo>
                    <a:pt x="4164" y="136"/>
                    <a:pt x="4208" y="93"/>
                    <a:pt x="4208" y="66"/>
                  </a:cubicBezTo>
                  <a:cubicBezTo>
                    <a:pt x="4208" y="23"/>
                    <a:pt x="4164" y="1"/>
                    <a:pt x="4137" y="1"/>
                  </a:cubicBezTo>
                  <a:close/>
                  <a:moveTo>
                    <a:pt x="4407" y="1"/>
                  </a:moveTo>
                  <a:cubicBezTo>
                    <a:pt x="4364" y="1"/>
                    <a:pt x="4343" y="23"/>
                    <a:pt x="4343" y="66"/>
                  </a:cubicBezTo>
                  <a:cubicBezTo>
                    <a:pt x="4343" y="93"/>
                    <a:pt x="4364" y="136"/>
                    <a:pt x="4407" y="136"/>
                  </a:cubicBezTo>
                  <a:cubicBezTo>
                    <a:pt x="4456" y="136"/>
                    <a:pt x="4478" y="93"/>
                    <a:pt x="4478" y="66"/>
                  </a:cubicBezTo>
                  <a:cubicBezTo>
                    <a:pt x="4478" y="23"/>
                    <a:pt x="4456" y="1"/>
                    <a:pt x="4407" y="1"/>
                  </a:cubicBezTo>
                  <a:close/>
                  <a:moveTo>
                    <a:pt x="4677" y="1"/>
                  </a:moveTo>
                  <a:cubicBezTo>
                    <a:pt x="4634" y="1"/>
                    <a:pt x="4613" y="23"/>
                    <a:pt x="4613" y="66"/>
                  </a:cubicBezTo>
                  <a:cubicBezTo>
                    <a:pt x="4613" y="93"/>
                    <a:pt x="4634" y="136"/>
                    <a:pt x="4677" y="136"/>
                  </a:cubicBezTo>
                  <a:cubicBezTo>
                    <a:pt x="4726" y="136"/>
                    <a:pt x="4748" y="93"/>
                    <a:pt x="4748" y="66"/>
                  </a:cubicBezTo>
                  <a:cubicBezTo>
                    <a:pt x="4748" y="23"/>
                    <a:pt x="4726" y="1"/>
                    <a:pt x="4677" y="1"/>
                  </a:cubicBezTo>
                  <a:close/>
                  <a:moveTo>
                    <a:pt x="4947" y="1"/>
                  </a:moveTo>
                  <a:cubicBezTo>
                    <a:pt x="4904" y="1"/>
                    <a:pt x="4883" y="23"/>
                    <a:pt x="4883" y="66"/>
                  </a:cubicBezTo>
                  <a:cubicBezTo>
                    <a:pt x="4883" y="93"/>
                    <a:pt x="4904" y="136"/>
                    <a:pt x="4947" y="136"/>
                  </a:cubicBezTo>
                  <a:cubicBezTo>
                    <a:pt x="4996" y="136"/>
                    <a:pt x="5018" y="93"/>
                    <a:pt x="5018" y="66"/>
                  </a:cubicBezTo>
                  <a:cubicBezTo>
                    <a:pt x="5018" y="23"/>
                    <a:pt x="4996" y="1"/>
                    <a:pt x="4947" y="1"/>
                  </a:cubicBezTo>
                  <a:close/>
                  <a:moveTo>
                    <a:pt x="5217" y="1"/>
                  </a:moveTo>
                  <a:cubicBezTo>
                    <a:pt x="5174" y="1"/>
                    <a:pt x="5153" y="23"/>
                    <a:pt x="5153" y="66"/>
                  </a:cubicBezTo>
                  <a:cubicBezTo>
                    <a:pt x="5153" y="93"/>
                    <a:pt x="5174" y="136"/>
                    <a:pt x="5217" y="136"/>
                  </a:cubicBezTo>
                  <a:cubicBezTo>
                    <a:pt x="5266" y="136"/>
                    <a:pt x="5288" y="93"/>
                    <a:pt x="5288" y="66"/>
                  </a:cubicBezTo>
                  <a:cubicBezTo>
                    <a:pt x="5288" y="23"/>
                    <a:pt x="5266" y="1"/>
                    <a:pt x="5217" y="1"/>
                  </a:cubicBezTo>
                  <a:close/>
                  <a:moveTo>
                    <a:pt x="5487" y="1"/>
                  </a:moveTo>
                  <a:cubicBezTo>
                    <a:pt x="5444" y="1"/>
                    <a:pt x="5423" y="23"/>
                    <a:pt x="5423" y="66"/>
                  </a:cubicBezTo>
                  <a:cubicBezTo>
                    <a:pt x="5423" y="93"/>
                    <a:pt x="5444" y="136"/>
                    <a:pt x="5487" y="136"/>
                  </a:cubicBezTo>
                  <a:cubicBezTo>
                    <a:pt x="5536" y="136"/>
                    <a:pt x="5558" y="93"/>
                    <a:pt x="5558" y="66"/>
                  </a:cubicBezTo>
                  <a:cubicBezTo>
                    <a:pt x="5558" y="23"/>
                    <a:pt x="5536" y="1"/>
                    <a:pt x="5487" y="1"/>
                  </a:cubicBezTo>
                  <a:close/>
                  <a:moveTo>
                    <a:pt x="5757" y="1"/>
                  </a:moveTo>
                  <a:cubicBezTo>
                    <a:pt x="5736" y="1"/>
                    <a:pt x="5693" y="23"/>
                    <a:pt x="5693" y="66"/>
                  </a:cubicBezTo>
                  <a:cubicBezTo>
                    <a:pt x="5693" y="93"/>
                    <a:pt x="5736" y="136"/>
                    <a:pt x="5757" y="136"/>
                  </a:cubicBezTo>
                  <a:cubicBezTo>
                    <a:pt x="5806" y="136"/>
                    <a:pt x="5828" y="93"/>
                    <a:pt x="5828" y="66"/>
                  </a:cubicBezTo>
                  <a:cubicBezTo>
                    <a:pt x="5828" y="23"/>
                    <a:pt x="5806" y="1"/>
                    <a:pt x="5757" y="1"/>
                  </a:cubicBezTo>
                  <a:close/>
                  <a:moveTo>
                    <a:pt x="6027" y="1"/>
                  </a:moveTo>
                  <a:cubicBezTo>
                    <a:pt x="6006" y="1"/>
                    <a:pt x="5963" y="23"/>
                    <a:pt x="5963" y="66"/>
                  </a:cubicBezTo>
                  <a:cubicBezTo>
                    <a:pt x="5963" y="93"/>
                    <a:pt x="6006" y="136"/>
                    <a:pt x="6027" y="136"/>
                  </a:cubicBezTo>
                  <a:cubicBezTo>
                    <a:pt x="6076" y="136"/>
                    <a:pt x="6098" y="93"/>
                    <a:pt x="6098" y="66"/>
                  </a:cubicBezTo>
                  <a:cubicBezTo>
                    <a:pt x="6098" y="23"/>
                    <a:pt x="6076" y="1"/>
                    <a:pt x="6027" y="1"/>
                  </a:cubicBezTo>
                  <a:close/>
                  <a:moveTo>
                    <a:pt x="6297" y="1"/>
                  </a:moveTo>
                  <a:cubicBezTo>
                    <a:pt x="6276" y="1"/>
                    <a:pt x="6233" y="23"/>
                    <a:pt x="6233" y="66"/>
                  </a:cubicBezTo>
                  <a:cubicBezTo>
                    <a:pt x="6233" y="93"/>
                    <a:pt x="6276" y="136"/>
                    <a:pt x="6297" y="136"/>
                  </a:cubicBezTo>
                  <a:cubicBezTo>
                    <a:pt x="6346" y="136"/>
                    <a:pt x="6368" y="93"/>
                    <a:pt x="6368" y="66"/>
                  </a:cubicBezTo>
                  <a:cubicBezTo>
                    <a:pt x="6368" y="23"/>
                    <a:pt x="6346" y="1"/>
                    <a:pt x="6297" y="1"/>
                  </a:cubicBezTo>
                  <a:close/>
                  <a:moveTo>
                    <a:pt x="6567" y="1"/>
                  </a:moveTo>
                  <a:cubicBezTo>
                    <a:pt x="6546" y="1"/>
                    <a:pt x="6503" y="23"/>
                    <a:pt x="6503" y="66"/>
                  </a:cubicBezTo>
                  <a:cubicBezTo>
                    <a:pt x="6503" y="93"/>
                    <a:pt x="6546" y="136"/>
                    <a:pt x="6567" y="136"/>
                  </a:cubicBezTo>
                  <a:cubicBezTo>
                    <a:pt x="6616" y="136"/>
                    <a:pt x="6638" y="93"/>
                    <a:pt x="6638" y="66"/>
                  </a:cubicBezTo>
                  <a:cubicBezTo>
                    <a:pt x="6638" y="23"/>
                    <a:pt x="6616" y="1"/>
                    <a:pt x="6567" y="1"/>
                  </a:cubicBezTo>
                  <a:close/>
                  <a:moveTo>
                    <a:pt x="6837" y="1"/>
                  </a:moveTo>
                  <a:cubicBezTo>
                    <a:pt x="6816" y="1"/>
                    <a:pt x="6773" y="23"/>
                    <a:pt x="6773" y="66"/>
                  </a:cubicBezTo>
                  <a:cubicBezTo>
                    <a:pt x="6773" y="93"/>
                    <a:pt x="6816" y="136"/>
                    <a:pt x="6837" y="136"/>
                  </a:cubicBezTo>
                  <a:cubicBezTo>
                    <a:pt x="6886" y="136"/>
                    <a:pt x="6908" y="93"/>
                    <a:pt x="6908" y="66"/>
                  </a:cubicBezTo>
                  <a:cubicBezTo>
                    <a:pt x="6908" y="23"/>
                    <a:pt x="6886" y="1"/>
                    <a:pt x="6837" y="1"/>
                  </a:cubicBezTo>
                  <a:close/>
                  <a:moveTo>
                    <a:pt x="7134" y="1"/>
                  </a:moveTo>
                  <a:cubicBezTo>
                    <a:pt x="7086" y="1"/>
                    <a:pt x="7064" y="23"/>
                    <a:pt x="7064" y="66"/>
                  </a:cubicBezTo>
                  <a:cubicBezTo>
                    <a:pt x="7064" y="93"/>
                    <a:pt x="7086" y="136"/>
                    <a:pt x="7134" y="136"/>
                  </a:cubicBezTo>
                  <a:cubicBezTo>
                    <a:pt x="7156" y="136"/>
                    <a:pt x="7199" y="93"/>
                    <a:pt x="7199" y="66"/>
                  </a:cubicBezTo>
                  <a:cubicBezTo>
                    <a:pt x="7199" y="23"/>
                    <a:pt x="7156" y="1"/>
                    <a:pt x="7134" y="1"/>
                  </a:cubicBezTo>
                  <a:close/>
                  <a:moveTo>
                    <a:pt x="7404" y="1"/>
                  </a:moveTo>
                  <a:cubicBezTo>
                    <a:pt x="7356" y="1"/>
                    <a:pt x="7334" y="23"/>
                    <a:pt x="7334" y="66"/>
                  </a:cubicBezTo>
                  <a:cubicBezTo>
                    <a:pt x="7334" y="93"/>
                    <a:pt x="7356" y="136"/>
                    <a:pt x="7404" y="136"/>
                  </a:cubicBezTo>
                  <a:cubicBezTo>
                    <a:pt x="7426" y="136"/>
                    <a:pt x="7469" y="93"/>
                    <a:pt x="7469" y="66"/>
                  </a:cubicBezTo>
                  <a:cubicBezTo>
                    <a:pt x="7469" y="23"/>
                    <a:pt x="7426" y="1"/>
                    <a:pt x="7404" y="1"/>
                  </a:cubicBezTo>
                  <a:close/>
                  <a:moveTo>
                    <a:pt x="7674" y="1"/>
                  </a:moveTo>
                  <a:cubicBezTo>
                    <a:pt x="7626" y="1"/>
                    <a:pt x="7604" y="23"/>
                    <a:pt x="7604" y="66"/>
                  </a:cubicBezTo>
                  <a:cubicBezTo>
                    <a:pt x="7604" y="93"/>
                    <a:pt x="7626" y="136"/>
                    <a:pt x="7674" y="136"/>
                  </a:cubicBezTo>
                  <a:cubicBezTo>
                    <a:pt x="7696" y="136"/>
                    <a:pt x="7739" y="93"/>
                    <a:pt x="7739" y="66"/>
                  </a:cubicBezTo>
                  <a:cubicBezTo>
                    <a:pt x="7739" y="23"/>
                    <a:pt x="7696" y="1"/>
                    <a:pt x="7674" y="1"/>
                  </a:cubicBezTo>
                  <a:close/>
                  <a:moveTo>
                    <a:pt x="7944" y="1"/>
                  </a:moveTo>
                  <a:cubicBezTo>
                    <a:pt x="7896" y="1"/>
                    <a:pt x="7874" y="23"/>
                    <a:pt x="7874" y="66"/>
                  </a:cubicBezTo>
                  <a:cubicBezTo>
                    <a:pt x="7874" y="93"/>
                    <a:pt x="7896" y="136"/>
                    <a:pt x="7944" y="136"/>
                  </a:cubicBezTo>
                  <a:cubicBezTo>
                    <a:pt x="7966" y="136"/>
                    <a:pt x="8009" y="93"/>
                    <a:pt x="8009" y="66"/>
                  </a:cubicBezTo>
                  <a:cubicBezTo>
                    <a:pt x="8009" y="23"/>
                    <a:pt x="7966" y="1"/>
                    <a:pt x="7944" y="1"/>
                  </a:cubicBezTo>
                  <a:close/>
                  <a:moveTo>
                    <a:pt x="8215" y="1"/>
                  </a:moveTo>
                  <a:cubicBezTo>
                    <a:pt x="8166" y="1"/>
                    <a:pt x="8144" y="23"/>
                    <a:pt x="8144" y="66"/>
                  </a:cubicBezTo>
                  <a:cubicBezTo>
                    <a:pt x="8144" y="93"/>
                    <a:pt x="8166" y="136"/>
                    <a:pt x="8215" y="136"/>
                  </a:cubicBezTo>
                  <a:cubicBezTo>
                    <a:pt x="8236" y="136"/>
                    <a:pt x="8279" y="93"/>
                    <a:pt x="8279" y="66"/>
                  </a:cubicBezTo>
                  <a:cubicBezTo>
                    <a:pt x="8279" y="23"/>
                    <a:pt x="8236" y="1"/>
                    <a:pt x="8215" y="1"/>
                  </a:cubicBezTo>
                  <a:close/>
                  <a:moveTo>
                    <a:pt x="8485" y="1"/>
                  </a:moveTo>
                  <a:cubicBezTo>
                    <a:pt x="8436" y="1"/>
                    <a:pt x="8414" y="23"/>
                    <a:pt x="8414" y="66"/>
                  </a:cubicBezTo>
                  <a:cubicBezTo>
                    <a:pt x="8414" y="93"/>
                    <a:pt x="8436" y="136"/>
                    <a:pt x="8485" y="136"/>
                  </a:cubicBezTo>
                  <a:cubicBezTo>
                    <a:pt x="8506" y="136"/>
                    <a:pt x="8549" y="93"/>
                    <a:pt x="8549" y="66"/>
                  </a:cubicBezTo>
                  <a:cubicBezTo>
                    <a:pt x="8549" y="23"/>
                    <a:pt x="8506" y="1"/>
                    <a:pt x="8485" y="1"/>
                  </a:cubicBezTo>
                  <a:close/>
                  <a:moveTo>
                    <a:pt x="8755" y="1"/>
                  </a:moveTo>
                  <a:cubicBezTo>
                    <a:pt x="8706" y="1"/>
                    <a:pt x="8684" y="23"/>
                    <a:pt x="8684" y="66"/>
                  </a:cubicBezTo>
                  <a:cubicBezTo>
                    <a:pt x="8684" y="93"/>
                    <a:pt x="8706" y="136"/>
                    <a:pt x="8755" y="136"/>
                  </a:cubicBezTo>
                  <a:cubicBezTo>
                    <a:pt x="8798" y="136"/>
                    <a:pt x="8819" y="93"/>
                    <a:pt x="8819" y="66"/>
                  </a:cubicBezTo>
                  <a:cubicBezTo>
                    <a:pt x="8819" y="23"/>
                    <a:pt x="8798" y="1"/>
                    <a:pt x="8755" y="1"/>
                  </a:cubicBezTo>
                  <a:close/>
                  <a:moveTo>
                    <a:pt x="9025" y="1"/>
                  </a:moveTo>
                  <a:cubicBezTo>
                    <a:pt x="8976" y="1"/>
                    <a:pt x="8954" y="23"/>
                    <a:pt x="8954" y="66"/>
                  </a:cubicBezTo>
                  <a:cubicBezTo>
                    <a:pt x="8954" y="93"/>
                    <a:pt x="8976" y="136"/>
                    <a:pt x="9025" y="136"/>
                  </a:cubicBezTo>
                  <a:cubicBezTo>
                    <a:pt x="9068" y="136"/>
                    <a:pt x="9089" y="93"/>
                    <a:pt x="9089" y="66"/>
                  </a:cubicBezTo>
                  <a:cubicBezTo>
                    <a:pt x="9089" y="23"/>
                    <a:pt x="9068" y="1"/>
                    <a:pt x="9025" y="1"/>
                  </a:cubicBezTo>
                  <a:close/>
                  <a:moveTo>
                    <a:pt x="9295" y="1"/>
                  </a:moveTo>
                  <a:cubicBezTo>
                    <a:pt x="9246" y="1"/>
                    <a:pt x="9224" y="23"/>
                    <a:pt x="9224" y="66"/>
                  </a:cubicBezTo>
                  <a:cubicBezTo>
                    <a:pt x="9224" y="93"/>
                    <a:pt x="9246" y="136"/>
                    <a:pt x="9295" y="136"/>
                  </a:cubicBezTo>
                  <a:cubicBezTo>
                    <a:pt x="9338" y="136"/>
                    <a:pt x="9359" y="93"/>
                    <a:pt x="9359" y="66"/>
                  </a:cubicBezTo>
                  <a:cubicBezTo>
                    <a:pt x="9359" y="23"/>
                    <a:pt x="9338" y="1"/>
                    <a:pt x="9295" y="1"/>
                  </a:cubicBezTo>
                  <a:close/>
                  <a:moveTo>
                    <a:pt x="9565" y="1"/>
                  </a:moveTo>
                  <a:cubicBezTo>
                    <a:pt x="9516" y="1"/>
                    <a:pt x="9494" y="23"/>
                    <a:pt x="9494" y="66"/>
                  </a:cubicBezTo>
                  <a:cubicBezTo>
                    <a:pt x="9494" y="93"/>
                    <a:pt x="9516" y="136"/>
                    <a:pt x="9565" y="136"/>
                  </a:cubicBezTo>
                  <a:cubicBezTo>
                    <a:pt x="9608" y="136"/>
                    <a:pt x="9629" y="93"/>
                    <a:pt x="9629" y="66"/>
                  </a:cubicBezTo>
                  <a:cubicBezTo>
                    <a:pt x="9629" y="23"/>
                    <a:pt x="9608" y="1"/>
                    <a:pt x="9565" y="1"/>
                  </a:cubicBezTo>
                  <a:close/>
                  <a:moveTo>
                    <a:pt x="9835" y="1"/>
                  </a:moveTo>
                  <a:cubicBezTo>
                    <a:pt x="9786" y="1"/>
                    <a:pt x="9764" y="23"/>
                    <a:pt x="9764" y="66"/>
                  </a:cubicBezTo>
                  <a:cubicBezTo>
                    <a:pt x="9764" y="93"/>
                    <a:pt x="9786" y="136"/>
                    <a:pt x="9835" y="136"/>
                  </a:cubicBezTo>
                  <a:cubicBezTo>
                    <a:pt x="9878" y="136"/>
                    <a:pt x="9899" y="93"/>
                    <a:pt x="9899" y="66"/>
                  </a:cubicBezTo>
                  <a:cubicBezTo>
                    <a:pt x="9899" y="23"/>
                    <a:pt x="9878" y="1"/>
                    <a:pt x="9835" y="1"/>
                  </a:cubicBezTo>
                  <a:close/>
                  <a:moveTo>
                    <a:pt x="10105" y="1"/>
                  </a:moveTo>
                  <a:cubicBezTo>
                    <a:pt x="10078" y="1"/>
                    <a:pt x="10034" y="23"/>
                    <a:pt x="10034" y="66"/>
                  </a:cubicBezTo>
                  <a:cubicBezTo>
                    <a:pt x="10034" y="93"/>
                    <a:pt x="10078" y="136"/>
                    <a:pt x="10105" y="136"/>
                  </a:cubicBezTo>
                  <a:cubicBezTo>
                    <a:pt x="10148" y="136"/>
                    <a:pt x="10169" y="93"/>
                    <a:pt x="10169" y="66"/>
                  </a:cubicBezTo>
                  <a:cubicBezTo>
                    <a:pt x="10169" y="23"/>
                    <a:pt x="10148" y="1"/>
                    <a:pt x="10105" y="1"/>
                  </a:cubicBezTo>
                  <a:close/>
                  <a:moveTo>
                    <a:pt x="10375" y="1"/>
                  </a:moveTo>
                  <a:cubicBezTo>
                    <a:pt x="10348" y="1"/>
                    <a:pt x="10304" y="23"/>
                    <a:pt x="10304" y="66"/>
                  </a:cubicBezTo>
                  <a:cubicBezTo>
                    <a:pt x="10304" y="93"/>
                    <a:pt x="10348" y="136"/>
                    <a:pt x="10375" y="136"/>
                  </a:cubicBezTo>
                  <a:cubicBezTo>
                    <a:pt x="10418" y="136"/>
                    <a:pt x="10439" y="93"/>
                    <a:pt x="10439" y="66"/>
                  </a:cubicBezTo>
                  <a:cubicBezTo>
                    <a:pt x="10439" y="23"/>
                    <a:pt x="10418" y="1"/>
                    <a:pt x="10375" y="1"/>
                  </a:cubicBezTo>
                  <a:close/>
                  <a:moveTo>
                    <a:pt x="10645" y="1"/>
                  </a:moveTo>
                  <a:cubicBezTo>
                    <a:pt x="10618" y="1"/>
                    <a:pt x="10574" y="23"/>
                    <a:pt x="10574" y="66"/>
                  </a:cubicBezTo>
                  <a:cubicBezTo>
                    <a:pt x="10574" y="93"/>
                    <a:pt x="10618" y="136"/>
                    <a:pt x="10645" y="136"/>
                  </a:cubicBezTo>
                  <a:cubicBezTo>
                    <a:pt x="10688" y="136"/>
                    <a:pt x="10709" y="93"/>
                    <a:pt x="10709" y="66"/>
                  </a:cubicBezTo>
                  <a:cubicBezTo>
                    <a:pt x="10709" y="23"/>
                    <a:pt x="10688" y="1"/>
                    <a:pt x="10645" y="1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f131e4dc8c_0_507"/>
            <p:cNvSpPr/>
            <p:nvPr/>
          </p:nvSpPr>
          <p:spPr>
            <a:xfrm>
              <a:off x="2463935" y="4724347"/>
              <a:ext cx="6275" cy="6275"/>
            </a:xfrm>
            <a:custGeom>
              <a:rect b="b" l="l" r="r" t="t"/>
              <a:pathLst>
                <a:path extrusionOk="0" h="136" w="136">
                  <a:moveTo>
                    <a:pt x="22" y="1"/>
                  </a:moveTo>
                  <a:cubicBezTo>
                    <a:pt x="22" y="23"/>
                    <a:pt x="0" y="44"/>
                    <a:pt x="0" y="66"/>
                  </a:cubicBezTo>
                  <a:cubicBezTo>
                    <a:pt x="0" y="66"/>
                    <a:pt x="22" y="93"/>
                    <a:pt x="22" y="114"/>
                  </a:cubicBezTo>
                  <a:cubicBezTo>
                    <a:pt x="44" y="114"/>
                    <a:pt x="71" y="136"/>
                    <a:pt x="71" y="136"/>
                  </a:cubicBezTo>
                  <a:cubicBezTo>
                    <a:pt x="92" y="136"/>
                    <a:pt x="114" y="114"/>
                    <a:pt x="135" y="114"/>
                  </a:cubicBezTo>
                  <a:lnTo>
                    <a:pt x="135" y="6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f131e4dc8c_0_507"/>
            <p:cNvSpPr/>
            <p:nvPr/>
          </p:nvSpPr>
          <p:spPr>
            <a:xfrm>
              <a:off x="2463935" y="4590303"/>
              <a:ext cx="6275" cy="127861"/>
            </a:xfrm>
            <a:custGeom>
              <a:rect b="b" l="l" r="r" t="t"/>
              <a:pathLst>
                <a:path extrusionOk="0" h="2771" w="136">
                  <a:moveTo>
                    <a:pt x="71" y="1"/>
                  </a:moveTo>
                  <a:cubicBezTo>
                    <a:pt x="44" y="1"/>
                    <a:pt x="0" y="49"/>
                    <a:pt x="0" y="71"/>
                  </a:cubicBezTo>
                  <a:cubicBezTo>
                    <a:pt x="0" y="114"/>
                    <a:pt x="44" y="136"/>
                    <a:pt x="71" y="136"/>
                  </a:cubicBezTo>
                  <a:cubicBezTo>
                    <a:pt x="114" y="136"/>
                    <a:pt x="135" y="114"/>
                    <a:pt x="135" y="71"/>
                  </a:cubicBezTo>
                  <a:cubicBezTo>
                    <a:pt x="135" y="49"/>
                    <a:pt x="114" y="1"/>
                    <a:pt x="71" y="1"/>
                  </a:cubicBezTo>
                  <a:close/>
                  <a:moveTo>
                    <a:pt x="71" y="271"/>
                  </a:moveTo>
                  <a:cubicBezTo>
                    <a:pt x="44" y="271"/>
                    <a:pt x="0" y="298"/>
                    <a:pt x="0" y="341"/>
                  </a:cubicBezTo>
                  <a:cubicBezTo>
                    <a:pt x="0" y="384"/>
                    <a:pt x="44" y="406"/>
                    <a:pt x="71" y="406"/>
                  </a:cubicBezTo>
                  <a:cubicBezTo>
                    <a:pt x="114" y="406"/>
                    <a:pt x="135" y="384"/>
                    <a:pt x="135" y="341"/>
                  </a:cubicBezTo>
                  <a:cubicBezTo>
                    <a:pt x="135" y="298"/>
                    <a:pt x="114" y="271"/>
                    <a:pt x="71" y="271"/>
                  </a:cubicBezTo>
                  <a:close/>
                  <a:moveTo>
                    <a:pt x="71" y="541"/>
                  </a:moveTo>
                  <a:cubicBezTo>
                    <a:pt x="44" y="541"/>
                    <a:pt x="0" y="568"/>
                    <a:pt x="0" y="611"/>
                  </a:cubicBezTo>
                  <a:cubicBezTo>
                    <a:pt x="0" y="632"/>
                    <a:pt x="44" y="676"/>
                    <a:pt x="71" y="676"/>
                  </a:cubicBezTo>
                  <a:cubicBezTo>
                    <a:pt x="114" y="676"/>
                    <a:pt x="135" y="632"/>
                    <a:pt x="135" y="611"/>
                  </a:cubicBezTo>
                  <a:cubicBezTo>
                    <a:pt x="135" y="568"/>
                    <a:pt x="114" y="541"/>
                    <a:pt x="71" y="541"/>
                  </a:cubicBezTo>
                  <a:close/>
                  <a:moveTo>
                    <a:pt x="71" y="789"/>
                  </a:moveTo>
                  <a:cubicBezTo>
                    <a:pt x="44" y="789"/>
                    <a:pt x="0" y="838"/>
                    <a:pt x="0" y="859"/>
                  </a:cubicBezTo>
                  <a:cubicBezTo>
                    <a:pt x="0" y="902"/>
                    <a:pt x="44" y="924"/>
                    <a:pt x="71" y="924"/>
                  </a:cubicBezTo>
                  <a:cubicBezTo>
                    <a:pt x="114" y="924"/>
                    <a:pt x="135" y="902"/>
                    <a:pt x="135" y="859"/>
                  </a:cubicBezTo>
                  <a:cubicBezTo>
                    <a:pt x="135" y="838"/>
                    <a:pt x="114" y="789"/>
                    <a:pt x="71" y="789"/>
                  </a:cubicBezTo>
                  <a:close/>
                  <a:moveTo>
                    <a:pt x="71" y="1059"/>
                  </a:moveTo>
                  <a:cubicBezTo>
                    <a:pt x="44" y="1059"/>
                    <a:pt x="0" y="1081"/>
                    <a:pt x="0" y="1129"/>
                  </a:cubicBezTo>
                  <a:cubicBezTo>
                    <a:pt x="0" y="1172"/>
                    <a:pt x="44" y="1194"/>
                    <a:pt x="71" y="1194"/>
                  </a:cubicBezTo>
                  <a:cubicBezTo>
                    <a:pt x="114" y="1194"/>
                    <a:pt x="135" y="1172"/>
                    <a:pt x="135" y="1129"/>
                  </a:cubicBezTo>
                  <a:cubicBezTo>
                    <a:pt x="135" y="1081"/>
                    <a:pt x="114" y="1059"/>
                    <a:pt x="71" y="1059"/>
                  </a:cubicBezTo>
                  <a:close/>
                  <a:moveTo>
                    <a:pt x="71" y="1329"/>
                  </a:moveTo>
                  <a:cubicBezTo>
                    <a:pt x="44" y="1329"/>
                    <a:pt x="0" y="1351"/>
                    <a:pt x="0" y="1399"/>
                  </a:cubicBezTo>
                  <a:cubicBezTo>
                    <a:pt x="0" y="1421"/>
                    <a:pt x="44" y="1464"/>
                    <a:pt x="71" y="1464"/>
                  </a:cubicBezTo>
                  <a:cubicBezTo>
                    <a:pt x="114" y="1464"/>
                    <a:pt x="135" y="1421"/>
                    <a:pt x="135" y="1399"/>
                  </a:cubicBezTo>
                  <a:cubicBezTo>
                    <a:pt x="135" y="1351"/>
                    <a:pt x="114" y="1329"/>
                    <a:pt x="71" y="1329"/>
                  </a:cubicBezTo>
                  <a:close/>
                  <a:moveTo>
                    <a:pt x="71" y="1577"/>
                  </a:moveTo>
                  <a:cubicBezTo>
                    <a:pt x="44" y="1577"/>
                    <a:pt x="0" y="1621"/>
                    <a:pt x="0" y="1648"/>
                  </a:cubicBezTo>
                  <a:cubicBezTo>
                    <a:pt x="0" y="1691"/>
                    <a:pt x="44" y="1712"/>
                    <a:pt x="71" y="1712"/>
                  </a:cubicBezTo>
                  <a:cubicBezTo>
                    <a:pt x="114" y="1712"/>
                    <a:pt x="135" y="1691"/>
                    <a:pt x="135" y="1648"/>
                  </a:cubicBezTo>
                  <a:cubicBezTo>
                    <a:pt x="135" y="1621"/>
                    <a:pt x="114" y="1577"/>
                    <a:pt x="71" y="1577"/>
                  </a:cubicBezTo>
                  <a:close/>
                  <a:moveTo>
                    <a:pt x="71" y="1847"/>
                  </a:moveTo>
                  <a:cubicBezTo>
                    <a:pt x="44" y="1847"/>
                    <a:pt x="0" y="1869"/>
                    <a:pt x="0" y="1918"/>
                  </a:cubicBezTo>
                  <a:cubicBezTo>
                    <a:pt x="0" y="1961"/>
                    <a:pt x="44" y="1982"/>
                    <a:pt x="71" y="1982"/>
                  </a:cubicBezTo>
                  <a:cubicBezTo>
                    <a:pt x="114" y="1982"/>
                    <a:pt x="135" y="1961"/>
                    <a:pt x="135" y="1918"/>
                  </a:cubicBezTo>
                  <a:cubicBezTo>
                    <a:pt x="135" y="1869"/>
                    <a:pt x="114" y="1847"/>
                    <a:pt x="71" y="1847"/>
                  </a:cubicBezTo>
                  <a:close/>
                  <a:moveTo>
                    <a:pt x="71" y="2117"/>
                  </a:moveTo>
                  <a:cubicBezTo>
                    <a:pt x="44" y="2117"/>
                    <a:pt x="0" y="2139"/>
                    <a:pt x="0" y="2188"/>
                  </a:cubicBezTo>
                  <a:cubicBezTo>
                    <a:pt x="0" y="2209"/>
                    <a:pt x="44" y="2252"/>
                    <a:pt x="71" y="2252"/>
                  </a:cubicBezTo>
                  <a:cubicBezTo>
                    <a:pt x="114" y="2252"/>
                    <a:pt x="135" y="2209"/>
                    <a:pt x="135" y="2188"/>
                  </a:cubicBezTo>
                  <a:cubicBezTo>
                    <a:pt x="135" y="2139"/>
                    <a:pt x="114" y="2117"/>
                    <a:pt x="71" y="2117"/>
                  </a:cubicBezTo>
                  <a:close/>
                  <a:moveTo>
                    <a:pt x="71" y="2366"/>
                  </a:moveTo>
                  <a:cubicBezTo>
                    <a:pt x="44" y="2366"/>
                    <a:pt x="0" y="2409"/>
                    <a:pt x="0" y="2431"/>
                  </a:cubicBezTo>
                  <a:cubicBezTo>
                    <a:pt x="0" y="2479"/>
                    <a:pt x="44" y="2501"/>
                    <a:pt x="71" y="2501"/>
                  </a:cubicBezTo>
                  <a:cubicBezTo>
                    <a:pt x="114" y="2501"/>
                    <a:pt x="135" y="2479"/>
                    <a:pt x="135" y="2431"/>
                  </a:cubicBezTo>
                  <a:cubicBezTo>
                    <a:pt x="135" y="2409"/>
                    <a:pt x="114" y="2366"/>
                    <a:pt x="71" y="2366"/>
                  </a:cubicBezTo>
                  <a:close/>
                  <a:moveTo>
                    <a:pt x="71" y="2636"/>
                  </a:moveTo>
                  <a:cubicBezTo>
                    <a:pt x="44" y="2636"/>
                    <a:pt x="0" y="2657"/>
                    <a:pt x="0" y="2701"/>
                  </a:cubicBezTo>
                  <a:cubicBezTo>
                    <a:pt x="0" y="2749"/>
                    <a:pt x="44" y="2771"/>
                    <a:pt x="71" y="2771"/>
                  </a:cubicBezTo>
                  <a:cubicBezTo>
                    <a:pt x="114" y="2771"/>
                    <a:pt x="135" y="2749"/>
                    <a:pt x="135" y="2701"/>
                  </a:cubicBezTo>
                  <a:cubicBezTo>
                    <a:pt x="135" y="2657"/>
                    <a:pt x="114" y="2636"/>
                    <a:pt x="71" y="2636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f131e4dc8c_0_507"/>
            <p:cNvSpPr/>
            <p:nvPr/>
          </p:nvSpPr>
          <p:spPr>
            <a:xfrm>
              <a:off x="2463935" y="4579091"/>
              <a:ext cx="6275" cy="6275"/>
            </a:xfrm>
            <a:custGeom>
              <a:rect b="b" l="l" r="r" t="t"/>
              <a:pathLst>
                <a:path extrusionOk="0" h="136" w="136">
                  <a:moveTo>
                    <a:pt x="22" y="1"/>
                  </a:moveTo>
                  <a:cubicBezTo>
                    <a:pt x="22" y="22"/>
                    <a:pt x="0" y="44"/>
                    <a:pt x="0" y="65"/>
                  </a:cubicBezTo>
                  <a:cubicBezTo>
                    <a:pt x="0" y="65"/>
                    <a:pt x="22" y="87"/>
                    <a:pt x="22" y="109"/>
                  </a:cubicBezTo>
                  <a:cubicBezTo>
                    <a:pt x="44" y="109"/>
                    <a:pt x="71" y="136"/>
                    <a:pt x="71" y="136"/>
                  </a:cubicBezTo>
                  <a:cubicBezTo>
                    <a:pt x="92" y="136"/>
                    <a:pt x="114" y="109"/>
                    <a:pt x="135" y="109"/>
                  </a:cubicBezTo>
                  <a:lnTo>
                    <a:pt x="135" y="6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f131e4dc8c_0_507"/>
            <p:cNvSpPr/>
            <p:nvPr/>
          </p:nvSpPr>
          <p:spPr>
            <a:xfrm>
              <a:off x="3372779" y="3040551"/>
              <a:ext cx="628230" cy="854467"/>
            </a:xfrm>
            <a:custGeom>
              <a:rect b="b" l="l" r="r" t="t"/>
              <a:pathLst>
                <a:path extrusionOk="0" h="18518" w="13615">
                  <a:moveTo>
                    <a:pt x="13544" y="0"/>
                  </a:moveTo>
                  <a:cubicBezTo>
                    <a:pt x="13523" y="0"/>
                    <a:pt x="13480" y="22"/>
                    <a:pt x="13480" y="65"/>
                  </a:cubicBezTo>
                  <a:cubicBezTo>
                    <a:pt x="13480" y="92"/>
                    <a:pt x="13523" y="135"/>
                    <a:pt x="13544" y="135"/>
                  </a:cubicBezTo>
                  <a:cubicBezTo>
                    <a:pt x="13593" y="135"/>
                    <a:pt x="13615" y="92"/>
                    <a:pt x="13615" y="65"/>
                  </a:cubicBezTo>
                  <a:cubicBezTo>
                    <a:pt x="13615" y="22"/>
                    <a:pt x="13593" y="0"/>
                    <a:pt x="13544" y="0"/>
                  </a:cubicBezTo>
                  <a:close/>
                  <a:moveTo>
                    <a:pt x="13544" y="270"/>
                  </a:moveTo>
                  <a:cubicBezTo>
                    <a:pt x="13523" y="270"/>
                    <a:pt x="13480" y="292"/>
                    <a:pt x="13480" y="335"/>
                  </a:cubicBezTo>
                  <a:cubicBezTo>
                    <a:pt x="13480" y="362"/>
                    <a:pt x="13523" y="405"/>
                    <a:pt x="13544" y="405"/>
                  </a:cubicBezTo>
                  <a:cubicBezTo>
                    <a:pt x="13593" y="405"/>
                    <a:pt x="13615" y="362"/>
                    <a:pt x="13615" y="335"/>
                  </a:cubicBezTo>
                  <a:cubicBezTo>
                    <a:pt x="13615" y="292"/>
                    <a:pt x="13593" y="270"/>
                    <a:pt x="13544" y="270"/>
                  </a:cubicBezTo>
                  <a:close/>
                  <a:moveTo>
                    <a:pt x="13544" y="540"/>
                  </a:moveTo>
                  <a:cubicBezTo>
                    <a:pt x="13523" y="540"/>
                    <a:pt x="13480" y="562"/>
                    <a:pt x="13480" y="605"/>
                  </a:cubicBezTo>
                  <a:cubicBezTo>
                    <a:pt x="13480" y="632"/>
                    <a:pt x="13523" y="675"/>
                    <a:pt x="13544" y="675"/>
                  </a:cubicBezTo>
                  <a:cubicBezTo>
                    <a:pt x="13593" y="675"/>
                    <a:pt x="13615" y="632"/>
                    <a:pt x="13615" y="605"/>
                  </a:cubicBezTo>
                  <a:cubicBezTo>
                    <a:pt x="13615" y="562"/>
                    <a:pt x="13593" y="540"/>
                    <a:pt x="13544" y="540"/>
                  </a:cubicBezTo>
                  <a:close/>
                  <a:moveTo>
                    <a:pt x="13544" y="810"/>
                  </a:moveTo>
                  <a:cubicBezTo>
                    <a:pt x="13523" y="810"/>
                    <a:pt x="13480" y="832"/>
                    <a:pt x="13480" y="875"/>
                  </a:cubicBezTo>
                  <a:cubicBezTo>
                    <a:pt x="13480" y="902"/>
                    <a:pt x="13523" y="945"/>
                    <a:pt x="13544" y="945"/>
                  </a:cubicBezTo>
                  <a:cubicBezTo>
                    <a:pt x="13593" y="945"/>
                    <a:pt x="13615" y="902"/>
                    <a:pt x="13615" y="875"/>
                  </a:cubicBezTo>
                  <a:cubicBezTo>
                    <a:pt x="13615" y="832"/>
                    <a:pt x="13593" y="810"/>
                    <a:pt x="13544" y="810"/>
                  </a:cubicBezTo>
                  <a:close/>
                  <a:moveTo>
                    <a:pt x="13544" y="1080"/>
                  </a:moveTo>
                  <a:cubicBezTo>
                    <a:pt x="13523" y="1080"/>
                    <a:pt x="13480" y="1102"/>
                    <a:pt x="13480" y="1145"/>
                  </a:cubicBezTo>
                  <a:cubicBezTo>
                    <a:pt x="13480" y="1172"/>
                    <a:pt x="13523" y="1215"/>
                    <a:pt x="13544" y="1215"/>
                  </a:cubicBezTo>
                  <a:cubicBezTo>
                    <a:pt x="13593" y="1215"/>
                    <a:pt x="13615" y="1172"/>
                    <a:pt x="13615" y="1145"/>
                  </a:cubicBezTo>
                  <a:cubicBezTo>
                    <a:pt x="13615" y="1102"/>
                    <a:pt x="13593" y="1080"/>
                    <a:pt x="13544" y="1080"/>
                  </a:cubicBezTo>
                  <a:close/>
                  <a:moveTo>
                    <a:pt x="13544" y="1350"/>
                  </a:moveTo>
                  <a:cubicBezTo>
                    <a:pt x="13523" y="1350"/>
                    <a:pt x="13480" y="1372"/>
                    <a:pt x="13480" y="1415"/>
                  </a:cubicBezTo>
                  <a:cubicBezTo>
                    <a:pt x="13480" y="1442"/>
                    <a:pt x="13523" y="1485"/>
                    <a:pt x="13544" y="1485"/>
                  </a:cubicBezTo>
                  <a:cubicBezTo>
                    <a:pt x="13593" y="1485"/>
                    <a:pt x="13615" y="1442"/>
                    <a:pt x="13615" y="1415"/>
                  </a:cubicBezTo>
                  <a:cubicBezTo>
                    <a:pt x="13615" y="1372"/>
                    <a:pt x="13593" y="1350"/>
                    <a:pt x="13544" y="1350"/>
                  </a:cubicBezTo>
                  <a:close/>
                  <a:moveTo>
                    <a:pt x="13544" y="1620"/>
                  </a:moveTo>
                  <a:cubicBezTo>
                    <a:pt x="13523" y="1620"/>
                    <a:pt x="13480" y="1642"/>
                    <a:pt x="13480" y="1685"/>
                  </a:cubicBezTo>
                  <a:cubicBezTo>
                    <a:pt x="13480" y="1712"/>
                    <a:pt x="13523" y="1755"/>
                    <a:pt x="13544" y="1755"/>
                  </a:cubicBezTo>
                  <a:cubicBezTo>
                    <a:pt x="13593" y="1755"/>
                    <a:pt x="13615" y="1712"/>
                    <a:pt x="13615" y="1685"/>
                  </a:cubicBezTo>
                  <a:cubicBezTo>
                    <a:pt x="13615" y="1642"/>
                    <a:pt x="13593" y="1620"/>
                    <a:pt x="13544" y="1620"/>
                  </a:cubicBezTo>
                  <a:close/>
                  <a:moveTo>
                    <a:pt x="13544" y="1890"/>
                  </a:moveTo>
                  <a:cubicBezTo>
                    <a:pt x="13523" y="1890"/>
                    <a:pt x="13480" y="1912"/>
                    <a:pt x="13480" y="1955"/>
                  </a:cubicBezTo>
                  <a:cubicBezTo>
                    <a:pt x="13480" y="1982"/>
                    <a:pt x="13523" y="2025"/>
                    <a:pt x="13544" y="2025"/>
                  </a:cubicBezTo>
                  <a:cubicBezTo>
                    <a:pt x="13593" y="2025"/>
                    <a:pt x="13615" y="1982"/>
                    <a:pt x="13615" y="1955"/>
                  </a:cubicBezTo>
                  <a:cubicBezTo>
                    <a:pt x="13615" y="1912"/>
                    <a:pt x="13593" y="1890"/>
                    <a:pt x="13544" y="1890"/>
                  </a:cubicBezTo>
                  <a:close/>
                  <a:moveTo>
                    <a:pt x="13544" y="2160"/>
                  </a:moveTo>
                  <a:cubicBezTo>
                    <a:pt x="13523" y="2160"/>
                    <a:pt x="13480" y="2182"/>
                    <a:pt x="13480" y="2225"/>
                  </a:cubicBezTo>
                  <a:cubicBezTo>
                    <a:pt x="13480" y="2252"/>
                    <a:pt x="13523" y="2295"/>
                    <a:pt x="13544" y="2295"/>
                  </a:cubicBezTo>
                  <a:cubicBezTo>
                    <a:pt x="13593" y="2295"/>
                    <a:pt x="13615" y="2252"/>
                    <a:pt x="13615" y="2225"/>
                  </a:cubicBezTo>
                  <a:cubicBezTo>
                    <a:pt x="13615" y="2182"/>
                    <a:pt x="13593" y="2160"/>
                    <a:pt x="13544" y="2160"/>
                  </a:cubicBezTo>
                  <a:close/>
                  <a:moveTo>
                    <a:pt x="13544" y="2431"/>
                  </a:moveTo>
                  <a:cubicBezTo>
                    <a:pt x="13523" y="2431"/>
                    <a:pt x="13480" y="2452"/>
                    <a:pt x="13480" y="2495"/>
                  </a:cubicBezTo>
                  <a:cubicBezTo>
                    <a:pt x="13480" y="2522"/>
                    <a:pt x="13523" y="2566"/>
                    <a:pt x="13544" y="2566"/>
                  </a:cubicBezTo>
                  <a:cubicBezTo>
                    <a:pt x="13593" y="2566"/>
                    <a:pt x="13615" y="2522"/>
                    <a:pt x="13615" y="2495"/>
                  </a:cubicBezTo>
                  <a:cubicBezTo>
                    <a:pt x="13615" y="2452"/>
                    <a:pt x="13593" y="2431"/>
                    <a:pt x="13544" y="2431"/>
                  </a:cubicBezTo>
                  <a:close/>
                  <a:moveTo>
                    <a:pt x="13544" y="2701"/>
                  </a:moveTo>
                  <a:cubicBezTo>
                    <a:pt x="13523" y="2701"/>
                    <a:pt x="13480" y="2722"/>
                    <a:pt x="13480" y="2765"/>
                  </a:cubicBezTo>
                  <a:cubicBezTo>
                    <a:pt x="13480" y="2792"/>
                    <a:pt x="13523" y="2836"/>
                    <a:pt x="13544" y="2836"/>
                  </a:cubicBezTo>
                  <a:cubicBezTo>
                    <a:pt x="13593" y="2836"/>
                    <a:pt x="13615" y="2792"/>
                    <a:pt x="13615" y="2765"/>
                  </a:cubicBezTo>
                  <a:cubicBezTo>
                    <a:pt x="13615" y="2722"/>
                    <a:pt x="13593" y="2701"/>
                    <a:pt x="13544" y="2701"/>
                  </a:cubicBezTo>
                  <a:close/>
                  <a:moveTo>
                    <a:pt x="13544" y="2971"/>
                  </a:moveTo>
                  <a:cubicBezTo>
                    <a:pt x="13523" y="2971"/>
                    <a:pt x="13480" y="2992"/>
                    <a:pt x="13480" y="3035"/>
                  </a:cubicBezTo>
                  <a:cubicBezTo>
                    <a:pt x="13480" y="3062"/>
                    <a:pt x="13523" y="3106"/>
                    <a:pt x="13544" y="3106"/>
                  </a:cubicBezTo>
                  <a:cubicBezTo>
                    <a:pt x="13593" y="3106"/>
                    <a:pt x="13615" y="3062"/>
                    <a:pt x="13615" y="3035"/>
                  </a:cubicBezTo>
                  <a:cubicBezTo>
                    <a:pt x="13615" y="2992"/>
                    <a:pt x="13593" y="2971"/>
                    <a:pt x="13544" y="2971"/>
                  </a:cubicBezTo>
                  <a:close/>
                  <a:moveTo>
                    <a:pt x="13544" y="3241"/>
                  </a:moveTo>
                  <a:cubicBezTo>
                    <a:pt x="13523" y="3241"/>
                    <a:pt x="13480" y="3262"/>
                    <a:pt x="13480" y="3305"/>
                  </a:cubicBezTo>
                  <a:cubicBezTo>
                    <a:pt x="13480" y="3332"/>
                    <a:pt x="13523" y="3376"/>
                    <a:pt x="13544" y="3376"/>
                  </a:cubicBezTo>
                  <a:cubicBezTo>
                    <a:pt x="13593" y="3376"/>
                    <a:pt x="13615" y="3332"/>
                    <a:pt x="13615" y="3305"/>
                  </a:cubicBezTo>
                  <a:cubicBezTo>
                    <a:pt x="13615" y="3262"/>
                    <a:pt x="13593" y="3241"/>
                    <a:pt x="13544" y="3241"/>
                  </a:cubicBezTo>
                  <a:close/>
                  <a:moveTo>
                    <a:pt x="13544" y="3511"/>
                  </a:moveTo>
                  <a:cubicBezTo>
                    <a:pt x="13523" y="3511"/>
                    <a:pt x="13480" y="3532"/>
                    <a:pt x="13480" y="3575"/>
                  </a:cubicBezTo>
                  <a:cubicBezTo>
                    <a:pt x="13480" y="3602"/>
                    <a:pt x="13523" y="3646"/>
                    <a:pt x="13544" y="3646"/>
                  </a:cubicBezTo>
                  <a:cubicBezTo>
                    <a:pt x="13593" y="3646"/>
                    <a:pt x="13615" y="3602"/>
                    <a:pt x="13615" y="3575"/>
                  </a:cubicBezTo>
                  <a:cubicBezTo>
                    <a:pt x="13615" y="3532"/>
                    <a:pt x="13593" y="3511"/>
                    <a:pt x="13544" y="3511"/>
                  </a:cubicBezTo>
                  <a:close/>
                  <a:moveTo>
                    <a:pt x="13544" y="3781"/>
                  </a:moveTo>
                  <a:cubicBezTo>
                    <a:pt x="13523" y="3781"/>
                    <a:pt x="13480" y="3802"/>
                    <a:pt x="13480" y="3845"/>
                  </a:cubicBezTo>
                  <a:cubicBezTo>
                    <a:pt x="13480" y="3872"/>
                    <a:pt x="13523" y="3916"/>
                    <a:pt x="13544" y="3916"/>
                  </a:cubicBezTo>
                  <a:cubicBezTo>
                    <a:pt x="13593" y="3916"/>
                    <a:pt x="13615" y="3872"/>
                    <a:pt x="13615" y="3845"/>
                  </a:cubicBezTo>
                  <a:cubicBezTo>
                    <a:pt x="13615" y="3802"/>
                    <a:pt x="13593" y="3781"/>
                    <a:pt x="13544" y="3781"/>
                  </a:cubicBezTo>
                  <a:close/>
                  <a:moveTo>
                    <a:pt x="13544" y="4051"/>
                  </a:moveTo>
                  <a:cubicBezTo>
                    <a:pt x="13523" y="4051"/>
                    <a:pt x="13480" y="4072"/>
                    <a:pt x="13480" y="4115"/>
                  </a:cubicBezTo>
                  <a:cubicBezTo>
                    <a:pt x="13480" y="4142"/>
                    <a:pt x="13523" y="4186"/>
                    <a:pt x="13544" y="4186"/>
                  </a:cubicBezTo>
                  <a:cubicBezTo>
                    <a:pt x="13593" y="4186"/>
                    <a:pt x="13615" y="4142"/>
                    <a:pt x="13615" y="4115"/>
                  </a:cubicBezTo>
                  <a:cubicBezTo>
                    <a:pt x="13615" y="4072"/>
                    <a:pt x="13593" y="4051"/>
                    <a:pt x="13544" y="4051"/>
                  </a:cubicBezTo>
                  <a:close/>
                  <a:moveTo>
                    <a:pt x="13544" y="4321"/>
                  </a:moveTo>
                  <a:cubicBezTo>
                    <a:pt x="13523" y="4321"/>
                    <a:pt x="13480" y="4342"/>
                    <a:pt x="13480" y="4385"/>
                  </a:cubicBezTo>
                  <a:cubicBezTo>
                    <a:pt x="13480" y="4412"/>
                    <a:pt x="13523" y="4456"/>
                    <a:pt x="13544" y="4456"/>
                  </a:cubicBezTo>
                  <a:cubicBezTo>
                    <a:pt x="13593" y="4456"/>
                    <a:pt x="13615" y="4412"/>
                    <a:pt x="13615" y="4385"/>
                  </a:cubicBezTo>
                  <a:cubicBezTo>
                    <a:pt x="13615" y="4342"/>
                    <a:pt x="13593" y="4321"/>
                    <a:pt x="13544" y="4321"/>
                  </a:cubicBezTo>
                  <a:close/>
                  <a:moveTo>
                    <a:pt x="13544" y="4591"/>
                  </a:moveTo>
                  <a:cubicBezTo>
                    <a:pt x="13523" y="4591"/>
                    <a:pt x="13480" y="4612"/>
                    <a:pt x="13480" y="4655"/>
                  </a:cubicBezTo>
                  <a:cubicBezTo>
                    <a:pt x="13480" y="4682"/>
                    <a:pt x="13523" y="4726"/>
                    <a:pt x="13544" y="4726"/>
                  </a:cubicBezTo>
                  <a:cubicBezTo>
                    <a:pt x="13593" y="4726"/>
                    <a:pt x="13615" y="4682"/>
                    <a:pt x="13615" y="4655"/>
                  </a:cubicBezTo>
                  <a:cubicBezTo>
                    <a:pt x="13615" y="4612"/>
                    <a:pt x="13593" y="4591"/>
                    <a:pt x="13544" y="4591"/>
                  </a:cubicBezTo>
                  <a:close/>
                  <a:moveTo>
                    <a:pt x="13544" y="4861"/>
                  </a:moveTo>
                  <a:cubicBezTo>
                    <a:pt x="13523" y="4861"/>
                    <a:pt x="13480" y="4882"/>
                    <a:pt x="13480" y="4925"/>
                  </a:cubicBezTo>
                  <a:cubicBezTo>
                    <a:pt x="13480" y="4952"/>
                    <a:pt x="13523" y="4996"/>
                    <a:pt x="13544" y="4996"/>
                  </a:cubicBezTo>
                  <a:cubicBezTo>
                    <a:pt x="13593" y="4996"/>
                    <a:pt x="13615" y="4952"/>
                    <a:pt x="13615" y="4925"/>
                  </a:cubicBezTo>
                  <a:cubicBezTo>
                    <a:pt x="13615" y="4882"/>
                    <a:pt x="13593" y="4861"/>
                    <a:pt x="13544" y="4861"/>
                  </a:cubicBezTo>
                  <a:close/>
                  <a:moveTo>
                    <a:pt x="13544" y="5131"/>
                  </a:moveTo>
                  <a:cubicBezTo>
                    <a:pt x="13523" y="5131"/>
                    <a:pt x="13480" y="5152"/>
                    <a:pt x="13480" y="5195"/>
                  </a:cubicBezTo>
                  <a:cubicBezTo>
                    <a:pt x="13480" y="5222"/>
                    <a:pt x="13523" y="5266"/>
                    <a:pt x="13544" y="5266"/>
                  </a:cubicBezTo>
                  <a:cubicBezTo>
                    <a:pt x="13593" y="5266"/>
                    <a:pt x="13615" y="5222"/>
                    <a:pt x="13615" y="5195"/>
                  </a:cubicBezTo>
                  <a:cubicBezTo>
                    <a:pt x="13615" y="5152"/>
                    <a:pt x="13593" y="5131"/>
                    <a:pt x="13544" y="5131"/>
                  </a:cubicBezTo>
                  <a:close/>
                  <a:moveTo>
                    <a:pt x="13544" y="5401"/>
                  </a:moveTo>
                  <a:cubicBezTo>
                    <a:pt x="13523" y="5401"/>
                    <a:pt x="13480" y="5422"/>
                    <a:pt x="13480" y="5465"/>
                  </a:cubicBezTo>
                  <a:cubicBezTo>
                    <a:pt x="13480" y="5492"/>
                    <a:pt x="13523" y="5536"/>
                    <a:pt x="13544" y="5536"/>
                  </a:cubicBezTo>
                  <a:cubicBezTo>
                    <a:pt x="13593" y="5536"/>
                    <a:pt x="13615" y="5492"/>
                    <a:pt x="13615" y="5465"/>
                  </a:cubicBezTo>
                  <a:cubicBezTo>
                    <a:pt x="13615" y="5422"/>
                    <a:pt x="13593" y="5401"/>
                    <a:pt x="13544" y="5401"/>
                  </a:cubicBezTo>
                  <a:close/>
                  <a:moveTo>
                    <a:pt x="13544" y="5671"/>
                  </a:moveTo>
                  <a:cubicBezTo>
                    <a:pt x="13523" y="5671"/>
                    <a:pt x="13480" y="5692"/>
                    <a:pt x="13480" y="5735"/>
                  </a:cubicBezTo>
                  <a:cubicBezTo>
                    <a:pt x="13480" y="5762"/>
                    <a:pt x="13523" y="5806"/>
                    <a:pt x="13544" y="5806"/>
                  </a:cubicBezTo>
                  <a:cubicBezTo>
                    <a:pt x="13593" y="5806"/>
                    <a:pt x="13615" y="5762"/>
                    <a:pt x="13615" y="5735"/>
                  </a:cubicBezTo>
                  <a:cubicBezTo>
                    <a:pt x="13615" y="5692"/>
                    <a:pt x="13593" y="5671"/>
                    <a:pt x="13544" y="5671"/>
                  </a:cubicBezTo>
                  <a:close/>
                  <a:moveTo>
                    <a:pt x="13544" y="5941"/>
                  </a:moveTo>
                  <a:cubicBezTo>
                    <a:pt x="13523" y="5941"/>
                    <a:pt x="13480" y="5962"/>
                    <a:pt x="13480" y="6005"/>
                  </a:cubicBezTo>
                  <a:cubicBezTo>
                    <a:pt x="13480" y="6032"/>
                    <a:pt x="13523" y="6076"/>
                    <a:pt x="13544" y="6076"/>
                  </a:cubicBezTo>
                  <a:cubicBezTo>
                    <a:pt x="13593" y="6076"/>
                    <a:pt x="13615" y="6032"/>
                    <a:pt x="13615" y="6005"/>
                  </a:cubicBezTo>
                  <a:cubicBezTo>
                    <a:pt x="13615" y="5962"/>
                    <a:pt x="13593" y="5941"/>
                    <a:pt x="13544" y="5941"/>
                  </a:cubicBezTo>
                  <a:close/>
                  <a:moveTo>
                    <a:pt x="13544" y="6211"/>
                  </a:moveTo>
                  <a:cubicBezTo>
                    <a:pt x="13523" y="6211"/>
                    <a:pt x="13480" y="6232"/>
                    <a:pt x="13480" y="6275"/>
                  </a:cubicBezTo>
                  <a:cubicBezTo>
                    <a:pt x="13480" y="6302"/>
                    <a:pt x="13523" y="6346"/>
                    <a:pt x="13544" y="6346"/>
                  </a:cubicBezTo>
                  <a:cubicBezTo>
                    <a:pt x="13593" y="6346"/>
                    <a:pt x="13615" y="6302"/>
                    <a:pt x="13615" y="6275"/>
                  </a:cubicBezTo>
                  <a:cubicBezTo>
                    <a:pt x="13615" y="6232"/>
                    <a:pt x="13593" y="6211"/>
                    <a:pt x="13544" y="6211"/>
                  </a:cubicBezTo>
                  <a:close/>
                  <a:moveTo>
                    <a:pt x="13544" y="6481"/>
                  </a:moveTo>
                  <a:cubicBezTo>
                    <a:pt x="13523" y="6481"/>
                    <a:pt x="13480" y="6502"/>
                    <a:pt x="13480" y="6545"/>
                  </a:cubicBezTo>
                  <a:cubicBezTo>
                    <a:pt x="13480" y="6572"/>
                    <a:pt x="13523" y="6616"/>
                    <a:pt x="13544" y="6616"/>
                  </a:cubicBezTo>
                  <a:cubicBezTo>
                    <a:pt x="13593" y="6616"/>
                    <a:pt x="13615" y="6572"/>
                    <a:pt x="13615" y="6545"/>
                  </a:cubicBezTo>
                  <a:cubicBezTo>
                    <a:pt x="13615" y="6502"/>
                    <a:pt x="13593" y="6481"/>
                    <a:pt x="13544" y="6481"/>
                  </a:cubicBezTo>
                  <a:close/>
                  <a:moveTo>
                    <a:pt x="13544" y="6751"/>
                  </a:moveTo>
                  <a:cubicBezTo>
                    <a:pt x="13523" y="6751"/>
                    <a:pt x="13480" y="6772"/>
                    <a:pt x="13480" y="6815"/>
                  </a:cubicBezTo>
                  <a:cubicBezTo>
                    <a:pt x="13480" y="6842"/>
                    <a:pt x="13523" y="6886"/>
                    <a:pt x="13544" y="6886"/>
                  </a:cubicBezTo>
                  <a:cubicBezTo>
                    <a:pt x="13593" y="6886"/>
                    <a:pt x="13615" y="6842"/>
                    <a:pt x="13615" y="6815"/>
                  </a:cubicBezTo>
                  <a:cubicBezTo>
                    <a:pt x="13615" y="6772"/>
                    <a:pt x="13593" y="6751"/>
                    <a:pt x="13544" y="6751"/>
                  </a:cubicBezTo>
                  <a:close/>
                  <a:moveTo>
                    <a:pt x="13544" y="7021"/>
                  </a:moveTo>
                  <a:cubicBezTo>
                    <a:pt x="13523" y="7021"/>
                    <a:pt x="13480" y="7042"/>
                    <a:pt x="13480" y="7085"/>
                  </a:cubicBezTo>
                  <a:cubicBezTo>
                    <a:pt x="13480" y="7112"/>
                    <a:pt x="13523" y="7156"/>
                    <a:pt x="13544" y="7156"/>
                  </a:cubicBezTo>
                  <a:cubicBezTo>
                    <a:pt x="13593" y="7156"/>
                    <a:pt x="13615" y="7112"/>
                    <a:pt x="13615" y="7085"/>
                  </a:cubicBezTo>
                  <a:cubicBezTo>
                    <a:pt x="13615" y="7042"/>
                    <a:pt x="13593" y="7021"/>
                    <a:pt x="13544" y="7021"/>
                  </a:cubicBezTo>
                  <a:close/>
                  <a:moveTo>
                    <a:pt x="13544" y="7291"/>
                  </a:moveTo>
                  <a:cubicBezTo>
                    <a:pt x="13523" y="7291"/>
                    <a:pt x="13480" y="7312"/>
                    <a:pt x="13480" y="7356"/>
                  </a:cubicBezTo>
                  <a:cubicBezTo>
                    <a:pt x="13480" y="7383"/>
                    <a:pt x="13523" y="7426"/>
                    <a:pt x="13544" y="7426"/>
                  </a:cubicBezTo>
                  <a:cubicBezTo>
                    <a:pt x="13593" y="7426"/>
                    <a:pt x="13615" y="7383"/>
                    <a:pt x="13615" y="7356"/>
                  </a:cubicBezTo>
                  <a:cubicBezTo>
                    <a:pt x="13615" y="7312"/>
                    <a:pt x="13593" y="7291"/>
                    <a:pt x="13544" y="7291"/>
                  </a:cubicBezTo>
                  <a:close/>
                  <a:moveTo>
                    <a:pt x="13544" y="7561"/>
                  </a:moveTo>
                  <a:cubicBezTo>
                    <a:pt x="13523" y="7561"/>
                    <a:pt x="13480" y="7582"/>
                    <a:pt x="13480" y="7626"/>
                  </a:cubicBezTo>
                  <a:cubicBezTo>
                    <a:pt x="13480" y="7653"/>
                    <a:pt x="13523" y="7696"/>
                    <a:pt x="13544" y="7696"/>
                  </a:cubicBezTo>
                  <a:cubicBezTo>
                    <a:pt x="13593" y="7696"/>
                    <a:pt x="13615" y="7653"/>
                    <a:pt x="13615" y="7626"/>
                  </a:cubicBezTo>
                  <a:cubicBezTo>
                    <a:pt x="13615" y="7582"/>
                    <a:pt x="13593" y="7561"/>
                    <a:pt x="13544" y="7561"/>
                  </a:cubicBezTo>
                  <a:close/>
                  <a:moveTo>
                    <a:pt x="13544" y="7831"/>
                  </a:moveTo>
                  <a:cubicBezTo>
                    <a:pt x="13523" y="7831"/>
                    <a:pt x="13480" y="7852"/>
                    <a:pt x="13480" y="7896"/>
                  </a:cubicBezTo>
                  <a:cubicBezTo>
                    <a:pt x="13480" y="7923"/>
                    <a:pt x="13523" y="7966"/>
                    <a:pt x="13544" y="7966"/>
                  </a:cubicBezTo>
                  <a:cubicBezTo>
                    <a:pt x="13593" y="7966"/>
                    <a:pt x="13615" y="7923"/>
                    <a:pt x="13615" y="7896"/>
                  </a:cubicBezTo>
                  <a:cubicBezTo>
                    <a:pt x="13615" y="7852"/>
                    <a:pt x="13593" y="7831"/>
                    <a:pt x="13544" y="7831"/>
                  </a:cubicBezTo>
                  <a:close/>
                  <a:moveTo>
                    <a:pt x="13544" y="8101"/>
                  </a:moveTo>
                  <a:cubicBezTo>
                    <a:pt x="13523" y="8101"/>
                    <a:pt x="13480" y="8122"/>
                    <a:pt x="13480" y="8166"/>
                  </a:cubicBezTo>
                  <a:cubicBezTo>
                    <a:pt x="13480" y="8193"/>
                    <a:pt x="13523" y="8236"/>
                    <a:pt x="13544" y="8236"/>
                  </a:cubicBezTo>
                  <a:cubicBezTo>
                    <a:pt x="13593" y="8236"/>
                    <a:pt x="13615" y="8193"/>
                    <a:pt x="13615" y="8166"/>
                  </a:cubicBezTo>
                  <a:cubicBezTo>
                    <a:pt x="13615" y="8122"/>
                    <a:pt x="13593" y="8101"/>
                    <a:pt x="13544" y="8101"/>
                  </a:cubicBezTo>
                  <a:close/>
                  <a:moveTo>
                    <a:pt x="13544" y="8371"/>
                  </a:moveTo>
                  <a:cubicBezTo>
                    <a:pt x="13523" y="8371"/>
                    <a:pt x="13480" y="8392"/>
                    <a:pt x="13480" y="8436"/>
                  </a:cubicBezTo>
                  <a:cubicBezTo>
                    <a:pt x="13480" y="8463"/>
                    <a:pt x="13523" y="8506"/>
                    <a:pt x="13544" y="8506"/>
                  </a:cubicBezTo>
                  <a:cubicBezTo>
                    <a:pt x="13593" y="8506"/>
                    <a:pt x="13615" y="8463"/>
                    <a:pt x="13615" y="8436"/>
                  </a:cubicBezTo>
                  <a:cubicBezTo>
                    <a:pt x="13615" y="8392"/>
                    <a:pt x="13593" y="8371"/>
                    <a:pt x="13544" y="8371"/>
                  </a:cubicBezTo>
                  <a:close/>
                  <a:moveTo>
                    <a:pt x="13544" y="8641"/>
                  </a:moveTo>
                  <a:cubicBezTo>
                    <a:pt x="13523" y="8641"/>
                    <a:pt x="13480" y="8662"/>
                    <a:pt x="13480" y="8706"/>
                  </a:cubicBezTo>
                  <a:cubicBezTo>
                    <a:pt x="13480" y="8733"/>
                    <a:pt x="13523" y="8776"/>
                    <a:pt x="13544" y="8776"/>
                  </a:cubicBezTo>
                  <a:cubicBezTo>
                    <a:pt x="13593" y="8776"/>
                    <a:pt x="13615" y="8733"/>
                    <a:pt x="13615" y="8706"/>
                  </a:cubicBezTo>
                  <a:cubicBezTo>
                    <a:pt x="13615" y="8662"/>
                    <a:pt x="13593" y="8641"/>
                    <a:pt x="13544" y="8641"/>
                  </a:cubicBezTo>
                  <a:close/>
                  <a:moveTo>
                    <a:pt x="13544" y="8911"/>
                  </a:moveTo>
                  <a:cubicBezTo>
                    <a:pt x="13523" y="8911"/>
                    <a:pt x="13480" y="8932"/>
                    <a:pt x="13480" y="8976"/>
                  </a:cubicBezTo>
                  <a:cubicBezTo>
                    <a:pt x="13480" y="9003"/>
                    <a:pt x="13523" y="9046"/>
                    <a:pt x="13544" y="9046"/>
                  </a:cubicBezTo>
                  <a:cubicBezTo>
                    <a:pt x="13593" y="9046"/>
                    <a:pt x="13615" y="9003"/>
                    <a:pt x="13615" y="8976"/>
                  </a:cubicBezTo>
                  <a:cubicBezTo>
                    <a:pt x="13615" y="8932"/>
                    <a:pt x="13593" y="8911"/>
                    <a:pt x="13544" y="8911"/>
                  </a:cubicBezTo>
                  <a:close/>
                  <a:moveTo>
                    <a:pt x="13544" y="9181"/>
                  </a:moveTo>
                  <a:cubicBezTo>
                    <a:pt x="13523" y="9181"/>
                    <a:pt x="13480" y="9202"/>
                    <a:pt x="13480" y="9246"/>
                  </a:cubicBezTo>
                  <a:cubicBezTo>
                    <a:pt x="13480" y="9273"/>
                    <a:pt x="13523" y="9316"/>
                    <a:pt x="13544" y="9316"/>
                  </a:cubicBezTo>
                  <a:cubicBezTo>
                    <a:pt x="13593" y="9316"/>
                    <a:pt x="13615" y="9273"/>
                    <a:pt x="13615" y="9246"/>
                  </a:cubicBezTo>
                  <a:cubicBezTo>
                    <a:pt x="13615" y="9202"/>
                    <a:pt x="13593" y="9181"/>
                    <a:pt x="13544" y="9181"/>
                  </a:cubicBezTo>
                  <a:close/>
                  <a:moveTo>
                    <a:pt x="13544" y="9451"/>
                  </a:moveTo>
                  <a:cubicBezTo>
                    <a:pt x="13523" y="9451"/>
                    <a:pt x="13480" y="9472"/>
                    <a:pt x="13480" y="9516"/>
                  </a:cubicBezTo>
                  <a:cubicBezTo>
                    <a:pt x="13480" y="9543"/>
                    <a:pt x="13523" y="9586"/>
                    <a:pt x="13544" y="9586"/>
                  </a:cubicBezTo>
                  <a:cubicBezTo>
                    <a:pt x="13593" y="9586"/>
                    <a:pt x="13615" y="9543"/>
                    <a:pt x="13615" y="9516"/>
                  </a:cubicBezTo>
                  <a:cubicBezTo>
                    <a:pt x="13615" y="9472"/>
                    <a:pt x="13593" y="9451"/>
                    <a:pt x="13544" y="9451"/>
                  </a:cubicBezTo>
                  <a:close/>
                  <a:moveTo>
                    <a:pt x="13544" y="9721"/>
                  </a:moveTo>
                  <a:cubicBezTo>
                    <a:pt x="13523" y="9721"/>
                    <a:pt x="13480" y="9742"/>
                    <a:pt x="13480" y="9786"/>
                  </a:cubicBezTo>
                  <a:cubicBezTo>
                    <a:pt x="13480" y="9813"/>
                    <a:pt x="13523" y="9856"/>
                    <a:pt x="13544" y="9856"/>
                  </a:cubicBezTo>
                  <a:cubicBezTo>
                    <a:pt x="13593" y="9856"/>
                    <a:pt x="13615" y="9813"/>
                    <a:pt x="13615" y="9786"/>
                  </a:cubicBezTo>
                  <a:cubicBezTo>
                    <a:pt x="13615" y="9742"/>
                    <a:pt x="13593" y="9721"/>
                    <a:pt x="13544" y="9721"/>
                  </a:cubicBezTo>
                  <a:close/>
                  <a:moveTo>
                    <a:pt x="13544" y="9991"/>
                  </a:moveTo>
                  <a:cubicBezTo>
                    <a:pt x="13523" y="9991"/>
                    <a:pt x="13480" y="10012"/>
                    <a:pt x="13480" y="10056"/>
                  </a:cubicBezTo>
                  <a:cubicBezTo>
                    <a:pt x="13480" y="10083"/>
                    <a:pt x="13523" y="10126"/>
                    <a:pt x="13544" y="10126"/>
                  </a:cubicBezTo>
                  <a:cubicBezTo>
                    <a:pt x="13593" y="10126"/>
                    <a:pt x="13615" y="10083"/>
                    <a:pt x="13615" y="10056"/>
                  </a:cubicBezTo>
                  <a:cubicBezTo>
                    <a:pt x="13615" y="10012"/>
                    <a:pt x="13593" y="9991"/>
                    <a:pt x="13544" y="9991"/>
                  </a:cubicBezTo>
                  <a:close/>
                  <a:moveTo>
                    <a:pt x="13544" y="10261"/>
                  </a:moveTo>
                  <a:cubicBezTo>
                    <a:pt x="13523" y="10261"/>
                    <a:pt x="13480" y="10282"/>
                    <a:pt x="13480" y="10326"/>
                  </a:cubicBezTo>
                  <a:cubicBezTo>
                    <a:pt x="13480" y="10353"/>
                    <a:pt x="13523" y="10396"/>
                    <a:pt x="13544" y="10396"/>
                  </a:cubicBezTo>
                  <a:cubicBezTo>
                    <a:pt x="13593" y="10396"/>
                    <a:pt x="13615" y="10353"/>
                    <a:pt x="13615" y="10326"/>
                  </a:cubicBezTo>
                  <a:cubicBezTo>
                    <a:pt x="13615" y="10282"/>
                    <a:pt x="13593" y="10261"/>
                    <a:pt x="13544" y="10261"/>
                  </a:cubicBezTo>
                  <a:close/>
                  <a:moveTo>
                    <a:pt x="13544" y="10531"/>
                  </a:moveTo>
                  <a:cubicBezTo>
                    <a:pt x="13523" y="10531"/>
                    <a:pt x="13480" y="10552"/>
                    <a:pt x="13480" y="10596"/>
                  </a:cubicBezTo>
                  <a:cubicBezTo>
                    <a:pt x="13480" y="10623"/>
                    <a:pt x="13523" y="10666"/>
                    <a:pt x="13544" y="10666"/>
                  </a:cubicBezTo>
                  <a:cubicBezTo>
                    <a:pt x="13593" y="10666"/>
                    <a:pt x="13615" y="10623"/>
                    <a:pt x="13615" y="10596"/>
                  </a:cubicBezTo>
                  <a:cubicBezTo>
                    <a:pt x="13615" y="10552"/>
                    <a:pt x="13593" y="10531"/>
                    <a:pt x="13544" y="10531"/>
                  </a:cubicBezTo>
                  <a:close/>
                  <a:moveTo>
                    <a:pt x="13544" y="10801"/>
                  </a:moveTo>
                  <a:cubicBezTo>
                    <a:pt x="13523" y="10801"/>
                    <a:pt x="13480" y="10822"/>
                    <a:pt x="13480" y="10866"/>
                  </a:cubicBezTo>
                  <a:cubicBezTo>
                    <a:pt x="13480" y="10893"/>
                    <a:pt x="13523" y="10936"/>
                    <a:pt x="13544" y="10936"/>
                  </a:cubicBezTo>
                  <a:cubicBezTo>
                    <a:pt x="13593" y="10936"/>
                    <a:pt x="13615" y="10893"/>
                    <a:pt x="13615" y="10866"/>
                  </a:cubicBezTo>
                  <a:cubicBezTo>
                    <a:pt x="13615" y="10822"/>
                    <a:pt x="13593" y="10801"/>
                    <a:pt x="13544" y="10801"/>
                  </a:cubicBezTo>
                  <a:close/>
                  <a:moveTo>
                    <a:pt x="13544" y="11071"/>
                  </a:moveTo>
                  <a:cubicBezTo>
                    <a:pt x="13523" y="11071"/>
                    <a:pt x="13480" y="11092"/>
                    <a:pt x="13480" y="11136"/>
                  </a:cubicBezTo>
                  <a:cubicBezTo>
                    <a:pt x="13480" y="11163"/>
                    <a:pt x="13523" y="11206"/>
                    <a:pt x="13544" y="11206"/>
                  </a:cubicBezTo>
                  <a:cubicBezTo>
                    <a:pt x="13593" y="11206"/>
                    <a:pt x="13615" y="11163"/>
                    <a:pt x="13615" y="11136"/>
                  </a:cubicBezTo>
                  <a:cubicBezTo>
                    <a:pt x="13615" y="11092"/>
                    <a:pt x="13593" y="11071"/>
                    <a:pt x="13544" y="11071"/>
                  </a:cubicBezTo>
                  <a:close/>
                  <a:moveTo>
                    <a:pt x="13544" y="11341"/>
                  </a:moveTo>
                  <a:cubicBezTo>
                    <a:pt x="13523" y="11341"/>
                    <a:pt x="13480" y="11362"/>
                    <a:pt x="13480" y="11406"/>
                  </a:cubicBezTo>
                  <a:cubicBezTo>
                    <a:pt x="13480" y="11433"/>
                    <a:pt x="13523" y="11476"/>
                    <a:pt x="13544" y="11476"/>
                  </a:cubicBezTo>
                  <a:cubicBezTo>
                    <a:pt x="13593" y="11476"/>
                    <a:pt x="13615" y="11433"/>
                    <a:pt x="13615" y="11406"/>
                  </a:cubicBezTo>
                  <a:cubicBezTo>
                    <a:pt x="13615" y="11362"/>
                    <a:pt x="13593" y="11341"/>
                    <a:pt x="13544" y="11341"/>
                  </a:cubicBezTo>
                  <a:close/>
                  <a:moveTo>
                    <a:pt x="13544" y="11611"/>
                  </a:moveTo>
                  <a:cubicBezTo>
                    <a:pt x="13523" y="11611"/>
                    <a:pt x="13480" y="11632"/>
                    <a:pt x="13480" y="11676"/>
                  </a:cubicBezTo>
                  <a:cubicBezTo>
                    <a:pt x="13480" y="11703"/>
                    <a:pt x="13523" y="11746"/>
                    <a:pt x="13544" y="11746"/>
                  </a:cubicBezTo>
                  <a:cubicBezTo>
                    <a:pt x="13593" y="11746"/>
                    <a:pt x="13615" y="11703"/>
                    <a:pt x="13615" y="11676"/>
                  </a:cubicBezTo>
                  <a:cubicBezTo>
                    <a:pt x="13615" y="11632"/>
                    <a:pt x="13593" y="11611"/>
                    <a:pt x="13544" y="11611"/>
                  </a:cubicBezTo>
                  <a:close/>
                  <a:moveTo>
                    <a:pt x="13544" y="11881"/>
                  </a:moveTo>
                  <a:cubicBezTo>
                    <a:pt x="13523" y="11881"/>
                    <a:pt x="13480" y="11902"/>
                    <a:pt x="13480" y="11946"/>
                  </a:cubicBezTo>
                  <a:cubicBezTo>
                    <a:pt x="13480" y="11973"/>
                    <a:pt x="13523" y="12016"/>
                    <a:pt x="13544" y="12016"/>
                  </a:cubicBezTo>
                  <a:cubicBezTo>
                    <a:pt x="13593" y="12016"/>
                    <a:pt x="13615" y="11973"/>
                    <a:pt x="13615" y="11946"/>
                  </a:cubicBezTo>
                  <a:cubicBezTo>
                    <a:pt x="13615" y="11902"/>
                    <a:pt x="13593" y="11881"/>
                    <a:pt x="13544" y="11881"/>
                  </a:cubicBezTo>
                  <a:close/>
                  <a:moveTo>
                    <a:pt x="13544" y="12151"/>
                  </a:moveTo>
                  <a:cubicBezTo>
                    <a:pt x="13523" y="12151"/>
                    <a:pt x="13480" y="12173"/>
                    <a:pt x="13480" y="12216"/>
                  </a:cubicBezTo>
                  <a:cubicBezTo>
                    <a:pt x="13480" y="12243"/>
                    <a:pt x="13523" y="12286"/>
                    <a:pt x="13544" y="12286"/>
                  </a:cubicBezTo>
                  <a:cubicBezTo>
                    <a:pt x="13593" y="12286"/>
                    <a:pt x="13615" y="12243"/>
                    <a:pt x="13615" y="12216"/>
                  </a:cubicBezTo>
                  <a:cubicBezTo>
                    <a:pt x="13615" y="12173"/>
                    <a:pt x="13593" y="12151"/>
                    <a:pt x="13544" y="12151"/>
                  </a:cubicBezTo>
                  <a:close/>
                  <a:moveTo>
                    <a:pt x="13544" y="12421"/>
                  </a:moveTo>
                  <a:cubicBezTo>
                    <a:pt x="13523" y="12421"/>
                    <a:pt x="13480" y="12443"/>
                    <a:pt x="13480" y="12486"/>
                  </a:cubicBezTo>
                  <a:cubicBezTo>
                    <a:pt x="13480" y="12513"/>
                    <a:pt x="13523" y="12556"/>
                    <a:pt x="13544" y="12556"/>
                  </a:cubicBezTo>
                  <a:cubicBezTo>
                    <a:pt x="13593" y="12556"/>
                    <a:pt x="13615" y="12513"/>
                    <a:pt x="13615" y="12486"/>
                  </a:cubicBezTo>
                  <a:cubicBezTo>
                    <a:pt x="13615" y="12443"/>
                    <a:pt x="13593" y="12421"/>
                    <a:pt x="13544" y="12421"/>
                  </a:cubicBezTo>
                  <a:close/>
                  <a:moveTo>
                    <a:pt x="13544" y="12691"/>
                  </a:moveTo>
                  <a:cubicBezTo>
                    <a:pt x="13523" y="12691"/>
                    <a:pt x="13480" y="12713"/>
                    <a:pt x="13480" y="12756"/>
                  </a:cubicBezTo>
                  <a:cubicBezTo>
                    <a:pt x="13480" y="12783"/>
                    <a:pt x="13523" y="12826"/>
                    <a:pt x="13544" y="12826"/>
                  </a:cubicBezTo>
                  <a:cubicBezTo>
                    <a:pt x="13593" y="12826"/>
                    <a:pt x="13615" y="12783"/>
                    <a:pt x="13615" y="12756"/>
                  </a:cubicBezTo>
                  <a:cubicBezTo>
                    <a:pt x="13615" y="12713"/>
                    <a:pt x="13593" y="12691"/>
                    <a:pt x="13544" y="12691"/>
                  </a:cubicBezTo>
                  <a:close/>
                  <a:moveTo>
                    <a:pt x="13544" y="12961"/>
                  </a:moveTo>
                  <a:cubicBezTo>
                    <a:pt x="13523" y="12961"/>
                    <a:pt x="13480" y="12983"/>
                    <a:pt x="13480" y="13026"/>
                  </a:cubicBezTo>
                  <a:cubicBezTo>
                    <a:pt x="13480" y="13053"/>
                    <a:pt x="13523" y="13096"/>
                    <a:pt x="13544" y="13096"/>
                  </a:cubicBezTo>
                  <a:cubicBezTo>
                    <a:pt x="13593" y="13096"/>
                    <a:pt x="13615" y="13053"/>
                    <a:pt x="13615" y="13026"/>
                  </a:cubicBezTo>
                  <a:cubicBezTo>
                    <a:pt x="13615" y="12983"/>
                    <a:pt x="13593" y="12961"/>
                    <a:pt x="13544" y="12961"/>
                  </a:cubicBezTo>
                  <a:close/>
                  <a:moveTo>
                    <a:pt x="13544" y="13231"/>
                  </a:moveTo>
                  <a:cubicBezTo>
                    <a:pt x="13523" y="13231"/>
                    <a:pt x="13480" y="13253"/>
                    <a:pt x="13480" y="13296"/>
                  </a:cubicBezTo>
                  <a:cubicBezTo>
                    <a:pt x="13480" y="13323"/>
                    <a:pt x="13523" y="13366"/>
                    <a:pt x="13544" y="13366"/>
                  </a:cubicBezTo>
                  <a:cubicBezTo>
                    <a:pt x="13593" y="13366"/>
                    <a:pt x="13615" y="13323"/>
                    <a:pt x="13615" y="13296"/>
                  </a:cubicBezTo>
                  <a:cubicBezTo>
                    <a:pt x="13615" y="13253"/>
                    <a:pt x="13593" y="13231"/>
                    <a:pt x="13544" y="13231"/>
                  </a:cubicBezTo>
                  <a:close/>
                  <a:moveTo>
                    <a:pt x="13544" y="13501"/>
                  </a:moveTo>
                  <a:cubicBezTo>
                    <a:pt x="13523" y="13501"/>
                    <a:pt x="13480" y="13523"/>
                    <a:pt x="13480" y="13566"/>
                  </a:cubicBezTo>
                  <a:cubicBezTo>
                    <a:pt x="13480" y="13593"/>
                    <a:pt x="13523" y="13636"/>
                    <a:pt x="13544" y="13636"/>
                  </a:cubicBezTo>
                  <a:cubicBezTo>
                    <a:pt x="13593" y="13636"/>
                    <a:pt x="13615" y="13593"/>
                    <a:pt x="13615" y="13566"/>
                  </a:cubicBezTo>
                  <a:cubicBezTo>
                    <a:pt x="13615" y="13523"/>
                    <a:pt x="13593" y="13501"/>
                    <a:pt x="13544" y="13501"/>
                  </a:cubicBezTo>
                  <a:close/>
                  <a:moveTo>
                    <a:pt x="13544" y="13771"/>
                  </a:moveTo>
                  <a:cubicBezTo>
                    <a:pt x="13523" y="13771"/>
                    <a:pt x="13480" y="13793"/>
                    <a:pt x="13480" y="13836"/>
                  </a:cubicBezTo>
                  <a:cubicBezTo>
                    <a:pt x="13480" y="13863"/>
                    <a:pt x="13523" y="13906"/>
                    <a:pt x="13544" y="13906"/>
                  </a:cubicBezTo>
                  <a:cubicBezTo>
                    <a:pt x="13593" y="13906"/>
                    <a:pt x="13615" y="13863"/>
                    <a:pt x="13615" y="13836"/>
                  </a:cubicBezTo>
                  <a:cubicBezTo>
                    <a:pt x="13615" y="13793"/>
                    <a:pt x="13593" y="13771"/>
                    <a:pt x="13544" y="13771"/>
                  </a:cubicBezTo>
                  <a:close/>
                  <a:moveTo>
                    <a:pt x="13544" y="14041"/>
                  </a:moveTo>
                  <a:cubicBezTo>
                    <a:pt x="13523" y="14041"/>
                    <a:pt x="13480" y="14063"/>
                    <a:pt x="13480" y="14106"/>
                  </a:cubicBezTo>
                  <a:cubicBezTo>
                    <a:pt x="13480" y="14133"/>
                    <a:pt x="13523" y="14176"/>
                    <a:pt x="13544" y="14176"/>
                  </a:cubicBezTo>
                  <a:cubicBezTo>
                    <a:pt x="13593" y="14176"/>
                    <a:pt x="13615" y="14133"/>
                    <a:pt x="13615" y="14106"/>
                  </a:cubicBezTo>
                  <a:cubicBezTo>
                    <a:pt x="13615" y="14063"/>
                    <a:pt x="13593" y="14041"/>
                    <a:pt x="13544" y="14041"/>
                  </a:cubicBezTo>
                  <a:close/>
                  <a:moveTo>
                    <a:pt x="13544" y="14311"/>
                  </a:moveTo>
                  <a:cubicBezTo>
                    <a:pt x="13523" y="14311"/>
                    <a:pt x="13480" y="14333"/>
                    <a:pt x="13480" y="14376"/>
                  </a:cubicBezTo>
                  <a:cubicBezTo>
                    <a:pt x="13480" y="14403"/>
                    <a:pt x="13523" y="14446"/>
                    <a:pt x="13544" y="14446"/>
                  </a:cubicBezTo>
                  <a:cubicBezTo>
                    <a:pt x="13593" y="14446"/>
                    <a:pt x="13615" y="14403"/>
                    <a:pt x="13615" y="14376"/>
                  </a:cubicBezTo>
                  <a:cubicBezTo>
                    <a:pt x="13615" y="14333"/>
                    <a:pt x="13593" y="14311"/>
                    <a:pt x="13544" y="14311"/>
                  </a:cubicBezTo>
                  <a:close/>
                  <a:moveTo>
                    <a:pt x="13544" y="14581"/>
                  </a:moveTo>
                  <a:cubicBezTo>
                    <a:pt x="13523" y="14581"/>
                    <a:pt x="13480" y="14603"/>
                    <a:pt x="13480" y="14646"/>
                  </a:cubicBezTo>
                  <a:cubicBezTo>
                    <a:pt x="13480" y="14673"/>
                    <a:pt x="13523" y="14716"/>
                    <a:pt x="13544" y="14716"/>
                  </a:cubicBezTo>
                  <a:cubicBezTo>
                    <a:pt x="13593" y="14716"/>
                    <a:pt x="13615" y="14673"/>
                    <a:pt x="13615" y="14646"/>
                  </a:cubicBezTo>
                  <a:cubicBezTo>
                    <a:pt x="13615" y="14603"/>
                    <a:pt x="13593" y="14581"/>
                    <a:pt x="13544" y="14581"/>
                  </a:cubicBezTo>
                  <a:close/>
                  <a:moveTo>
                    <a:pt x="13544" y="14851"/>
                  </a:moveTo>
                  <a:cubicBezTo>
                    <a:pt x="13523" y="14851"/>
                    <a:pt x="13480" y="14873"/>
                    <a:pt x="13480" y="14916"/>
                  </a:cubicBezTo>
                  <a:cubicBezTo>
                    <a:pt x="13480" y="14943"/>
                    <a:pt x="13523" y="14986"/>
                    <a:pt x="13544" y="14986"/>
                  </a:cubicBezTo>
                  <a:cubicBezTo>
                    <a:pt x="13593" y="14986"/>
                    <a:pt x="13615" y="14943"/>
                    <a:pt x="13615" y="14916"/>
                  </a:cubicBezTo>
                  <a:cubicBezTo>
                    <a:pt x="13615" y="14873"/>
                    <a:pt x="13593" y="14851"/>
                    <a:pt x="13544" y="14851"/>
                  </a:cubicBezTo>
                  <a:close/>
                  <a:moveTo>
                    <a:pt x="13544" y="15121"/>
                  </a:moveTo>
                  <a:cubicBezTo>
                    <a:pt x="13523" y="15121"/>
                    <a:pt x="13480" y="15143"/>
                    <a:pt x="13480" y="15186"/>
                  </a:cubicBezTo>
                  <a:cubicBezTo>
                    <a:pt x="13480" y="15213"/>
                    <a:pt x="13523" y="15256"/>
                    <a:pt x="13544" y="15256"/>
                  </a:cubicBezTo>
                  <a:cubicBezTo>
                    <a:pt x="13593" y="15256"/>
                    <a:pt x="13615" y="15213"/>
                    <a:pt x="13615" y="15186"/>
                  </a:cubicBezTo>
                  <a:cubicBezTo>
                    <a:pt x="13615" y="15143"/>
                    <a:pt x="13593" y="15121"/>
                    <a:pt x="13544" y="15121"/>
                  </a:cubicBezTo>
                  <a:close/>
                  <a:moveTo>
                    <a:pt x="71" y="15143"/>
                  </a:moveTo>
                  <a:cubicBezTo>
                    <a:pt x="44" y="15143"/>
                    <a:pt x="0" y="15164"/>
                    <a:pt x="0" y="15213"/>
                  </a:cubicBezTo>
                  <a:cubicBezTo>
                    <a:pt x="0" y="15234"/>
                    <a:pt x="44" y="15278"/>
                    <a:pt x="71" y="15278"/>
                  </a:cubicBezTo>
                  <a:cubicBezTo>
                    <a:pt x="114" y="15278"/>
                    <a:pt x="135" y="15234"/>
                    <a:pt x="135" y="15213"/>
                  </a:cubicBezTo>
                  <a:cubicBezTo>
                    <a:pt x="135" y="15164"/>
                    <a:pt x="114" y="15143"/>
                    <a:pt x="71" y="15143"/>
                  </a:cubicBezTo>
                  <a:close/>
                  <a:moveTo>
                    <a:pt x="341" y="15143"/>
                  </a:moveTo>
                  <a:cubicBezTo>
                    <a:pt x="314" y="15143"/>
                    <a:pt x="270" y="15164"/>
                    <a:pt x="270" y="15213"/>
                  </a:cubicBezTo>
                  <a:cubicBezTo>
                    <a:pt x="270" y="15234"/>
                    <a:pt x="314" y="15278"/>
                    <a:pt x="341" y="15278"/>
                  </a:cubicBezTo>
                  <a:cubicBezTo>
                    <a:pt x="384" y="15278"/>
                    <a:pt x="405" y="15234"/>
                    <a:pt x="405" y="15213"/>
                  </a:cubicBezTo>
                  <a:cubicBezTo>
                    <a:pt x="405" y="15164"/>
                    <a:pt x="384" y="15143"/>
                    <a:pt x="341" y="15143"/>
                  </a:cubicBezTo>
                  <a:close/>
                  <a:moveTo>
                    <a:pt x="611" y="15143"/>
                  </a:moveTo>
                  <a:cubicBezTo>
                    <a:pt x="584" y="15143"/>
                    <a:pt x="540" y="15164"/>
                    <a:pt x="540" y="15213"/>
                  </a:cubicBezTo>
                  <a:cubicBezTo>
                    <a:pt x="540" y="15234"/>
                    <a:pt x="584" y="15278"/>
                    <a:pt x="611" y="15278"/>
                  </a:cubicBezTo>
                  <a:cubicBezTo>
                    <a:pt x="654" y="15278"/>
                    <a:pt x="675" y="15234"/>
                    <a:pt x="675" y="15213"/>
                  </a:cubicBezTo>
                  <a:cubicBezTo>
                    <a:pt x="675" y="15164"/>
                    <a:pt x="654" y="15143"/>
                    <a:pt x="611" y="15143"/>
                  </a:cubicBezTo>
                  <a:close/>
                  <a:moveTo>
                    <a:pt x="881" y="15143"/>
                  </a:moveTo>
                  <a:cubicBezTo>
                    <a:pt x="854" y="15143"/>
                    <a:pt x="810" y="15164"/>
                    <a:pt x="810" y="15213"/>
                  </a:cubicBezTo>
                  <a:cubicBezTo>
                    <a:pt x="810" y="15234"/>
                    <a:pt x="854" y="15278"/>
                    <a:pt x="881" y="15278"/>
                  </a:cubicBezTo>
                  <a:cubicBezTo>
                    <a:pt x="924" y="15278"/>
                    <a:pt x="945" y="15234"/>
                    <a:pt x="945" y="15213"/>
                  </a:cubicBezTo>
                  <a:cubicBezTo>
                    <a:pt x="945" y="15164"/>
                    <a:pt x="924" y="15143"/>
                    <a:pt x="881" y="15143"/>
                  </a:cubicBezTo>
                  <a:close/>
                  <a:moveTo>
                    <a:pt x="1151" y="15143"/>
                  </a:moveTo>
                  <a:cubicBezTo>
                    <a:pt x="1124" y="15143"/>
                    <a:pt x="1080" y="15164"/>
                    <a:pt x="1080" y="15213"/>
                  </a:cubicBezTo>
                  <a:cubicBezTo>
                    <a:pt x="1080" y="15234"/>
                    <a:pt x="1124" y="15278"/>
                    <a:pt x="1151" y="15278"/>
                  </a:cubicBezTo>
                  <a:cubicBezTo>
                    <a:pt x="1194" y="15278"/>
                    <a:pt x="1215" y="15234"/>
                    <a:pt x="1215" y="15213"/>
                  </a:cubicBezTo>
                  <a:cubicBezTo>
                    <a:pt x="1215" y="15164"/>
                    <a:pt x="1194" y="15143"/>
                    <a:pt x="1151" y="15143"/>
                  </a:cubicBezTo>
                  <a:close/>
                  <a:moveTo>
                    <a:pt x="1421" y="15143"/>
                  </a:moveTo>
                  <a:cubicBezTo>
                    <a:pt x="1394" y="15143"/>
                    <a:pt x="1351" y="15164"/>
                    <a:pt x="1351" y="15213"/>
                  </a:cubicBezTo>
                  <a:cubicBezTo>
                    <a:pt x="1351" y="15234"/>
                    <a:pt x="1394" y="15278"/>
                    <a:pt x="1421" y="15278"/>
                  </a:cubicBezTo>
                  <a:cubicBezTo>
                    <a:pt x="1464" y="15278"/>
                    <a:pt x="1486" y="15234"/>
                    <a:pt x="1486" y="15213"/>
                  </a:cubicBezTo>
                  <a:cubicBezTo>
                    <a:pt x="1486" y="15164"/>
                    <a:pt x="1464" y="15143"/>
                    <a:pt x="1421" y="15143"/>
                  </a:cubicBezTo>
                  <a:close/>
                  <a:moveTo>
                    <a:pt x="1691" y="15143"/>
                  </a:moveTo>
                  <a:cubicBezTo>
                    <a:pt x="1664" y="15143"/>
                    <a:pt x="1621" y="15164"/>
                    <a:pt x="1621" y="15213"/>
                  </a:cubicBezTo>
                  <a:cubicBezTo>
                    <a:pt x="1621" y="15234"/>
                    <a:pt x="1664" y="15278"/>
                    <a:pt x="1691" y="15278"/>
                  </a:cubicBezTo>
                  <a:cubicBezTo>
                    <a:pt x="1734" y="15278"/>
                    <a:pt x="1756" y="15234"/>
                    <a:pt x="1756" y="15213"/>
                  </a:cubicBezTo>
                  <a:cubicBezTo>
                    <a:pt x="1756" y="15164"/>
                    <a:pt x="1734" y="15143"/>
                    <a:pt x="1691" y="15143"/>
                  </a:cubicBezTo>
                  <a:close/>
                  <a:moveTo>
                    <a:pt x="1961" y="15143"/>
                  </a:moveTo>
                  <a:cubicBezTo>
                    <a:pt x="1934" y="15143"/>
                    <a:pt x="1891" y="15164"/>
                    <a:pt x="1891" y="15213"/>
                  </a:cubicBezTo>
                  <a:cubicBezTo>
                    <a:pt x="1891" y="15234"/>
                    <a:pt x="1934" y="15278"/>
                    <a:pt x="1961" y="15278"/>
                  </a:cubicBezTo>
                  <a:cubicBezTo>
                    <a:pt x="2004" y="15278"/>
                    <a:pt x="2026" y="15234"/>
                    <a:pt x="2026" y="15213"/>
                  </a:cubicBezTo>
                  <a:cubicBezTo>
                    <a:pt x="2026" y="15164"/>
                    <a:pt x="2004" y="15143"/>
                    <a:pt x="1961" y="15143"/>
                  </a:cubicBezTo>
                  <a:close/>
                  <a:moveTo>
                    <a:pt x="2231" y="15143"/>
                  </a:moveTo>
                  <a:cubicBezTo>
                    <a:pt x="2204" y="15143"/>
                    <a:pt x="2161" y="15164"/>
                    <a:pt x="2161" y="15213"/>
                  </a:cubicBezTo>
                  <a:cubicBezTo>
                    <a:pt x="2161" y="15234"/>
                    <a:pt x="2204" y="15278"/>
                    <a:pt x="2231" y="15278"/>
                  </a:cubicBezTo>
                  <a:cubicBezTo>
                    <a:pt x="2274" y="15278"/>
                    <a:pt x="2296" y="15234"/>
                    <a:pt x="2296" y="15213"/>
                  </a:cubicBezTo>
                  <a:cubicBezTo>
                    <a:pt x="2296" y="15164"/>
                    <a:pt x="2274" y="15143"/>
                    <a:pt x="2231" y="15143"/>
                  </a:cubicBezTo>
                  <a:close/>
                  <a:moveTo>
                    <a:pt x="2501" y="15143"/>
                  </a:moveTo>
                  <a:cubicBezTo>
                    <a:pt x="2474" y="15143"/>
                    <a:pt x="2431" y="15164"/>
                    <a:pt x="2431" y="15213"/>
                  </a:cubicBezTo>
                  <a:cubicBezTo>
                    <a:pt x="2431" y="15234"/>
                    <a:pt x="2474" y="15278"/>
                    <a:pt x="2501" y="15278"/>
                  </a:cubicBezTo>
                  <a:cubicBezTo>
                    <a:pt x="2544" y="15278"/>
                    <a:pt x="2566" y="15234"/>
                    <a:pt x="2566" y="15213"/>
                  </a:cubicBezTo>
                  <a:cubicBezTo>
                    <a:pt x="2566" y="15164"/>
                    <a:pt x="2544" y="15143"/>
                    <a:pt x="2501" y="15143"/>
                  </a:cubicBezTo>
                  <a:close/>
                  <a:moveTo>
                    <a:pt x="2771" y="15143"/>
                  </a:moveTo>
                  <a:cubicBezTo>
                    <a:pt x="2744" y="15143"/>
                    <a:pt x="2701" y="15164"/>
                    <a:pt x="2701" y="15213"/>
                  </a:cubicBezTo>
                  <a:cubicBezTo>
                    <a:pt x="2701" y="15234"/>
                    <a:pt x="2744" y="15278"/>
                    <a:pt x="2771" y="15278"/>
                  </a:cubicBezTo>
                  <a:cubicBezTo>
                    <a:pt x="2814" y="15278"/>
                    <a:pt x="2836" y="15234"/>
                    <a:pt x="2836" y="15213"/>
                  </a:cubicBezTo>
                  <a:cubicBezTo>
                    <a:pt x="2836" y="15164"/>
                    <a:pt x="2814" y="15143"/>
                    <a:pt x="2771" y="15143"/>
                  </a:cubicBezTo>
                  <a:close/>
                  <a:moveTo>
                    <a:pt x="3041" y="15143"/>
                  </a:moveTo>
                  <a:cubicBezTo>
                    <a:pt x="3014" y="15143"/>
                    <a:pt x="2971" y="15164"/>
                    <a:pt x="2971" y="15213"/>
                  </a:cubicBezTo>
                  <a:cubicBezTo>
                    <a:pt x="2971" y="15234"/>
                    <a:pt x="3014" y="15278"/>
                    <a:pt x="3041" y="15278"/>
                  </a:cubicBezTo>
                  <a:cubicBezTo>
                    <a:pt x="3084" y="15278"/>
                    <a:pt x="3106" y="15234"/>
                    <a:pt x="3106" y="15213"/>
                  </a:cubicBezTo>
                  <a:cubicBezTo>
                    <a:pt x="3106" y="15164"/>
                    <a:pt x="3084" y="15143"/>
                    <a:pt x="3041" y="15143"/>
                  </a:cubicBezTo>
                  <a:close/>
                  <a:moveTo>
                    <a:pt x="3311" y="15143"/>
                  </a:moveTo>
                  <a:cubicBezTo>
                    <a:pt x="3284" y="15143"/>
                    <a:pt x="3241" y="15164"/>
                    <a:pt x="3241" y="15213"/>
                  </a:cubicBezTo>
                  <a:cubicBezTo>
                    <a:pt x="3241" y="15234"/>
                    <a:pt x="3284" y="15278"/>
                    <a:pt x="3311" y="15278"/>
                  </a:cubicBezTo>
                  <a:cubicBezTo>
                    <a:pt x="3332" y="15278"/>
                    <a:pt x="3354" y="15256"/>
                    <a:pt x="3376" y="15256"/>
                  </a:cubicBezTo>
                  <a:cubicBezTo>
                    <a:pt x="3354" y="15234"/>
                    <a:pt x="3354" y="15213"/>
                    <a:pt x="3354" y="15213"/>
                  </a:cubicBezTo>
                  <a:cubicBezTo>
                    <a:pt x="3354" y="15186"/>
                    <a:pt x="3354" y="15164"/>
                    <a:pt x="3376" y="15164"/>
                  </a:cubicBezTo>
                  <a:cubicBezTo>
                    <a:pt x="3354" y="15143"/>
                    <a:pt x="3332" y="15143"/>
                    <a:pt x="3311" y="15143"/>
                  </a:cubicBezTo>
                  <a:close/>
                  <a:moveTo>
                    <a:pt x="3581" y="15143"/>
                  </a:moveTo>
                  <a:cubicBezTo>
                    <a:pt x="3554" y="15143"/>
                    <a:pt x="3511" y="15164"/>
                    <a:pt x="3511" y="15213"/>
                  </a:cubicBezTo>
                  <a:cubicBezTo>
                    <a:pt x="3511" y="15234"/>
                    <a:pt x="3554" y="15278"/>
                    <a:pt x="3581" y="15278"/>
                  </a:cubicBezTo>
                  <a:cubicBezTo>
                    <a:pt x="3624" y="15278"/>
                    <a:pt x="3646" y="15234"/>
                    <a:pt x="3646" y="15213"/>
                  </a:cubicBezTo>
                  <a:cubicBezTo>
                    <a:pt x="3646" y="15164"/>
                    <a:pt x="3624" y="15143"/>
                    <a:pt x="3581" y="15143"/>
                  </a:cubicBezTo>
                  <a:close/>
                  <a:moveTo>
                    <a:pt x="3851" y="15143"/>
                  </a:moveTo>
                  <a:cubicBezTo>
                    <a:pt x="3824" y="15143"/>
                    <a:pt x="3781" y="15164"/>
                    <a:pt x="3781" y="15213"/>
                  </a:cubicBezTo>
                  <a:cubicBezTo>
                    <a:pt x="3781" y="15234"/>
                    <a:pt x="3824" y="15278"/>
                    <a:pt x="3851" y="15278"/>
                  </a:cubicBezTo>
                  <a:cubicBezTo>
                    <a:pt x="3894" y="15278"/>
                    <a:pt x="3916" y="15234"/>
                    <a:pt x="3916" y="15213"/>
                  </a:cubicBezTo>
                  <a:cubicBezTo>
                    <a:pt x="3916" y="15164"/>
                    <a:pt x="3894" y="15143"/>
                    <a:pt x="3851" y="15143"/>
                  </a:cubicBezTo>
                  <a:close/>
                  <a:moveTo>
                    <a:pt x="4121" y="15143"/>
                  </a:moveTo>
                  <a:cubicBezTo>
                    <a:pt x="4094" y="15143"/>
                    <a:pt x="4051" y="15164"/>
                    <a:pt x="4051" y="15213"/>
                  </a:cubicBezTo>
                  <a:cubicBezTo>
                    <a:pt x="4051" y="15234"/>
                    <a:pt x="4094" y="15278"/>
                    <a:pt x="4121" y="15278"/>
                  </a:cubicBezTo>
                  <a:cubicBezTo>
                    <a:pt x="4164" y="15278"/>
                    <a:pt x="4186" y="15234"/>
                    <a:pt x="4186" y="15213"/>
                  </a:cubicBezTo>
                  <a:cubicBezTo>
                    <a:pt x="4186" y="15164"/>
                    <a:pt x="4164" y="15143"/>
                    <a:pt x="4121" y="15143"/>
                  </a:cubicBezTo>
                  <a:close/>
                  <a:moveTo>
                    <a:pt x="4391" y="15143"/>
                  </a:moveTo>
                  <a:cubicBezTo>
                    <a:pt x="4364" y="15143"/>
                    <a:pt x="4321" y="15164"/>
                    <a:pt x="4321" y="15213"/>
                  </a:cubicBezTo>
                  <a:cubicBezTo>
                    <a:pt x="4321" y="15234"/>
                    <a:pt x="4364" y="15278"/>
                    <a:pt x="4391" y="15278"/>
                  </a:cubicBezTo>
                  <a:cubicBezTo>
                    <a:pt x="4434" y="15278"/>
                    <a:pt x="4456" y="15234"/>
                    <a:pt x="4456" y="15213"/>
                  </a:cubicBezTo>
                  <a:cubicBezTo>
                    <a:pt x="4456" y="15164"/>
                    <a:pt x="4434" y="15143"/>
                    <a:pt x="4391" y="15143"/>
                  </a:cubicBezTo>
                  <a:close/>
                  <a:moveTo>
                    <a:pt x="4661" y="15143"/>
                  </a:moveTo>
                  <a:cubicBezTo>
                    <a:pt x="4634" y="15143"/>
                    <a:pt x="4591" y="15164"/>
                    <a:pt x="4591" y="15213"/>
                  </a:cubicBezTo>
                  <a:cubicBezTo>
                    <a:pt x="4591" y="15234"/>
                    <a:pt x="4634" y="15278"/>
                    <a:pt x="4661" y="15278"/>
                  </a:cubicBezTo>
                  <a:cubicBezTo>
                    <a:pt x="4704" y="15278"/>
                    <a:pt x="4726" y="15234"/>
                    <a:pt x="4726" y="15213"/>
                  </a:cubicBezTo>
                  <a:cubicBezTo>
                    <a:pt x="4726" y="15164"/>
                    <a:pt x="4704" y="15143"/>
                    <a:pt x="4661" y="15143"/>
                  </a:cubicBezTo>
                  <a:close/>
                  <a:moveTo>
                    <a:pt x="4931" y="15143"/>
                  </a:moveTo>
                  <a:cubicBezTo>
                    <a:pt x="4904" y="15143"/>
                    <a:pt x="4861" y="15164"/>
                    <a:pt x="4861" y="15213"/>
                  </a:cubicBezTo>
                  <a:cubicBezTo>
                    <a:pt x="4861" y="15234"/>
                    <a:pt x="4904" y="15278"/>
                    <a:pt x="4931" y="15278"/>
                  </a:cubicBezTo>
                  <a:cubicBezTo>
                    <a:pt x="4974" y="15278"/>
                    <a:pt x="4996" y="15234"/>
                    <a:pt x="4996" y="15213"/>
                  </a:cubicBezTo>
                  <a:cubicBezTo>
                    <a:pt x="4996" y="15164"/>
                    <a:pt x="4974" y="15143"/>
                    <a:pt x="4931" y="15143"/>
                  </a:cubicBezTo>
                  <a:close/>
                  <a:moveTo>
                    <a:pt x="5201" y="15143"/>
                  </a:moveTo>
                  <a:cubicBezTo>
                    <a:pt x="5174" y="15143"/>
                    <a:pt x="5131" y="15164"/>
                    <a:pt x="5131" y="15213"/>
                  </a:cubicBezTo>
                  <a:cubicBezTo>
                    <a:pt x="5131" y="15234"/>
                    <a:pt x="5174" y="15278"/>
                    <a:pt x="5201" y="15278"/>
                  </a:cubicBezTo>
                  <a:cubicBezTo>
                    <a:pt x="5244" y="15278"/>
                    <a:pt x="5266" y="15234"/>
                    <a:pt x="5266" y="15213"/>
                  </a:cubicBezTo>
                  <a:cubicBezTo>
                    <a:pt x="5266" y="15164"/>
                    <a:pt x="5244" y="15143"/>
                    <a:pt x="5201" y="15143"/>
                  </a:cubicBezTo>
                  <a:close/>
                  <a:moveTo>
                    <a:pt x="5471" y="15143"/>
                  </a:moveTo>
                  <a:cubicBezTo>
                    <a:pt x="5444" y="15143"/>
                    <a:pt x="5401" y="15164"/>
                    <a:pt x="5401" y="15213"/>
                  </a:cubicBezTo>
                  <a:cubicBezTo>
                    <a:pt x="5401" y="15234"/>
                    <a:pt x="5444" y="15278"/>
                    <a:pt x="5471" y="15278"/>
                  </a:cubicBezTo>
                  <a:cubicBezTo>
                    <a:pt x="5514" y="15278"/>
                    <a:pt x="5536" y="15234"/>
                    <a:pt x="5536" y="15213"/>
                  </a:cubicBezTo>
                  <a:cubicBezTo>
                    <a:pt x="5536" y="15164"/>
                    <a:pt x="5514" y="15143"/>
                    <a:pt x="5471" y="15143"/>
                  </a:cubicBezTo>
                  <a:close/>
                  <a:moveTo>
                    <a:pt x="5741" y="15143"/>
                  </a:moveTo>
                  <a:cubicBezTo>
                    <a:pt x="5714" y="15143"/>
                    <a:pt x="5671" y="15164"/>
                    <a:pt x="5671" y="15213"/>
                  </a:cubicBezTo>
                  <a:cubicBezTo>
                    <a:pt x="5671" y="15234"/>
                    <a:pt x="5714" y="15278"/>
                    <a:pt x="5741" y="15278"/>
                  </a:cubicBezTo>
                  <a:cubicBezTo>
                    <a:pt x="5784" y="15278"/>
                    <a:pt x="5806" y="15234"/>
                    <a:pt x="5806" y="15213"/>
                  </a:cubicBezTo>
                  <a:cubicBezTo>
                    <a:pt x="5806" y="15164"/>
                    <a:pt x="5784" y="15143"/>
                    <a:pt x="5741" y="15143"/>
                  </a:cubicBezTo>
                  <a:close/>
                  <a:moveTo>
                    <a:pt x="6011" y="15143"/>
                  </a:moveTo>
                  <a:cubicBezTo>
                    <a:pt x="5984" y="15143"/>
                    <a:pt x="5941" y="15164"/>
                    <a:pt x="5941" y="15213"/>
                  </a:cubicBezTo>
                  <a:cubicBezTo>
                    <a:pt x="5941" y="15234"/>
                    <a:pt x="5984" y="15278"/>
                    <a:pt x="6011" y="15278"/>
                  </a:cubicBezTo>
                  <a:cubicBezTo>
                    <a:pt x="6054" y="15278"/>
                    <a:pt x="6076" y="15234"/>
                    <a:pt x="6076" y="15213"/>
                  </a:cubicBezTo>
                  <a:cubicBezTo>
                    <a:pt x="6076" y="15164"/>
                    <a:pt x="6054" y="15143"/>
                    <a:pt x="6011" y="15143"/>
                  </a:cubicBezTo>
                  <a:close/>
                  <a:moveTo>
                    <a:pt x="6281" y="15143"/>
                  </a:moveTo>
                  <a:cubicBezTo>
                    <a:pt x="6254" y="15143"/>
                    <a:pt x="6211" y="15164"/>
                    <a:pt x="6211" y="15213"/>
                  </a:cubicBezTo>
                  <a:cubicBezTo>
                    <a:pt x="6211" y="15234"/>
                    <a:pt x="6254" y="15278"/>
                    <a:pt x="6281" y="15278"/>
                  </a:cubicBezTo>
                  <a:cubicBezTo>
                    <a:pt x="6324" y="15278"/>
                    <a:pt x="6346" y="15234"/>
                    <a:pt x="6346" y="15213"/>
                  </a:cubicBezTo>
                  <a:cubicBezTo>
                    <a:pt x="6346" y="15164"/>
                    <a:pt x="6324" y="15143"/>
                    <a:pt x="6281" y="15143"/>
                  </a:cubicBezTo>
                  <a:close/>
                  <a:moveTo>
                    <a:pt x="6551" y="15143"/>
                  </a:moveTo>
                  <a:cubicBezTo>
                    <a:pt x="6524" y="15143"/>
                    <a:pt x="6481" y="15164"/>
                    <a:pt x="6481" y="15213"/>
                  </a:cubicBezTo>
                  <a:cubicBezTo>
                    <a:pt x="6481" y="15234"/>
                    <a:pt x="6524" y="15278"/>
                    <a:pt x="6551" y="15278"/>
                  </a:cubicBezTo>
                  <a:cubicBezTo>
                    <a:pt x="6594" y="15278"/>
                    <a:pt x="6616" y="15234"/>
                    <a:pt x="6616" y="15213"/>
                  </a:cubicBezTo>
                  <a:cubicBezTo>
                    <a:pt x="6616" y="15164"/>
                    <a:pt x="6594" y="15143"/>
                    <a:pt x="6551" y="15143"/>
                  </a:cubicBezTo>
                  <a:close/>
                  <a:moveTo>
                    <a:pt x="6821" y="15143"/>
                  </a:moveTo>
                  <a:cubicBezTo>
                    <a:pt x="6794" y="15143"/>
                    <a:pt x="6751" y="15164"/>
                    <a:pt x="6751" y="15213"/>
                  </a:cubicBezTo>
                  <a:cubicBezTo>
                    <a:pt x="6751" y="15234"/>
                    <a:pt x="6794" y="15278"/>
                    <a:pt x="6821" y="15278"/>
                  </a:cubicBezTo>
                  <a:cubicBezTo>
                    <a:pt x="6864" y="15278"/>
                    <a:pt x="6886" y="15234"/>
                    <a:pt x="6886" y="15213"/>
                  </a:cubicBezTo>
                  <a:cubicBezTo>
                    <a:pt x="6886" y="15164"/>
                    <a:pt x="6864" y="15143"/>
                    <a:pt x="6821" y="15143"/>
                  </a:cubicBezTo>
                  <a:close/>
                  <a:moveTo>
                    <a:pt x="7091" y="15143"/>
                  </a:moveTo>
                  <a:cubicBezTo>
                    <a:pt x="7064" y="15143"/>
                    <a:pt x="7021" y="15164"/>
                    <a:pt x="7021" y="15213"/>
                  </a:cubicBezTo>
                  <a:cubicBezTo>
                    <a:pt x="7021" y="15234"/>
                    <a:pt x="7064" y="15278"/>
                    <a:pt x="7091" y="15278"/>
                  </a:cubicBezTo>
                  <a:cubicBezTo>
                    <a:pt x="7134" y="15278"/>
                    <a:pt x="7156" y="15234"/>
                    <a:pt x="7156" y="15213"/>
                  </a:cubicBezTo>
                  <a:cubicBezTo>
                    <a:pt x="7156" y="15164"/>
                    <a:pt x="7134" y="15143"/>
                    <a:pt x="7091" y="15143"/>
                  </a:cubicBezTo>
                  <a:close/>
                  <a:moveTo>
                    <a:pt x="7361" y="15143"/>
                  </a:moveTo>
                  <a:cubicBezTo>
                    <a:pt x="7334" y="15143"/>
                    <a:pt x="7291" y="15164"/>
                    <a:pt x="7291" y="15213"/>
                  </a:cubicBezTo>
                  <a:cubicBezTo>
                    <a:pt x="7291" y="15234"/>
                    <a:pt x="7334" y="15278"/>
                    <a:pt x="7361" y="15278"/>
                  </a:cubicBezTo>
                  <a:cubicBezTo>
                    <a:pt x="7404" y="15278"/>
                    <a:pt x="7426" y="15234"/>
                    <a:pt x="7426" y="15213"/>
                  </a:cubicBezTo>
                  <a:cubicBezTo>
                    <a:pt x="7426" y="15164"/>
                    <a:pt x="7404" y="15143"/>
                    <a:pt x="7361" y="15143"/>
                  </a:cubicBezTo>
                  <a:close/>
                  <a:moveTo>
                    <a:pt x="7631" y="15143"/>
                  </a:moveTo>
                  <a:cubicBezTo>
                    <a:pt x="7604" y="15143"/>
                    <a:pt x="7561" y="15164"/>
                    <a:pt x="7561" y="15213"/>
                  </a:cubicBezTo>
                  <a:cubicBezTo>
                    <a:pt x="7561" y="15234"/>
                    <a:pt x="7604" y="15278"/>
                    <a:pt x="7631" y="15278"/>
                  </a:cubicBezTo>
                  <a:cubicBezTo>
                    <a:pt x="7674" y="15278"/>
                    <a:pt x="7696" y="15234"/>
                    <a:pt x="7696" y="15213"/>
                  </a:cubicBezTo>
                  <a:cubicBezTo>
                    <a:pt x="7696" y="15164"/>
                    <a:pt x="7674" y="15143"/>
                    <a:pt x="7631" y="15143"/>
                  </a:cubicBezTo>
                  <a:close/>
                  <a:moveTo>
                    <a:pt x="7901" y="15143"/>
                  </a:moveTo>
                  <a:cubicBezTo>
                    <a:pt x="7874" y="15143"/>
                    <a:pt x="7831" y="15164"/>
                    <a:pt x="7831" y="15213"/>
                  </a:cubicBezTo>
                  <a:cubicBezTo>
                    <a:pt x="7831" y="15234"/>
                    <a:pt x="7874" y="15278"/>
                    <a:pt x="7901" y="15278"/>
                  </a:cubicBezTo>
                  <a:cubicBezTo>
                    <a:pt x="7944" y="15278"/>
                    <a:pt x="7966" y="15234"/>
                    <a:pt x="7966" y="15213"/>
                  </a:cubicBezTo>
                  <a:cubicBezTo>
                    <a:pt x="7966" y="15164"/>
                    <a:pt x="7944" y="15143"/>
                    <a:pt x="7901" y="15143"/>
                  </a:cubicBezTo>
                  <a:close/>
                  <a:moveTo>
                    <a:pt x="8171" y="15143"/>
                  </a:moveTo>
                  <a:cubicBezTo>
                    <a:pt x="8144" y="15143"/>
                    <a:pt x="8101" y="15164"/>
                    <a:pt x="8101" y="15213"/>
                  </a:cubicBezTo>
                  <a:cubicBezTo>
                    <a:pt x="8101" y="15234"/>
                    <a:pt x="8144" y="15278"/>
                    <a:pt x="8171" y="15278"/>
                  </a:cubicBezTo>
                  <a:cubicBezTo>
                    <a:pt x="8214" y="15278"/>
                    <a:pt x="8236" y="15234"/>
                    <a:pt x="8236" y="15213"/>
                  </a:cubicBezTo>
                  <a:cubicBezTo>
                    <a:pt x="8236" y="15164"/>
                    <a:pt x="8214" y="15143"/>
                    <a:pt x="8171" y="15143"/>
                  </a:cubicBezTo>
                  <a:close/>
                  <a:moveTo>
                    <a:pt x="8441" y="15143"/>
                  </a:moveTo>
                  <a:cubicBezTo>
                    <a:pt x="8414" y="15143"/>
                    <a:pt x="8371" y="15164"/>
                    <a:pt x="8371" y="15213"/>
                  </a:cubicBezTo>
                  <a:cubicBezTo>
                    <a:pt x="8371" y="15234"/>
                    <a:pt x="8414" y="15278"/>
                    <a:pt x="8441" y="15278"/>
                  </a:cubicBezTo>
                  <a:cubicBezTo>
                    <a:pt x="8484" y="15278"/>
                    <a:pt x="8506" y="15234"/>
                    <a:pt x="8506" y="15213"/>
                  </a:cubicBezTo>
                  <a:cubicBezTo>
                    <a:pt x="8506" y="15164"/>
                    <a:pt x="8484" y="15143"/>
                    <a:pt x="8441" y="15143"/>
                  </a:cubicBezTo>
                  <a:close/>
                  <a:moveTo>
                    <a:pt x="8711" y="15143"/>
                  </a:moveTo>
                  <a:cubicBezTo>
                    <a:pt x="8684" y="15143"/>
                    <a:pt x="8641" y="15164"/>
                    <a:pt x="8641" y="15213"/>
                  </a:cubicBezTo>
                  <a:cubicBezTo>
                    <a:pt x="8641" y="15234"/>
                    <a:pt x="8684" y="15278"/>
                    <a:pt x="8711" y="15278"/>
                  </a:cubicBezTo>
                  <a:cubicBezTo>
                    <a:pt x="8754" y="15278"/>
                    <a:pt x="8776" y="15234"/>
                    <a:pt x="8776" y="15213"/>
                  </a:cubicBezTo>
                  <a:cubicBezTo>
                    <a:pt x="8776" y="15164"/>
                    <a:pt x="8754" y="15143"/>
                    <a:pt x="8711" y="15143"/>
                  </a:cubicBezTo>
                  <a:close/>
                  <a:moveTo>
                    <a:pt x="8981" y="15143"/>
                  </a:moveTo>
                  <a:cubicBezTo>
                    <a:pt x="8954" y="15143"/>
                    <a:pt x="8911" y="15164"/>
                    <a:pt x="8911" y="15213"/>
                  </a:cubicBezTo>
                  <a:cubicBezTo>
                    <a:pt x="8911" y="15234"/>
                    <a:pt x="8954" y="15278"/>
                    <a:pt x="8981" y="15278"/>
                  </a:cubicBezTo>
                  <a:cubicBezTo>
                    <a:pt x="9024" y="15278"/>
                    <a:pt x="9046" y="15234"/>
                    <a:pt x="9046" y="15213"/>
                  </a:cubicBezTo>
                  <a:cubicBezTo>
                    <a:pt x="9046" y="15164"/>
                    <a:pt x="9024" y="15143"/>
                    <a:pt x="8981" y="15143"/>
                  </a:cubicBezTo>
                  <a:close/>
                  <a:moveTo>
                    <a:pt x="9251" y="15143"/>
                  </a:moveTo>
                  <a:cubicBezTo>
                    <a:pt x="9224" y="15143"/>
                    <a:pt x="9181" y="15164"/>
                    <a:pt x="9181" y="15213"/>
                  </a:cubicBezTo>
                  <a:cubicBezTo>
                    <a:pt x="9181" y="15234"/>
                    <a:pt x="9224" y="15278"/>
                    <a:pt x="9251" y="15278"/>
                  </a:cubicBezTo>
                  <a:cubicBezTo>
                    <a:pt x="9294" y="15278"/>
                    <a:pt x="9316" y="15234"/>
                    <a:pt x="9316" y="15213"/>
                  </a:cubicBezTo>
                  <a:cubicBezTo>
                    <a:pt x="9316" y="15164"/>
                    <a:pt x="9294" y="15143"/>
                    <a:pt x="9251" y="15143"/>
                  </a:cubicBezTo>
                  <a:close/>
                  <a:moveTo>
                    <a:pt x="9521" y="15143"/>
                  </a:moveTo>
                  <a:cubicBezTo>
                    <a:pt x="9494" y="15143"/>
                    <a:pt x="9451" y="15164"/>
                    <a:pt x="9451" y="15213"/>
                  </a:cubicBezTo>
                  <a:cubicBezTo>
                    <a:pt x="9451" y="15234"/>
                    <a:pt x="9494" y="15278"/>
                    <a:pt x="9521" y="15278"/>
                  </a:cubicBezTo>
                  <a:cubicBezTo>
                    <a:pt x="9564" y="15278"/>
                    <a:pt x="9586" y="15234"/>
                    <a:pt x="9586" y="15213"/>
                  </a:cubicBezTo>
                  <a:cubicBezTo>
                    <a:pt x="9586" y="15164"/>
                    <a:pt x="9564" y="15143"/>
                    <a:pt x="9521" y="15143"/>
                  </a:cubicBezTo>
                  <a:close/>
                  <a:moveTo>
                    <a:pt x="9791" y="15143"/>
                  </a:moveTo>
                  <a:cubicBezTo>
                    <a:pt x="9764" y="15143"/>
                    <a:pt x="9721" y="15164"/>
                    <a:pt x="9721" y="15213"/>
                  </a:cubicBezTo>
                  <a:cubicBezTo>
                    <a:pt x="9721" y="15234"/>
                    <a:pt x="9764" y="15278"/>
                    <a:pt x="9791" y="15278"/>
                  </a:cubicBezTo>
                  <a:cubicBezTo>
                    <a:pt x="9834" y="15278"/>
                    <a:pt x="9856" y="15234"/>
                    <a:pt x="9856" y="15213"/>
                  </a:cubicBezTo>
                  <a:cubicBezTo>
                    <a:pt x="9856" y="15164"/>
                    <a:pt x="9834" y="15143"/>
                    <a:pt x="9791" y="15143"/>
                  </a:cubicBezTo>
                  <a:close/>
                  <a:moveTo>
                    <a:pt x="10061" y="15143"/>
                  </a:moveTo>
                  <a:cubicBezTo>
                    <a:pt x="10034" y="15143"/>
                    <a:pt x="9991" y="15164"/>
                    <a:pt x="9991" y="15213"/>
                  </a:cubicBezTo>
                  <a:cubicBezTo>
                    <a:pt x="9991" y="15234"/>
                    <a:pt x="10034" y="15278"/>
                    <a:pt x="10061" y="15278"/>
                  </a:cubicBezTo>
                  <a:cubicBezTo>
                    <a:pt x="10104" y="15278"/>
                    <a:pt x="10126" y="15234"/>
                    <a:pt x="10126" y="15213"/>
                  </a:cubicBezTo>
                  <a:cubicBezTo>
                    <a:pt x="10126" y="15164"/>
                    <a:pt x="10104" y="15143"/>
                    <a:pt x="10061" y="15143"/>
                  </a:cubicBezTo>
                  <a:close/>
                  <a:moveTo>
                    <a:pt x="10331" y="15143"/>
                  </a:moveTo>
                  <a:cubicBezTo>
                    <a:pt x="10304" y="15143"/>
                    <a:pt x="10261" y="15164"/>
                    <a:pt x="10261" y="15213"/>
                  </a:cubicBezTo>
                  <a:cubicBezTo>
                    <a:pt x="10261" y="15234"/>
                    <a:pt x="10304" y="15278"/>
                    <a:pt x="10331" y="15278"/>
                  </a:cubicBezTo>
                  <a:cubicBezTo>
                    <a:pt x="10374" y="15278"/>
                    <a:pt x="10396" y="15234"/>
                    <a:pt x="10396" y="15213"/>
                  </a:cubicBezTo>
                  <a:cubicBezTo>
                    <a:pt x="10396" y="15164"/>
                    <a:pt x="10374" y="15143"/>
                    <a:pt x="10331" y="15143"/>
                  </a:cubicBezTo>
                  <a:close/>
                  <a:moveTo>
                    <a:pt x="10601" y="15143"/>
                  </a:moveTo>
                  <a:cubicBezTo>
                    <a:pt x="10574" y="15143"/>
                    <a:pt x="10531" y="15164"/>
                    <a:pt x="10531" y="15213"/>
                  </a:cubicBezTo>
                  <a:cubicBezTo>
                    <a:pt x="10531" y="15234"/>
                    <a:pt x="10574" y="15278"/>
                    <a:pt x="10601" y="15278"/>
                  </a:cubicBezTo>
                  <a:cubicBezTo>
                    <a:pt x="10644" y="15278"/>
                    <a:pt x="10666" y="15234"/>
                    <a:pt x="10666" y="15213"/>
                  </a:cubicBezTo>
                  <a:cubicBezTo>
                    <a:pt x="10666" y="15164"/>
                    <a:pt x="10644" y="15143"/>
                    <a:pt x="10601" y="15143"/>
                  </a:cubicBezTo>
                  <a:close/>
                  <a:moveTo>
                    <a:pt x="10871" y="15143"/>
                  </a:moveTo>
                  <a:cubicBezTo>
                    <a:pt x="10844" y="15143"/>
                    <a:pt x="10801" y="15164"/>
                    <a:pt x="10801" y="15213"/>
                  </a:cubicBezTo>
                  <a:cubicBezTo>
                    <a:pt x="10801" y="15234"/>
                    <a:pt x="10844" y="15278"/>
                    <a:pt x="10871" y="15278"/>
                  </a:cubicBezTo>
                  <a:cubicBezTo>
                    <a:pt x="10914" y="15278"/>
                    <a:pt x="10936" y="15234"/>
                    <a:pt x="10936" y="15213"/>
                  </a:cubicBezTo>
                  <a:cubicBezTo>
                    <a:pt x="10936" y="15164"/>
                    <a:pt x="10914" y="15143"/>
                    <a:pt x="10871" y="15143"/>
                  </a:cubicBezTo>
                  <a:close/>
                  <a:moveTo>
                    <a:pt x="11141" y="15143"/>
                  </a:moveTo>
                  <a:cubicBezTo>
                    <a:pt x="11114" y="15143"/>
                    <a:pt x="11071" y="15164"/>
                    <a:pt x="11071" y="15213"/>
                  </a:cubicBezTo>
                  <a:cubicBezTo>
                    <a:pt x="11071" y="15234"/>
                    <a:pt x="11114" y="15278"/>
                    <a:pt x="11141" y="15278"/>
                  </a:cubicBezTo>
                  <a:cubicBezTo>
                    <a:pt x="11184" y="15278"/>
                    <a:pt x="11206" y="15234"/>
                    <a:pt x="11206" y="15213"/>
                  </a:cubicBezTo>
                  <a:cubicBezTo>
                    <a:pt x="11206" y="15164"/>
                    <a:pt x="11184" y="15143"/>
                    <a:pt x="11141" y="15143"/>
                  </a:cubicBezTo>
                  <a:close/>
                  <a:moveTo>
                    <a:pt x="11411" y="15143"/>
                  </a:moveTo>
                  <a:cubicBezTo>
                    <a:pt x="11384" y="15143"/>
                    <a:pt x="11341" y="15164"/>
                    <a:pt x="11341" y="15213"/>
                  </a:cubicBezTo>
                  <a:cubicBezTo>
                    <a:pt x="11341" y="15234"/>
                    <a:pt x="11384" y="15278"/>
                    <a:pt x="11411" y="15278"/>
                  </a:cubicBezTo>
                  <a:cubicBezTo>
                    <a:pt x="11454" y="15278"/>
                    <a:pt x="11476" y="15234"/>
                    <a:pt x="11476" y="15213"/>
                  </a:cubicBezTo>
                  <a:cubicBezTo>
                    <a:pt x="11476" y="15164"/>
                    <a:pt x="11454" y="15143"/>
                    <a:pt x="11411" y="15143"/>
                  </a:cubicBezTo>
                  <a:close/>
                  <a:moveTo>
                    <a:pt x="11681" y="15143"/>
                  </a:moveTo>
                  <a:cubicBezTo>
                    <a:pt x="11654" y="15143"/>
                    <a:pt x="11611" y="15164"/>
                    <a:pt x="11611" y="15213"/>
                  </a:cubicBezTo>
                  <a:cubicBezTo>
                    <a:pt x="11611" y="15234"/>
                    <a:pt x="11654" y="15278"/>
                    <a:pt x="11681" y="15278"/>
                  </a:cubicBezTo>
                  <a:cubicBezTo>
                    <a:pt x="11724" y="15278"/>
                    <a:pt x="11746" y="15234"/>
                    <a:pt x="11746" y="15213"/>
                  </a:cubicBezTo>
                  <a:cubicBezTo>
                    <a:pt x="11746" y="15164"/>
                    <a:pt x="11724" y="15143"/>
                    <a:pt x="11681" y="15143"/>
                  </a:cubicBezTo>
                  <a:close/>
                  <a:moveTo>
                    <a:pt x="11951" y="15143"/>
                  </a:moveTo>
                  <a:cubicBezTo>
                    <a:pt x="11924" y="15143"/>
                    <a:pt x="11881" y="15164"/>
                    <a:pt x="11881" y="15213"/>
                  </a:cubicBezTo>
                  <a:cubicBezTo>
                    <a:pt x="11881" y="15234"/>
                    <a:pt x="11924" y="15278"/>
                    <a:pt x="11951" y="15278"/>
                  </a:cubicBezTo>
                  <a:cubicBezTo>
                    <a:pt x="11994" y="15278"/>
                    <a:pt x="12016" y="15234"/>
                    <a:pt x="12016" y="15213"/>
                  </a:cubicBezTo>
                  <a:cubicBezTo>
                    <a:pt x="12016" y="15164"/>
                    <a:pt x="11994" y="15143"/>
                    <a:pt x="11951" y="15143"/>
                  </a:cubicBezTo>
                  <a:close/>
                  <a:moveTo>
                    <a:pt x="12221" y="15143"/>
                  </a:moveTo>
                  <a:cubicBezTo>
                    <a:pt x="12194" y="15143"/>
                    <a:pt x="12151" y="15164"/>
                    <a:pt x="12151" y="15213"/>
                  </a:cubicBezTo>
                  <a:cubicBezTo>
                    <a:pt x="12151" y="15234"/>
                    <a:pt x="12194" y="15278"/>
                    <a:pt x="12221" y="15278"/>
                  </a:cubicBezTo>
                  <a:cubicBezTo>
                    <a:pt x="12264" y="15278"/>
                    <a:pt x="12286" y="15234"/>
                    <a:pt x="12286" y="15213"/>
                  </a:cubicBezTo>
                  <a:cubicBezTo>
                    <a:pt x="12286" y="15164"/>
                    <a:pt x="12264" y="15143"/>
                    <a:pt x="12221" y="15143"/>
                  </a:cubicBezTo>
                  <a:close/>
                  <a:moveTo>
                    <a:pt x="12491" y="15143"/>
                  </a:moveTo>
                  <a:cubicBezTo>
                    <a:pt x="12464" y="15143"/>
                    <a:pt x="12421" y="15164"/>
                    <a:pt x="12421" y="15213"/>
                  </a:cubicBezTo>
                  <a:cubicBezTo>
                    <a:pt x="12421" y="15234"/>
                    <a:pt x="12464" y="15278"/>
                    <a:pt x="12491" y="15278"/>
                  </a:cubicBezTo>
                  <a:cubicBezTo>
                    <a:pt x="12534" y="15278"/>
                    <a:pt x="12556" y="15234"/>
                    <a:pt x="12556" y="15213"/>
                  </a:cubicBezTo>
                  <a:cubicBezTo>
                    <a:pt x="12556" y="15164"/>
                    <a:pt x="12534" y="15143"/>
                    <a:pt x="12491" y="15143"/>
                  </a:cubicBezTo>
                  <a:close/>
                  <a:moveTo>
                    <a:pt x="12761" y="15143"/>
                  </a:moveTo>
                  <a:cubicBezTo>
                    <a:pt x="12734" y="15143"/>
                    <a:pt x="12691" y="15164"/>
                    <a:pt x="12691" y="15213"/>
                  </a:cubicBezTo>
                  <a:cubicBezTo>
                    <a:pt x="12691" y="15234"/>
                    <a:pt x="12734" y="15278"/>
                    <a:pt x="12761" y="15278"/>
                  </a:cubicBezTo>
                  <a:cubicBezTo>
                    <a:pt x="12804" y="15278"/>
                    <a:pt x="12826" y="15234"/>
                    <a:pt x="12826" y="15213"/>
                  </a:cubicBezTo>
                  <a:cubicBezTo>
                    <a:pt x="12826" y="15164"/>
                    <a:pt x="12804" y="15143"/>
                    <a:pt x="12761" y="15143"/>
                  </a:cubicBezTo>
                  <a:close/>
                  <a:moveTo>
                    <a:pt x="13031" y="15143"/>
                  </a:moveTo>
                  <a:cubicBezTo>
                    <a:pt x="13004" y="15143"/>
                    <a:pt x="12961" y="15164"/>
                    <a:pt x="12961" y="15213"/>
                  </a:cubicBezTo>
                  <a:cubicBezTo>
                    <a:pt x="12961" y="15234"/>
                    <a:pt x="13004" y="15278"/>
                    <a:pt x="13031" y="15278"/>
                  </a:cubicBezTo>
                  <a:cubicBezTo>
                    <a:pt x="13074" y="15278"/>
                    <a:pt x="13096" y="15234"/>
                    <a:pt x="13096" y="15213"/>
                  </a:cubicBezTo>
                  <a:cubicBezTo>
                    <a:pt x="13096" y="15164"/>
                    <a:pt x="13074" y="15143"/>
                    <a:pt x="13031" y="15143"/>
                  </a:cubicBezTo>
                  <a:close/>
                  <a:moveTo>
                    <a:pt x="13301" y="15143"/>
                  </a:moveTo>
                  <a:cubicBezTo>
                    <a:pt x="13274" y="15143"/>
                    <a:pt x="13231" y="15164"/>
                    <a:pt x="13231" y="15213"/>
                  </a:cubicBezTo>
                  <a:cubicBezTo>
                    <a:pt x="13231" y="15234"/>
                    <a:pt x="13274" y="15278"/>
                    <a:pt x="13301" y="15278"/>
                  </a:cubicBezTo>
                  <a:cubicBezTo>
                    <a:pt x="13345" y="15278"/>
                    <a:pt x="13366" y="15234"/>
                    <a:pt x="13366" y="15213"/>
                  </a:cubicBezTo>
                  <a:cubicBezTo>
                    <a:pt x="13366" y="15164"/>
                    <a:pt x="13345" y="15143"/>
                    <a:pt x="13301" y="15143"/>
                  </a:cubicBezTo>
                  <a:close/>
                  <a:moveTo>
                    <a:pt x="71" y="15413"/>
                  </a:moveTo>
                  <a:cubicBezTo>
                    <a:pt x="44" y="15413"/>
                    <a:pt x="0" y="15434"/>
                    <a:pt x="0" y="15483"/>
                  </a:cubicBezTo>
                  <a:cubicBezTo>
                    <a:pt x="0" y="15504"/>
                    <a:pt x="44" y="15548"/>
                    <a:pt x="71" y="15548"/>
                  </a:cubicBezTo>
                  <a:cubicBezTo>
                    <a:pt x="114" y="15548"/>
                    <a:pt x="135" y="15504"/>
                    <a:pt x="135" y="15483"/>
                  </a:cubicBezTo>
                  <a:cubicBezTo>
                    <a:pt x="135" y="15434"/>
                    <a:pt x="114" y="15413"/>
                    <a:pt x="71" y="15413"/>
                  </a:cubicBezTo>
                  <a:close/>
                  <a:moveTo>
                    <a:pt x="71" y="15683"/>
                  </a:moveTo>
                  <a:cubicBezTo>
                    <a:pt x="44" y="15683"/>
                    <a:pt x="0" y="15704"/>
                    <a:pt x="0" y="15753"/>
                  </a:cubicBezTo>
                  <a:cubicBezTo>
                    <a:pt x="0" y="15774"/>
                    <a:pt x="44" y="15818"/>
                    <a:pt x="71" y="15818"/>
                  </a:cubicBezTo>
                  <a:cubicBezTo>
                    <a:pt x="114" y="15818"/>
                    <a:pt x="135" y="15774"/>
                    <a:pt x="135" y="15753"/>
                  </a:cubicBezTo>
                  <a:cubicBezTo>
                    <a:pt x="135" y="15704"/>
                    <a:pt x="114" y="15683"/>
                    <a:pt x="71" y="15683"/>
                  </a:cubicBezTo>
                  <a:close/>
                  <a:moveTo>
                    <a:pt x="71" y="15953"/>
                  </a:moveTo>
                  <a:cubicBezTo>
                    <a:pt x="44" y="15953"/>
                    <a:pt x="0" y="15974"/>
                    <a:pt x="0" y="16023"/>
                  </a:cubicBezTo>
                  <a:cubicBezTo>
                    <a:pt x="0" y="16044"/>
                    <a:pt x="44" y="16088"/>
                    <a:pt x="71" y="16088"/>
                  </a:cubicBezTo>
                  <a:cubicBezTo>
                    <a:pt x="114" y="16088"/>
                    <a:pt x="135" y="16044"/>
                    <a:pt x="135" y="16023"/>
                  </a:cubicBezTo>
                  <a:cubicBezTo>
                    <a:pt x="135" y="15974"/>
                    <a:pt x="114" y="15953"/>
                    <a:pt x="71" y="15953"/>
                  </a:cubicBezTo>
                  <a:close/>
                  <a:moveTo>
                    <a:pt x="71" y="16223"/>
                  </a:moveTo>
                  <a:cubicBezTo>
                    <a:pt x="44" y="16223"/>
                    <a:pt x="0" y="16244"/>
                    <a:pt x="0" y="16293"/>
                  </a:cubicBezTo>
                  <a:cubicBezTo>
                    <a:pt x="0" y="16314"/>
                    <a:pt x="44" y="16358"/>
                    <a:pt x="71" y="16358"/>
                  </a:cubicBezTo>
                  <a:cubicBezTo>
                    <a:pt x="114" y="16358"/>
                    <a:pt x="135" y="16314"/>
                    <a:pt x="135" y="16293"/>
                  </a:cubicBezTo>
                  <a:cubicBezTo>
                    <a:pt x="135" y="16244"/>
                    <a:pt x="114" y="16223"/>
                    <a:pt x="71" y="16223"/>
                  </a:cubicBezTo>
                  <a:close/>
                  <a:moveTo>
                    <a:pt x="71" y="16493"/>
                  </a:moveTo>
                  <a:cubicBezTo>
                    <a:pt x="44" y="16493"/>
                    <a:pt x="0" y="16514"/>
                    <a:pt x="0" y="16563"/>
                  </a:cubicBezTo>
                  <a:cubicBezTo>
                    <a:pt x="0" y="16584"/>
                    <a:pt x="44" y="16628"/>
                    <a:pt x="71" y="16628"/>
                  </a:cubicBezTo>
                  <a:cubicBezTo>
                    <a:pt x="114" y="16628"/>
                    <a:pt x="135" y="16584"/>
                    <a:pt x="135" y="16563"/>
                  </a:cubicBezTo>
                  <a:cubicBezTo>
                    <a:pt x="135" y="16514"/>
                    <a:pt x="114" y="16493"/>
                    <a:pt x="71" y="16493"/>
                  </a:cubicBezTo>
                  <a:close/>
                  <a:moveTo>
                    <a:pt x="71" y="16763"/>
                  </a:moveTo>
                  <a:cubicBezTo>
                    <a:pt x="44" y="16763"/>
                    <a:pt x="0" y="16784"/>
                    <a:pt x="0" y="16833"/>
                  </a:cubicBezTo>
                  <a:cubicBezTo>
                    <a:pt x="0" y="16854"/>
                    <a:pt x="44" y="16898"/>
                    <a:pt x="71" y="16898"/>
                  </a:cubicBezTo>
                  <a:cubicBezTo>
                    <a:pt x="114" y="16898"/>
                    <a:pt x="135" y="16854"/>
                    <a:pt x="135" y="16833"/>
                  </a:cubicBezTo>
                  <a:cubicBezTo>
                    <a:pt x="135" y="16784"/>
                    <a:pt x="114" y="16763"/>
                    <a:pt x="71" y="16763"/>
                  </a:cubicBezTo>
                  <a:close/>
                  <a:moveTo>
                    <a:pt x="71" y="17033"/>
                  </a:moveTo>
                  <a:cubicBezTo>
                    <a:pt x="44" y="17033"/>
                    <a:pt x="0" y="17054"/>
                    <a:pt x="0" y="17103"/>
                  </a:cubicBezTo>
                  <a:cubicBezTo>
                    <a:pt x="0" y="17125"/>
                    <a:pt x="44" y="17168"/>
                    <a:pt x="71" y="17168"/>
                  </a:cubicBezTo>
                  <a:cubicBezTo>
                    <a:pt x="114" y="17168"/>
                    <a:pt x="135" y="17125"/>
                    <a:pt x="135" y="17103"/>
                  </a:cubicBezTo>
                  <a:cubicBezTo>
                    <a:pt x="135" y="17054"/>
                    <a:pt x="114" y="17033"/>
                    <a:pt x="71" y="17033"/>
                  </a:cubicBezTo>
                  <a:close/>
                  <a:moveTo>
                    <a:pt x="71" y="17303"/>
                  </a:moveTo>
                  <a:cubicBezTo>
                    <a:pt x="44" y="17303"/>
                    <a:pt x="0" y="17324"/>
                    <a:pt x="0" y="17373"/>
                  </a:cubicBezTo>
                  <a:cubicBezTo>
                    <a:pt x="0" y="17395"/>
                    <a:pt x="44" y="17438"/>
                    <a:pt x="71" y="17438"/>
                  </a:cubicBezTo>
                  <a:cubicBezTo>
                    <a:pt x="114" y="17438"/>
                    <a:pt x="135" y="17395"/>
                    <a:pt x="135" y="17373"/>
                  </a:cubicBezTo>
                  <a:cubicBezTo>
                    <a:pt x="135" y="17324"/>
                    <a:pt x="114" y="17303"/>
                    <a:pt x="71" y="17303"/>
                  </a:cubicBezTo>
                  <a:close/>
                  <a:moveTo>
                    <a:pt x="71" y="17573"/>
                  </a:moveTo>
                  <a:cubicBezTo>
                    <a:pt x="44" y="17573"/>
                    <a:pt x="0" y="17594"/>
                    <a:pt x="0" y="17643"/>
                  </a:cubicBezTo>
                  <a:cubicBezTo>
                    <a:pt x="0" y="17665"/>
                    <a:pt x="44" y="17708"/>
                    <a:pt x="71" y="17708"/>
                  </a:cubicBezTo>
                  <a:cubicBezTo>
                    <a:pt x="114" y="17708"/>
                    <a:pt x="135" y="17665"/>
                    <a:pt x="135" y="17643"/>
                  </a:cubicBezTo>
                  <a:cubicBezTo>
                    <a:pt x="135" y="17594"/>
                    <a:pt x="114" y="17573"/>
                    <a:pt x="71" y="17573"/>
                  </a:cubicBezTo>
                  <a:close/>
                  <a:moveTo>
                    <a:pt x="71" y="17843"/>
                  </a:moveTo>
                  <a:cubicBezTo>
                    <a:pt x="44" y="17843"/>
                    <a:pt x="0" y="17864"/>
                    <a:pt x="0" y="17913"/>
                  </a:cubicBezTo>
                  <a:cubicBezTo>
                    <a:pt x="0" y="17935"/>
                    <a:pt x="44" y="17978"/>
                    <a:pt x="71" y="17978"/>
                  </a:cubicBezTo>
                  <a:cubicBezTo>
                    <a:pt x="114" y="17978"/>
                    <a:pt x="135" y="17935"/>
                    <a:pt x="135" y="17913"/>
                  </a:cubicBezTo>
                  <a:cubicBezTo>
                    <a:pt x="135" y="17864"/>
                    <a:pt x="114" y="17843"/>
                    <a:pt x="71" y="17843"/>
                  </a:cubicBezTo>
                  <a:close/>
                  <a:moveTo>
                    <a:pt x="71" y="18113"/>
                  </a:moveTo>
                  <a:cubicBezTo>
                    <a:pt x="44" y="18113"/>
                    <a:pt x="0" y="18134"/>
                    <a:pt x="0" y="18183"/>
                  </a:cubicBezTo>
                  <a:cubicBezTo>
                    <a:pt x="0" y="18205"/>
                    <a:pt x="44" y="18248"/>
                    <a:pt x="71" y="18248"/>
                  </a:cubicBezTo>
                  <a:cubicBezTo>
                    <a:pt x="114" y="18248"/>
                    <a:pt x="135" y="18205"/>
                    <a:pt x="135" y="18183"/>
                  </a:cubicBezTo>
                  <a:cubicBezTo>
                    <a:pt x="135" y="18134"/>
                    <a:pt x="114" y="18113"/>
                    <a:pt x="71" y="18113"/>
                  </a:cubicBezTo>
                  <a:close/>
                  <a:moveTo>
                    <a:pt x="71" y="18383"/>
                  </a:moveTo>
                  <a:cubicBezTo>
                    <a:pt x="44" y="18383"/>
                    <a:pt x="0" y="18404"/>
                    <a:pt x="0" y="18453"/>
                  </a:cubicBezTo>
                  <a:cubicBezTo>
                    <a:pt x="0" y="18475"/>
                    <a:pt x="44" y="18518"/>
                    <a:pt x="71" y="18518"/>
                  </a:cubicBezTo>
                  <a:cubicBezTo>
                    <a:pt x="114" y="18518"/>
                    <a:pt x="135" y="18475"/>
                    <a:pt x="135" y="18453"/>
                  </a:cubicBezTo>
                  <a:cubicBezTo>
                    <a:pt x="135" y="18404"/>
                    <a:pt x="114" y="18383"/>
                    <a:pt x="71" y="18383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f131e4dc8c_0_507"/>
            <p:cNvSpPr/>
            <p:nvPr/>
          </p:nvSpPr>
          <p:spPr>
            <a:xfrm rot="10800000">
              <a:off x="-351639" y="3040546"/>
              <a:ext cx="525332" cy="1318660"/>
            </a:xfrm>
            <a:custGeom>
              <a:rect b="b" l="l" r="r" t="t"/>
              <a:pathLst>
                <a:path extrusionOk="0" h="28578" w="11385">
                  <a:moveTo>
                    <a:pt x="65" y="0"/>
                  </a:moveTo>
                  <a:cubicBezTo>
                    <a:pt x="44" y="0"/>
                    <a:pt x="1" y="22"/>
                    <a:pt x="1" y="70"/>
                  </a:cubicBezTo>
                  <a:cubicBezTo>
                    <a:pt x="1" y="92"/>
                    <a:pt x="44" y="135"/>
                    <a:pt x="65" y="135"/>
                  </a:cubicBezTo>
                  <a:cubicBezTo>
                    <a:pt x="114" y="135"/>
                    <a:pt x="136" y="92"/>
                    <a:pt x="136" y="70"/>
                  </a:cubicBezTo>
                  <a:cubicBezTo>
                    <a:pt x="136" y="22"/>
                    <a:pt x="114" y="0"/>
                    <a:pt x="65" y="0"/>
                  </a:cubicBezTo>
                  <a:close/>
                  <a:moveTo>
                    <a:pt x="65" y="270"/>
                  </a:moveTo>
                  <a:cubicBezTo>
                    <a:pt x="44" y="270"/>
                    <a:pt x="1" y="292"/>
                    <a:pt x="1" y="340"/>
                  </a:cubicBezTo>
                  <a:cubicBezTo>
                    <a:pt x="1" y="362"/>
                    <a:pt x="44" y="405"/>
                    <a:pt x="65" y="405"/>
                  </a:cubicBezTo>
                  <a:cubicBezTo>
                    <a:pt x="114" y="405"/>
                    <a:pt x="136" y="362"/>
                    <a:pt x="136" y="340"/>
                  </a:cubicBezTo>
                  <a:cubicBezTo>
                    <a:pt x="136" y="292"/>
                    <a:pt x="114" y="270"/>
                    <a:pt x="65" y="270"/>
                  </a:cubicBezTo>
                  <a:close/>
                  <a:moveTo>
                    <a:pt x="65" y="540"/>
                  </a:moveTo>
                  <a:cubicBezTo>
                    <a:pt x="44" y="540"/>
                    <a:pt x="1" y="562"/>
                    <a:pt x="1" y="610"/>
                  </a:cubicBezTo>
                  <a:cubicBezTo>
                    <a:pt x="1" y="632"/>
                    <a:pt x="44" y="675"/>
                    <a:pt x="65" y="675"/>
                  </a:cubicBezTo>
                  <a:cubicBezTo>
                    <a:pt x="114" y="675"/>
                    <a:pt x="136" y="632"/>
                    <a:pt x="136" y="610"/>
                  </a:cubicBezTo>
                  <a:cubicBezTo>
                    <a:pt x="136" y="562"/>
                    <a:pt x="114" y="540"/>
                    <a:pt x="65" y="540"/>
                  </a:cubicBezTo>
                  <a:close/>
                  <a:moveTo>
                    <a:pt x="65" y="810"/>
                  </a:moveTo>
                  <a:cubicBezTo>
                    <a:pt x="44" y="810"/>
                    <a:pt x="1" y="832"/>
                    <a:pt x="1" y="880"/>
                  </a:cubicBezTo>
                  <a:cubicBezTo>
                    <a:pt x="1" y="902"/>
                    <a:pt x="44" y="945"/>
                    <a:pt x="65" y="945"/>
                  </a:cubicBezTo>
                  <a:cubicBezTo>
                    <a:pt x="114" y="945"/>
                    <a:pt x="136" y="902"/>
                    <a:pt x="136" y="880"/>
                  </a:cubicBezTo>
                  <a:cubicBezTo>
                    <a:pt x="136" y="832"/>
                    <a:pt x="114" y="810"/>
                    <a:pt x="65" y="810"/>
                  </a:cubicBezTo>
                  <a:close/>
                  <a:moveTo>
                    <a:pt x="65" y="1080"/>
                  </a:moveTo>
                  <a:cubicBezTo>
                    <a:pt x="44" y="1080"/>
                    <a:pt x="1" y="1102"/>
                    <a:pt x="1" y="1150"/>
                  </a:cubicBezTo>
                  <a:cubicBezTo>
                    <a:pt x="1" y="1172"/>
                    <a:pt x="44" y="1215"/>
                    <a:pt x="65" y="1215"/>
                  </a:cubicBezTo>
                  <a:cubicBezTo>
                    <a:pt x="114" y="1215"/>
                    <a:pt x="136" y="1172"/>
                    <a:pt x="136" y="1150"/>
                  </a:cubicBezTo>
                  <a:cubicBezTo>
                    <a:pt x="136" y="1102"/>
                    <a:pt x="114" y="1080"/>
                    <a:pt x="65" y="1080"/>
                  </a:cubicBezTo>
                  <a:close/>
                  <a:moveTo>
                    <a:pt x="65" y="1350"/>
                  </a:moveTo>
                  <a:cubicBezTo>
                    <a:pt x="44" y="1350"/>
                    <a:pt x="1" y="1372"/>
                    <a:pt x="1" y="1420"/>
                  </a:cubicBezTo>
                  <a:cubicBezTo>
                    <a:pt x="1" y="1442"/>
                    <a:pt x="44" y="1485"/>
                    <a:pt x="65" y="1485"/>
                  </a:cubicBezTo>
                  <a:cubicBezTo>
                    <a:pt x="114" y="1485"/>
                    <a:pt x="136" y="1442"/>
                    <a:pt x="136" y="1420"/>
                  </a:cubicBezTo>
                  <a:cubicBezTo>
                    <a:pt x="136" y="1372"/>
                    <a:pt x="114" y="1350"/>
                    <a:pt x="65" y="1350"/>
                  </a:cubicBezTo>
                  <a:close/>
                  <a:moveTo>
                    <a:pt x="65" y="1620"/>
                  </a:moveTo>
                  <a:cubicBezTo>
                    <a:pt x="44" y="1620"/>
                    <a:pt x="1" y="1642"/>
                    <a:pt x="1" y="1690"/>
                  </a:cubicBezTo>
                  <a:cubicBezTo>
                    <a:pt x="1" y="1712"/>
                    <a:pt x="44" y="1755"/>
                    <a:pt x="65" y="1755"/>
                  </a:cubicBezTo>
                  <a:cubicBezTo>
                    <a:pt x="114" y="1755"/>
                    <a:pt x="136" y="1712"/>
                    <a:pt x="136" y="1690"/>
                  </a:cubicBezTo>
                  <a:cubicBezTo>
                    <a:pt x="136" y="1642"/>
                    <a:pt x="114" y="1620"/>
                    <a:pt x="65" y="1620"/>
                  </a:cubicBezTo>
                  <a:close/>
                  <a:moveTo>
                    <a:pt x="65" y="1890"/>
                  </a:moveTo>
                  <a:cubicBezTo>
                    <a:pt x="44" y="1890"/>
                    <a:pt x="1" y="1912"/>
                    <a:pt x="1" y="1960"/>
                  </a:cubicBezTo>
                  <a:cubicBezTo>
                    <a:pt x="1" y="1982"/>
                    <a:pt x="44" y="2025"/>
                    <a:pt x="65" y="2025"/>
                  </a:cubicBezTo>
                  <a:cubicBezTo>
                    <a:pt x="114" y="2025"/>
                    <a:pt x="136" y="1982"/>
                    <a:pt x="136" y="1960"/>
                  </a:cubicBezTo>
                  <a:cubicBezTo>
                    <a:pt x="136" y="1912"/>
                    <a:pt x="114" y="1890"/>
                    <a:pt x="65" y="1890"/>
                  </a:cubicBezTo>
                  <a:close/>
                  <a:moveTo>
                    <a:pt x="65" y="2160"/>
                  </a:moveTo>
                  <a:cubicBezTo>
                    <a:pt x="44" y="2160"/>
                    <a:pt x="1" y="2182"/>
                    <a:pt x="1" y="2230"/>
                  </a:cubicBezTo>
                  <a:cubicBezTo>
                    <a:pt x="1" y="2252"/>
                    <a:pt x="44" y="2295"/>
                    <a:pt x="65" y="2295"/>
                  </a:cubicBezTo>
                  <a:cubicBezTo>
                    <a:pt x="114" y="2295"/>
                    <a:pt x="136" y="2252"/>
                    <a:pt x="136" y="2230"/>
                  </a:cubicBezTo>
                  <a:cubicBezTo>
                    <a:pt x="136" y="2182"/>
                    <a:pt x="114" y="2160"/>
                    <a:pt x="65" y="2160"/>
                  </a:cubicBezTo>
                  <a:close/>
                  <a:moveTo>
                    <a:pt x="65" y="2430"/>
                  </a:moveTo>
                  <a:cubicBezTo>
                    <a:pt x="44" y="2430"/>
                    <a:pt x="1" y="2452"/>
                    <a:pt x="1" y="2500"/>
                  </a:cubicBezTo>
                  <a:cubicBezTo>
                    <a:pt x="1" y="2522"/>
                    <a:pt x="44" y="2565"/>
                    <a:pt x="65" y="2565"/>
                  </a:cubicBezTo>
                  <a:cubicBezTo>
                    <a:pt x="114" y="2565"/>
                    <a:pt x="136" y="2522"/>
                    <a:pt x="136" y="2500"/>
                  </a:cubicBezTo>
                  <a:cubicBezTo>
                    <a:pt x="136" y="2452"/>
                    <a:pt x="114" y="2430"/>
                    <a:pt x="65" y="2430"/>
                  </a:cubicBezTo>
                  <a:close/>
                  <a:moveTo>
                    <a:pt x="65" y="2700"/>
                  </a:moveTo>
                  <a:cubicBezTo>
                    <a:pt x="44" y="2700"/>
                    <a:pt x="1" y="2722"/>
                    <a:pt x="1" y="2770"/>
                  </a:cubicBezTo>
                  <a:cubicBezTo>
                    <a:pt x="1" y="2792"/>
                    <a:pt x="44" y="2835"/>
                    <a:pt x="65" y="2835"/>
                  </a:cubicBezTo>
                  <a:cubicBezTo>
                    <a:pt x="114" y="2835"/>
                    <a:pt x="136" y="2792"/>
                    <a:pt x="136" y="2770"/>
                  </a:cubicBezTo>
                  <a:cubicBezTo>
                    <a:pt x="136" y="2722"/>
                    <a:pt x="114" y="2700"/>
                    <a:pt x="65" y="2700"/>
                  </a:cubicBezTo>
                  <a:close/>
                  <a:moveTo>
                    <a:pt x="65" y="2970"/>
                  </a:moveTo>
                  <a:cubicBezTo>
                    <a:pt x="44" y="2970"/>
                    <a:pt x="1" y="2992"/>
                    <a:pt x="1" y="3040"/>
                  </a:cubicBezTo>
                  <a:cubicBezTo>
                    <a:pt x="1" y="3062"/>
                    <a:pt x="44" y="3105"/>
                    <a:pt x="65" y="3105"/>
                  </a:cubicBezTo>
                  <a:cubicBezTo>
                    <a:pt x="114" y="3105"/>
                    <a:pt x="136" y="3062"/>
                    <a:pt x="136" y="3040"/>
                  </a:cubicBezTo>
                  <a:cubicBezTo>
                    <a:pt x="136" y="2992"/>
                    <a:pt x="114" y="2970"/>
                    <a:pt x="65" y="2970"/>
                  </a:cubicBezTo>
                  <a:close/>
                  <a:moveTo>
                    <a:pt x="65" y="3240"/>
                  </a:moveTo>
                  <a:cubicBezTo>
                    <a:pt x="44" y="3240"/>
                    <a:pt x="1" y="3262"/>
                    <a:pt x="1" y="3310"/>
                  </a:cubicBezTo>
                  <a:cubicBezTo>
                    <a:pt x="1" y="3332"/>
                    <a:pt x="44" y="3375"/>
                    <a:pt x="65" y="3375"/>
                  </a:cubicBezTo>
                  <a:cubicBezTo>
                    <a:pt x="114" y="3375"/>
                    <a:pt x="136" y="3332"/>
                    <a:pt x="136" y="3310"/>
                  </a:cubicBezTo>
                  <a:cubicBezTo>
                    <a:pt x="136" y="3262"/>
                    <a:pt x="114" y="3240"/>
                    <a:pt x="65" y="3240"/>
                  </a:cubicBezTo>
                  <a:close/>
                  <a:moveTo>
                    <a:pt x="65" y="3510"/>
                  </a:moveTo>
                  <a:cubicBezTo>
                    <a:pt x="44" y="3510"/>
                    <a:pt x="1" y="3532"/>
                    <a:pt x="1" y="3580"/>
                  </a:cubicBezTo>
                  <a:cubicBezTo>
                    <a:pt x="1" y="3602"/>
                    <a:pt x="44" y="3645"/>
                    <a:pt x="65" y="3645"/>
                  </a:cubicBezTo>
                  <a:cubicBezTo>
                    <a:pt x="114" y="3645"/>
                    <a:pt x="136" y="3602"/>
                    <a:pt x="136" y="3580"/>
                  </a:cubicBezTo>
                  <a:cubicBezTo>
                    <a:pt x="136" y="3532"/>
                    <a:pt x="114" y="3510"/>
                    <a:pt x="65" y="3510"/>
                  </a:cubicBezTo>
                  <a:close/>
                  <a:moveTo>
                    <a:pt x="65" y="3780"/>
                  </a:moveTo>
                  <a:cubicBezTo>
                    <a:pt x="44" y="3780"/>
                    <a:pt x="1" y="3802"/>
                    <a:pt x="1" y="3850"/>
                  </a:cubicBezTo>
                  <a:cubicBezTo>
                    <a:pt x="1" y="3872"/>
                    <a:pt x="44" y="3915"/>
                    <a:pt x="65" y="3915"/>
                  </a:cubicBezTo>
                  <a:cubicBezTo>
                    <a:pt x="114" y="3915"/>
                    <a:pt x="136" y="3872"/>
                    <a:pt x="136" y="3850"/>
                  </a:cubicBezTo>
                  <a:cubicBezTo>
                    <a:pt x="136" y="3802"/>
                    <a:pt x="114" y="3780"/>
                    <a:pt x="65" y="3780"/>
                  </a:cubicBezTo>
                  <a:close/>
                  <a:moveTo>
                    <a:pt x="65" y="4050"/>
                  </a:moveTo>
                  <a:cubicBezTo>
                    <a:pt x="44" y="4050"/>
                    <a:pt x="1" y="4072"/>
                    <a:pt x="1" y="4120"/>
                  </a:cubicBezTo>
                  <a:cubicBezTo>
                    <a:pt x="1" y="4142"/>
                    <a:pt x="44" y="4185"/>
                    <a:pt x="65" y="4185"/>
                  </a:cubicBezTo>
                  <a:cubicBezTo>
                    <a:pt x="114" y="4185"/>
                    <a:pt x="136" y="4142"/>
                    <a:pt x="136" y="4120"/>
                  </a:cubicBezTo>
                  <a:cubicBezTo>
                    <a:pt x="136" y="4072"/>
                    <a:pt x="114" y="4050"/>
                    <a:pt x="65" y="4050"/>
                  </a:cubicBezTo>
                  <a:close/>
                  <a:moveTo>
                    <a:pt x="65" y="4320"/>
                  </a:moveTo>
                  <a:cubicBezTo>
                    <a:pt x="44" y="4320"/>
                    <a:pt x="1" y="4342"/>
                    <a:pt x="1" y="4390"/>
                  </a:cubicBezTo>
                  <a:cubicBezTo>
                    <a:pt x="1" y="4412"/>
                    <a:pt x="44" y="4455"/>
                    <a:pt x="65" y="4455"/>
                  </a:cubicBezTo>
                  <a:cubicBezTo>
                    <a:pt x="114" y="4455"/>
                    <a:pt x="136" y="4412"/>
                    <a:pt x="136" y="4390"/>
                  </a:cubicBezTo>
                  <a:cubicBezTo>
                    <a:pt x="136" y="4342"/>
                    <a:pt x="114" y="4320"/>
                    <a:pt x="65" y="4320"/>
                  </a:cubicBezTo>
                  <a:close/>
                  <a:moveTo>
                    <a:pt x="65" y="4590"/>
                  </a:moveTo>
                  <a:cubicBezTo>
                    <a:pt x="44" y="4590"/>
                    <a:pt x="1" y="4612"/>
                    <a:pt x="1" y="4660"/>
                  </a:cubicBezTo>
                  <a:cubicBezTo>
                    <a:pt x="1" y="4682"/>
                    <a:pt x="44" y="4725"/>
                    <a:pt x="65" y="4725"/>
                  </a:cubicBezTo>
                  <a:cubicBezTo>
                    <a:pt x="114" y="4725"/>
                    <a:pt x="136" y="4682"/>
                    <a:pt x="136" y="4660"/>
                  </a:cubicBezTo>
                  <a:cubicBezTo>
                    <a:pt x="136" y="4612"/>
                    <a:pt x="114" y="4590"/>
                    <a:pt x="65" y="4590"/>
                  </a:cubicBezTo>
                  <a:close/>
                  <a:moveTo>
                    <a:pt x="65" y="4860"/>
                  </a:moveTo>
                  <a:cubicBezTo>
                    <a:pt x="44" y="4860"/>
                    <a:pt x="1" y="4882"/>
                    <a:pt x="1" y="4930"/>
                  </a:cubicBezTo>
                  <a:cubicBezTo>
                    <a:pt x="1" y="4952"/>
                    <a:pt x="44" y="4995"/>
                    <a:pt x="65" y="4995"/>
                  </a:cubicBezTo>
                  <a:cubicBezTo>
                    <a:pt x="114" y="4995"/>
                    <a:pt x="136" y="4952"/>
                    <a:pt x="136" y="4930"/>
                  </a:cubicBezTo>
                  <a:cubicBezTo>
                    <a:pt x="136" y="4882"/>
                    <a:pt x="114" y="4860"/>
                    <a:pt x="65" y="4860"/>
                  </a:cubicBezTo>
                  <a:close/>
                  <a:moveTo>
                    <a:pt x="65" y="5130"/>
                  </a:moveTo>
                  <a:cubicBezTo>
                    <a:pt x="44" y="5130"/>
                    <a:pt x="1" y="5152"/>
                    <a:pt x="1" y="5200"/>
                  </a:cubicBezTo>
                  <a:cubicBezTo>
                    <a:pt x="1" y="5222"/>
                    <a:pt x="44" y="5265"/>
                    <a:pt x="65" y="5265"/>
                  </a:cubicBezTo>
                  <a:cubicBezTo>
                    <a:pt x="114" y="5265"/>
                    <a:pt x="136" y="5222"/>
                    <a:pt x="136" y="5200"/>
                  </a:cubicBezTo>
                  <a:cubicBezTo>
                    <a:pt x="136" y="5152"/>
                    <a:pt x="114" y="5130"/>
                    <a:pt x="65" y="5130"/>
                  </a:cubicBezTo>
                  <a:close/>
                  <a:moveTo>
                    <a:pt x="65" y="5400"/>
                  </a:moveTo>
                  <a:cubicBezTo>
                    <a:pt x="44" y="5400"/>
                    <a:pt x="1" y="5422"/>
                    <a:pt x="1" y="5470"/>
                  </a:cubicBezTo>
                  <a:cubicBezTo>
                    <a:pt x="1" y="5492"/>
                    <a:pt x="44" y="5535"/>
                    <a:pt x="65" y="5535"/>
                  </a:cubicBezTo>
                  <a:cubicBezTo>
                    <a:pt x="114" y="5535"/>
                    <a:pt x="136" y="5492"/>
                    <a:pt x="136" y="5470"/>
                  </a:cubicBezTo>
                  <a:cubicBezTo>
                    <a:pt x="136" y="5422"/>
                    <a:pt x="114" y="5400"/>
                    <a:pt x="65" y="5400"/>
                  </a:cubicBezTo>
                  <a:close/>
                  <a:moveTo>
                    <a:pt x="65" y="5670"/>
                  </a:moveTo>
                  <a:cubicBezTo>
                    <a:pt x="44" y="5670"/>
                    <a:pt x="1" y="5692"/>
                    <a:pt x="1" y="5740"/>
                  </a:cubicBezTo>
                  <a:cubicBezTo>
                    <a:pt x="1" y="5762"/>
                    <a:pt x="44" y="5805"/>
                    <a:pt x="65" y="5805"/>
                  </a:cubicBezTo>
                  <a:cubicBezTo>
                    <a:pt x="114" y="5805"/>
                    <a:pt x="136" y="5762"/>
                    <a:pt x="136" y="5740"/>
                  </a:cubicBezTo>
                  <a:cubicBezTo>
                    <a:pt x="136" y="5692"/>
                    <a:pt x="114" y="5670"/>
                    <a:pt x="65" y="5670"/>
                  </a:cubicBezTo>
                  <a:close/>
                  <a:moveTo>
                    <a:pt x="65" y="5940"/>
                  </a:moveTo>
                  <a:cubicBezTo>
                    <a:pt x="44" y="5940"/>
                    <a:pt x="1" y="5962"/>
                    <a:pt x="1" y="6010"/>
                  </a:cubicBezTo>
                  <a:cubicBezTo>
                    <a:pt x="1" y="6032"/>
                    <a:pt x="44" y="6075"/>
                    <a:pt x="65" y="6075"/>
                  </a:cubicBezTo>
                  <a:cubicBezTo>
                    <a:pt x="114" y="6075"/>
                    <a:pt x="136" y="6032"/>
                    <a:pt x="136" y="6010"/>
                  </a:cubicBezTo>
                  <a:cubicBezTo>
                    <a:pt x="136" y="5962"/>
                    <a:pt x="114" y="5940"/>
                    <a:pt x="65" y="5940"/>
                  </a:cubicBezTo>
                  <a:close/>
                  <a:moveTo>
                    <a:pt x="65" y="6210"/>
                  </a:moveTo>
                  <a:cubicBezTo>
                    <a:pt x="44" y="6210"/>
                    <a:pt x="1" y="6232"/>
                    <a:pt x="1" y="6280"/>
                  </a:cubicBezTo>
                  <a:cubicBezTo>
                    <a:pt x="1" y="6302"/>
                    <a:pt x="44" y="6345"/>
                    <a:pt x="65" y="6345"/>
                  </a:cubicBezTo>
                  <a:cubicBezTo>
                    <a:pt x="114" y="6345"/>
                    <a:pt x="136" y="6302"/>
                    <a:pt x="136" y="6280"/>
                  </a:cubicBezTo>
                  <a:cubicBezTo>
                    <a:pt x="136" y="6232"/>
                    <a:pt x="114" y="6210"/>
                    <a:pt x="65" y="6210"/>
                  </a:cubicBezTo>
                  <a:close/>
                  <a:moveTo>
                    <a:pt x="65" y="6480"/>
                  </a:moveTo>
                  <a:cubicBezTo>
                    <a:pt x="44" y="6480"/>
                    <a:pt x="1" y="6502"/>
                    <a:pt x="1" y="6550"/>
                  </a:cubicBezTo>
                  <a:cubicBezTo>
                    <a:pt x="1" y="6572"/>
                    <a:pt x="44" y="6615"/>
                    <a:pt x="65" y="6615"/>
                  </a:cubicBezTo>
                  <a:cubicBezTo>
                    <a:pt x="114" y="6615"/>
                    <a:pt x="136" y="6572"/>
                    <a:pt x="136" y="6550"/>
                  </a:cubicBezTo>
                  <a:cubicBezTo>
                    <a:pt x="136" y="6502"/>
                    <a:pt x="114" y="6480"/>
                    <a:pt x="65" y="6480"/>
                  </a:cubicBezTo>
                  <a:close/>
                  <a:moveTo>
                    <a:pt x="65" y="6750"/>
                  </a:moveTo>
                  <a:cubicBezTo>
                    <a:pt x="44" y="6750"/>
                    <a:pt x="1" y="6772"/>
                    <a:pt x="1" y="6820"/>
                  </a:cubicBezTo>
                  <a:cubicBezTo>
                    <a:pt x="1" y="6842"/>
                    <a:pt x="44" y="6885"/>
                    <a:pt x="65" y="6885"/>
                  </a:cubicBezTo>
                  <a:cubicBezTo>
                    <a:pt x="114" y="6885"/>
                    <a:pt x="136" y="6842"/>
                    <a:pt x="136" y="6820"/>
                  </a:cubicBezTo>
                  <a:cubicBezTo>
                    <a:pt x="136" y="6772"/>
                    <a:pt x="114" y="6750"/>
                    <a:pt x="65" y="6750"/>
                  </a:cubicBezTo>
                  <a:close/>
                  <a:moveTo>
                    <a:pt x="65" y="7020"/>
                  </a:moveTo>
                  <a:cubicBezTo>
                    <a:pt x="44" y="7020"/>
                    <a:pt x="1" y="7042"/>
                    <a:pt x="1" y="7090"/>
                  </a:cubicBezTo>
                  <a:cubicBezTo>
                    <a:pt x="1" y="7112"/>
                    <a:pt x="44" y="7155"/>
                    <a:pt x="65" y="7155"/>
                  </a:cubicBezTo>
                  <a:cubicBezTo>
                    <a:pt x="114" y="7155"/>
                    <a:pt x="136" y="7112"/>
                    <a:pt x="136" y="7090"/>
                  </a:cubicBezTo>
                  <a:cubicBezTo>
                    <a:pt x="136" y="7042"/>
                    <a:pt x="114" y="7020"/>
                    <a:pt x="65" y="7020"/>
                  </a:cubicBezTo>
                  <a:close/>
                  <a:moveTo>
                    <a:pt x="65" y="7290"/>
                  </a:moveTo>
                  <a:cubicBezTo>
                    <a:pt x="44" y="7290"/>
                    <a:pt x="1" y="7312"/>
                    <a:pt x="1" y="7361"/>
                  </a:cubicBezTo>
                  <a:cubicBezTo>
                    <a:pt x="1" y="7382"/>
                    <a:pt x="44" y="7425"/>
                    <a:pt x="65" y="7425"/>
                  </a:cubicBezTo>
                  <a:cubicBezTo>
                    <a:pt x="114" y="7425"/>
                    <a:pt x="136" y="7382"/>
                    <a:pt x="136" y="7361"/>
                  </a:cubicBezTo>
                  <a:cubicBezTo>
                    <a:pt x="136" y="7312"/>
                    <a:pt x="114" y="7290"/>
                    <a:pt x="65" y="7290"/>
                  </a:cubicBezTo>
                  <a:close/>
                  <a:moveTo>
                    <a:pt x="65" y="7560"/>
                  </a:moveTo>
                  <a:cubicBezTo>
                    <a:pt x="44" y="7560"/>
                    <a:pt x="1" y="7582"/>
                    <a:pt x="1" y="7631"/>
                  </a:cubicBezTo>
                  <a:cubicBezTo>
                    <a:pt x="1" y="7652"/>
                    <a:pt x="44" y="7695"/>
                    <a:pt x="65" y="7695"/>
                  </a:cubicBezTo>
                  <a:cubicBezTo>
                    <a:pt x="114" y="7695"/>
                    <a:pt x="136" y="7652"/>
                    <a:pt x="136" y="7631"/>
                  </a:cubicBezTo>
                  <a:cubicBezTo>
                    <a:pt x="136" y="7582"/>
                    <a:pt x="114" y="7560"/>
                    <a:pt x="65" y="7560"/>
                  </a:cubicBezTo>
                  <a:close/>
                  <a:moveTo>
                    <a:pt x="65" y="7830"/>
                  </a:moveTo>
                  <a:cubicBezTo>
                    <a:pt x="44" y="7830"/>
                    <a:pt x="1" y="7852"/>
                    <a:pt x="1" y="7901"/>
                  </a:cubicBezTo>
                  <a:cubicBezTo>
                    <a:pt x="1" y="7922"/>
                    <a:pt x="44" y="7965"/>
                    <a:pt x="65" y="7965"/>
                  </a:cubicBezTo>
                  <a:cubicBezTo>
                    <a:pt x="114" y="7965"/>
                    <a:pt x="136" y="7922"/>
                    <a:pt x="136" y="7901"/>
                  </a:cubicBezTo>
                  <a:cubicBezTo>
                    <a:pt x="136" y="7852"/>
                    <a:pt x="114" y="7830"/>
                    <a:pt x="65" y="7830"/>
                  </a:cubicBezTo>
                  <a:close/>
                  <a:moveTo>
                    <a:pt x="65" y="8100"/>
                  </a:moveTo>
                  <a:cubicBezTo>
                    <a:pt x="44" y="8100"/>
                    <a:pt x="1" y="8122"/>
                    <a:pt x="1" y="8171"/>
                  </a:cubicBezTo>
                  <a:cubicBezTo>
                    <a:pt x="1" y="8192"/>
                    <a:pt x="44" y="8235"/>
                    <a:pt x="65" y="8235"/>
                  </a:cubicBezTo>
                  <a:cubicBezTo>
                    <a:pt x="114" y="8235"/>
                    <a:pt x="136" y="8192"/>
                    <a:pt x="136" y="8171"/>
                  </a:cubicBezTo>
                  <a:cubicBezTo>
                    <a:pt x="136" y="8122"/>
                    <a:pt x="114" y="8100"/>
                    <a:pt x="65" y="8100"/>
                  </a:cubicBezTo>
                  <a:close/>
                  <a:moveTo>
                    <a:pt x="65" y="8370"/>
                  </a:moveTo>
                  <a:cubicBezTo>
                    <a:pt x="44" y="8370"/>
                    <a:pt x="1" y="8392"/>
                    <a:pt x="1" y="8441"/>
                  </a:cubicBezTo>
                  <a:cubicBezTo>
                    <a:pt x="1" y="8462"/>
                    <a:pt x="44" y="8505"/>
                    <a:pt x="65" y="8505"/>
                  </a:cubicBezTo>
                  <a:cubicBezTo>
                    <a:pt x="114" y="8505"/>
                    <a:pt x="136" y="8462"/>
                    <a:pt x="136" y="8441"/>
                  </a:cubicBezTo>
                  <a:cubicBezTo>
                    <a:pt x="136" y="8392"/>
                    <a:pt x="114" y="8370"/>
                    <a:pt x="65" y="8370"/>
                  </a:cubicBezTo>
                  <a:close/>
                  <a:moveTo>
                    <a:pt x="65" y="8640"/>
                  </a:moveTo>
                  <a:cubicBezTo>
                    <a:pt x="44" y="8640"/>
                    <a:pt x="1" y="8662"/>
                    <a:pt x="1" y="8711"/>
                  </a:cubicBezTo>
                  <a:cubicBezTo>
                    <a:pt x="1" y="8732"/>
                    <a:pt x="44" y="8775"/>
                    <a:pt x="65" y="8775"/>
                  </a:cubicBezTo>
                  <a:cubicBezTo>
                    <a:pt x="114" y="8775"/>
                    <a:pt x="136" y="8732"/>
                    <a:pt x="136" y="8711"/>
                  </a:cubicBezTo>
                  <a:cubicBezTo>
                    <a:pt x="136" y="8662"/>
                    <a:pt x="114" y="8640"/>
                    <a:pt x="65" y="8640"/>
                  </a:cubicBezTo>
                  <a:close/>
                  <a:moveTo>
                    <a:pt x="65" y="8910"/>
                  </a:moveTo>
                  <a:cubicBezTo>
                    <a:pt x="44" y="8910"/>
                    <a:pt x="1" y="8932"/>
                    <a:pt x="1" y="8981"/>
                  </a:cubicBezTo>
                  <a:cubicBezTo>
                    <a:pt x="1" y="9002"/>
                    <a:pt x="44" y="9045"/>
                    <a:pt x="65" y="9045"/>
                  </a:cubicBezTo>
                  <a:cubicBezTo>
                    <a:pt x="114" y="9045"/>
                    <a:pt x="136" y="9002"/>
                    <a:pt x="136" y="8981"/>
                  </a:cubicBezTo>
                  <a:cubicBezTo>
                    <a:pt x="136" y="8932"/>
                    <a:pt x="114" y="8910"/>
                    <a:pt x="65" y="8910"/>
                  </a:cubicBezTo>
                  <a:close/>
                  <a:moveTo>
                    <a:pt x="65" y="9180"/>
                  </a:moveTo>
                  <a:cubicBezTo>
                    <a:pt x="44" y="9180"/>
                    <a:pt x="1" y="9202"/>
                    <a:pt x="1" y="9251"/>
                  </a:cubicBezTo>
                  <a:cubicBezTo>
                    <a:pt x="1" y="9272"/>
                    <a:pt x="44" y="9315"/>
                    <a:pt x="65" y="9315"/>
                  </a:cubicBezTo>
                  <a:cubicBezTo>
                    <a:pt x="114" y="9315"/>
                    <a:pt x="136" y="9272"/>
                    <a:pt x="136" y="9251"/>
                  </a:cubicBezTo>
                  <a:cubicBezTo>
                    <a:pt x="136" y="9202"/>
                    <a:pt x="114" y="9180"/>
                    <a:pt x="65" y="9180"/>
                  </a:cubicBezTo>
                  <a:close/>
                  <a:moveTo>
                    <a:pt x="65" y="9450"/>
                  </a:moveTo>
                  <a:cubicBezTo>
                    <a:pt x="44" y="9450"/>
                    <a:pt x="1" y="9472"/>
                    <a:pt x="1" y="9521"/>
                  </a:cubicBezTo>
                  <a:cubicBezTo>
                    <a:pt x="1" y="9542"/>
                    <a:pt x="44" y="9585"/>
                    <a:pt x="65" y="9585"/>
                  </a:cubicBezTo>
                  <a:cubicBezTo>
                    <a:pt x="114" y="9585"/>
                    <a:pt x="136" y="9542"/>
                    <a:pt x="136" y="9521"/>
                  </a:cubicBezTo>
                  <a:cubicBezTo>
                    <a:pt x="136" y="9472"/>
                    <a:pt x="114" y="9450"/>
                    <a:pt x="65" y="9450"/>
                  </a:cubicBezTo>
                  <a:close/>
                  <a:moveTo>
                    <a:pt x="65" y="9720"/>
                  </a:moveTo>
                  <a:cubicBezTo>
                    <a:pt x="44" y="9720"/>
                    <a:pt x="1" y="9742"/>
                    <a:pt x="1" y="9791"/>
                  </a:cubicBezTo>
                  <a:cubicBezTo>
                    <a:pt x="1" y="9812"/>
                    <a:pt x="44" y="9855"/>
                    <a:pt x="65" y="9855"/>
                  </a:cubicBezTo>
                  <a:cubicBezTo>
                    <a:pt x="114" y="9855"/>
                    <a:pt x="136" y="9812"/>
                    <a:pt x="136" y="9791"/>
                  </a:cubicBezTo>
                  <a:cubicBezTo>
                    <a:pt x="136" y="9742"/>
                    <a:pt x="114" y="9720"/>
                    <a:pt x="65" y="9720"/>
                  </a:cubicBezTo>
                  <a:close/>
                  <a:moveTo>
                    <a:pt x="65" y="9990"/>
                  </a:moveTo>
                  <a:cubicBezTo>
                    <a:pt x="44" y="9990"/>
                    <a:pt x="1" y="10012"/>
                    <a:pt x="1" y="10061"/>
                  </a:cubicBezTo>
                  <a:cubicBezTo>
                    <a:pt x="1" y="10082"/>
                    <a:pt x="44" y="10125"/>
                    <a:pt x="65" y="10125"/>
                  </a:cubicBezTo>
                  <a:cubicBezTo>
                    <a:pt x="114" y="10125"/>
                    <a:pt x="136" y="10082"/>
                    <a:pt x="136" y="10061"/>
                  </a:cubicBezTo>
                  <a:cubicBezTo>
                    <a:pt x="136" y="10012"/>
                    <a:pt x="114" y="9990"/>
                    <a:pt x="65" y="9990"/>
                  </a:cubicBezTo>
                  <a:close/>
                  <a:moveTo>
                    <a:pt x="65" y="10260"/>
                  </a:moveTo>
                  <a:cubicBezTo>
                    <a:pt x="44" y="10260"/>
                    <a:pt x="1" y="10282"/>
                    <a:pt x="1" y="10331"/>
                  </a:cubicBezTo>
                  <a:cubicBezTo>
                    <a:pt x="1" y="10352"/>
                    <a:pt x="44" y="10395"/>
                    <a:pt x="65" y="10395"/>
                  </a:cubicBezTo>
                  <a:cubicBezTo>
                    <a:pt x="114" y="10395"/>
                    <a:pt x="136" y="10352"/>
                    <a:pt x="136" y="10331"/>
                  </a:cubicBezTo>
                  <a:cubicBezTo>
                    <a:pt x="136" y="10282"/>
                    <a:pt x="114" y="10260"/>
                    <a:pt x="65" y="10260"/>
                  </a:cubicBezTo>
                  <a:close/>
                  <a:moveTo>
                    <a:pt x="65" y="10530"/>
                  </a:moveTo>
                  <a:cubicBezTo>
                    <a:pt x="44" y="10530"/>
                    <a:pt x="1" y="10552"/>
                    <a:pt x="1" y="10601"/>
                  </a:cubicBezTo>
                  <a:cubicBezTo>
                    <a:pt x="1" y="10622"/>
                    <a:pt x="44" y="10665"/>
                    <a:pt x="65" y="10665"/>
                  </a:cubicBezTo>
                  <a:cubicBezTo>
                    <a:pt x="114" y="10665"/>
                    <a:pt x="136" y="10622"/>
                    <a:pt x="136" y="10601"/>
                  </a:cubicBezTo>
                  <a:cubicBezTo>
                    <a:pt x="136" y="10552"/>
                    <a:pt x="114" y="10530"/>
                    <a:pt x="65" y="10530"/>
                  </a:cubicBezTo>
                  <a:close/>
                  <a:moveTo>
                    <a:pt x="65" y="10800"/>
                  </a:moveTo>
                  <a:cubicBezTo>
                    <a:pt x="44" y="10800"/>
                    <a:pt x="1" y="10822"/>
                    <a:pt x="1" y="10871"/>
                  </a:cubicBezTo>
                  <a:cubicBezTo>
                    <a:pt x="1" y="10892"/>
                    <a:pt x="44" y="10935"/>
                    <a:pt x="65" y="10935"/>
                  </a:cubicBezTo>
                  <a:cubicBezTo>
                    <a:pt x="114" y="10935"/>
                    <a:pt x="136" y="10892"/>
                    <a:pt x="136" y="10871"/>
                  </a:cubicBezTo>
                  <a:cubicBezTo>
                    <a:pt x="136" y="10822"/>
                    <a:pt x="114" y="10800"/>
                    <a:pt x="65" y="10800"/>
                  </a:cubicBezTo>
                  <a:close/>
                  <a:moveTo>
                    <a:pt x="65" y="11070"/>
                  </a:moveTo>
                  <a:cubicBezTo>
                    <a:pt x="44" y="11070"/>
                    <a:pt x="1" y="11092"/>
                    <a:pt x="1" y="11141"/>
                  </a:cubicBezTo>
                  <a:cubicBezTo>
                    <a:pt x="1" y="11162"/>
                    <a:pt x="44" y="11205"/>
                    <a:pt x="65" y="11205"/>
                  </a:cubicBezTo>
                  <a:cubicBezTo>
                    <a:pt x="114" y="11205"/>
                    <a:pt x="136" y="11162"/>
                    <a:pt x="136" y="11141"/>
                  </a:cubicBezTo>
                  <a:cubicBezTo>
                    <a:pt x="136" y="11092"/>
                    <a:pt x="114" y="11070"/>
                    <a:pt x="65" y="11070"/>
                  </a:cubicBezTo>
                  <a:close/>
                  <a:moveTo>
                    <a:pt x="65" y="11340"/>
                  </a:moveTo>
                  <a:cubicBezTo>
                    <a:pt x="44" y="11340"/>
                    <a:pt x="1" y="11362"/>
                    <a:pt x="1" y="11411"/>
                  </a:cubicBezTo>
                  <a:cubicBezTo>
                    <a:pt x="1" y="11432"/>
                    <a:pt x="44" y="11475"/>
                    <a:pt x="65" y="11475"/>
                  </a:cubicBezTo>
                  <a:cubicBezTo>
                    <a:pt x="114" y="11475"/>
                    <a:pt x="136" y="11432"/>
                    <a:pt x="136" y="11411"/>
                  </a:cubicBezTo>
                  <a:cubicBezTo>
                    <a:pt x="136" y="11362"/>
                    <a:pt x="114" y="11340"/>
                    <a:pt x="65" y="11340"/>
                  </a:cubicBezTo>
                  <a:close/>
                  <a:moveTo>
                    <a:pt x="65" y="11610"/>
                  </a:moveTo>
                  <a:cubicBezTo>
                    <a:pt x="44" y="11610"/>
                    <a:pt x="1" y="11632"/>
                    <a:pt x="1" y="11681"/>
                  </a:cubicBezTo>
                  <a:cubicBezTo>
                    <a:pt x="1" y="11702"/>
                    <a:pt x="44" y="11745"/>
                    <a:pt x="65" y="11745"/>
                  </a:cubicBezTo>
                  <a:cubicBezTo>
                    <a:pt x="114" y="11745"/>
                    <a:pt x="136" y="11702"/>
                    <a:pt x="136" y="11681"/>
                  </a:cubicBezTo>
                  <a:cubicBezTo>
                    <a:pt x="136" y="11632"/>
                    <a:pt x="114" y="11610"/>
                    <a:pt x="65" y="11610"/>
                  </a:cubicBezTo>
                  <a:close/>
                  <a:moveTo>
                    <a:pt x="65" y="11880"/>
                  </a:moveTo>
                  <a:cubicBezTo>
                    <a:pt x="44" y="11880"/>
                    <a:pt x="1" y="11902"/>
                    <a:pt x="1" y="11951"/>
                  </a:cubicBezTo>
                  <a:cubicBezTo>
                    <a:pt x="1" y="11972"/>
                    <a:pt x="44" y="12016"/>
                    <a:pt x="65" y="12016"/>
                  </a:cubicBezTo>
                  <a:cubicBezTo>
                    <a:pt x="114" y="12016"/>
                    <a:pt x="136" y="11972"/>
                    <a:pt x="136" y="11951"/>
                  </a:cubicBezTo>
                  <a:cubicBezTo>
                    <a:pt x="136" y="11902"/>
                    <a:pt x="114" y="11880"/>
                    <a:pt x="65" y="11880"/>
                  </a:cubicBezTo>
                  <a:close/>
                  <a:moveTo>
                    <a:pt x="65" y="12151"/>
                  </a:moveTo>
                  <a:cubicBezTo>
                    <a:pt x="44" y="12151"/>
                    <a:pt x="1" y="12172"/>
                    <a:pt x="1" y="12221"/>
                  </a:cubicBezTo>
                  <a:cubicBezTo>
                    <a:pt x="1" y="12242"/>
                    <a:pt x="44" y="12286"/>
                    <a:pt x="65" y="12286"/>
                  </a:cubicBezTo>
                  <a:cubicBezTo>
                    <a:pt x="114" y="12286"/>
                    <a:pt x="136" y="12242"/>
                    <a:pt x="136" y="12221"/>
                  </a:cubicBezTo>
                  <a:cubicBezTo>
                    <a:pt x="136" y="12172"/>
                    <a:pt x="114" y="12151"/>
                    <a:pt x="65" y="12151"/>
                  </a:cubicBezTo>
                  <a:close/>
                  <a:moveTo>
                    <a:pt x="65" y="12421"/>
                  </a:moveTo>
                  <a:cubicBezTo>
                    <a:pt x="44" y="12421"/>
                    <a:pt x="1" y="12442"/>
                    <a:pt x="1" y="12491"/>
                  </a:cubicBezTo>
                  <a:cubicBezTo>
                    <a:pt x="1" y="12512"/>
                    <a:pt x="44" y="12556"/>
                    <a:pt x="65" y="12556"/>
                  </a:cubicBezTo>
                  <a:cubicBezTo>
                    <a:pt x="114" y="12556"/>
                    <a:pt x="136" y="12512"/>
                    <a:pt x="136" y="12491"/>
                  </a:cubicBezTo>
                  <a:cubicBezTo>
                    <a:pt x="136" y="12442"/>
                    <a:pt x="114" y="12421"/>
                    <a:pt x="65" y="12421"/>
                  </a:cubicBezTo>
                  <a:close/>
                  <a:moveTo>
                    <a:pt x="249" y="12534"/>
                  </a:moveTo>
                  <a:cubicBezTo>
                    <a:pt x="200" y="12534"/>
                    <a:pt x="179" y="12556"/>
                    <a:pt x="179" y="12599"/>
                  </a:cubicBezTo>
                  <a:cubicBezTo>
                    <a:pt x="179" y="12626"/>
                    <a:pt x="200" y="12669"/>
                    <a:pt x="249" y="12669"/>
                  </a:cubicBezTo>
                  <a:cubicBezTo>
                    <a:pt x="271" y="12669"/>
                    <a:pt x="314" y="12626"/>
                    <a:pt x="314" y="12599"/>
                  </a:cubicBezTo>
                  <a:cubicBezTo>
                    <a:pt x="314" y="12556"/>
                    <a:pt x="271" y="12534"/>
                    <a:pt x="249" y="12534"/>
                  </a:cubicBezTo>
                  <a:close/>
                  <a:moveTo>
                    <a:pt x="519" y="12534"/>
                  </a:moveTo>
                  <a:cubicBezTo>
                    <a:pt x="470" y="12534"/>
                    <a:pt x="449" y="12556"/>
                    <a:pt x="449" y="12599"/>
                  </a:cubicBezTo>
                  <a:cubicBezTo>
                    <a:pt x="449" y="12626"/>
                    <a:pt x="470" y="12669"/>
                    <a:pt x="519" y="12669"/>
                  </a:cubicBezTo>
                  <a:cubicBezTo>
                    <a:pt x="541" y="12669"/>
                    <a:pt x="584" y="12626"/>
                    <a:pt x="584" y="12599"/>
                  </a:cubicBezTo>
                  <a:cubicBezTo>
                    <a:pt x="584" y="12556"/>
                    <a:pt x="541" y="12534"/>
                    <a:pt x="519" y="12534"/>
                  </a:cubicBezTo>
                  <a:close/>
                  <a:moveTo>
                    <a:pt x="789" y="12534"/>
                  </a:moveTo>
                  <a:cubicBezTo>
                    <a:pt x="740" y="12534"/>
                    <a:pt x="719" y="12556"/>
                    <a:pt x="719" y="12599"/>
                  </a:cubicBezTo>
                  <a:cubicBezTo>
                    <a:pt x="719" y="12626"/>
                    <a:pt x="740" y="12669"/>
                    <a:pt x="789" y="12669"/>
                  </a:cubicBezTo>
                  <a:cubicBezTo>
                    <a:pt x="811" y="12669"/>
                    <a:pt x="854" y="12626"/>
                    <a:pt x="854" y="12599"/>
                  </a:cubicBezTo>
                  <a:cubicBezTo>
                    <a:pt x="854" y="12556"/>
                    <a:pt x="811" y="12534"/>
                    <a:pt x="789" y="12534"/>
                  </a:cubicBezTo>
                  <a:close/>
                  <a:moveTo>
                    <a:pt x="1059" y="12534"/>
                  </a:moveTo>
                  <a:cubicBezTo>
                    <a:pt x="1010" y="12534"/>
                    <a:pt x="989" y="12556"/>
                    <a:pt x="989" y="12599"/>
                  </a:cubicBezTo>
                  <a:cubicBezTo>
                    <a:pt x="989" y="12626"/>
                    <a:pt x="1010" y="12669"/>
                    <a:pt x="1059" y="12669"/>
                  </a:cubicBezTo>
                  <a:cubicBezTo>
                    <a:pt x="1081" y="12669"/>
                    <a:pt x="1124" y="12626"/>
                    <a:pt x="1124" y="12599"/>
                  </a:cubicBezTo>
                  <a:cubicBezTo>
                    <a:pt x="1124" y="12556"/>
                    <a:pt x="1081" y="12534"/>
                    <a:pt x="1059" y="12534"/>
                  </a:cubicBezTo>
                  <a:close/>
                  <a:moveTo>
                    <a:pt x="1329" y="12534"/>
                  </a:moveTo>
                  <a:cubicBezTo>
                    <a:pt x="1280" y="12534"/>
                    <a:pt x="1259" y="12556"/>
                    <a:pt x="1259" y="12599"/>
                  </a:cubicBezTo>
                  <a:cubicBezTo>
                    <a:pt x="1259" y="12626"/>
                    <a:pt x="1280" y="12669"/>
                    <a:pt x="1329" y="12669"/>
                  </a:cubicBezTo>
                  <a:cubicBezTo>
                    <a:pt x="1351" y="12669"/>
                    <a:pt x="1394" y="12626"/>
                    <a:pt x="1394" y="12599"/>
                  </a:cubicBezTo>
                  <a:cubicBezTo>
                    <a:pt x="1394" y="12556"/>
                    <a:pt x="1351" y="12534"/>
                    <a:pt x="1329" y="12534"/>
                  </a:cubicBezTo>
                  <a:close/>
                  <a:moveTo>
                    <a:pt x="1599" y="12534"/>
                  </a:moveTo>
                  <a:cubicBezTo>
                    <a:pt x="1550" y="12534"/>
                    <a:pt x="1529" y="12556"/>
                    <a:pt x="1529" y="12599"/>
                  </a:cubicBezTo>
                  <a:cubicBezTo>
                    <a:pt x="1529" y="12626"/>
                    <a:pt x="1550" y="12669"/>
                    <a:pt x="1599" y="12669"/>
                  </a:cubicBezTo>
                  <a:cubicBezTo>
                    <a:pt x="1621" y="12669"/>
                    <a:pt x="1664" y="12626"/>
                    <a:pt x="1664" y="12599"/>
                  </a:cubicBezTo>
                  <a:cubicBezTo>
                    <a:pt x="1664" y="12556"/>
                    <a:pt x="1621" y="12534"/>
                    <a:pt x="1599" y="12534"/>
                  </a:cubicBezTo>
                  <a:close/>
                  <a:moveTo>
                    <a:pt x="1869" y="12534"/>
                  </a:moveTo>
                  <a:cubicBezTo>
                    <a:pt x="1820" y="12534"/>
                    <a:pt x="1799" y="12556"/>
                    <a:pt x="1799" y="12599"/>
                  </a:cubicBezTo>
                  <a:cubicBezTo>
                    <a:pt x="1799" y="12626"/>
                    <a:pt x="1820" y="12669"/>
                    <a:pt x="1869" y="12669"/>
                  </a:cubicBezTo>
                  <a:cubicBezTo>
                    <a:pt x="1891" y="12669"/>
                    <a:pt x="1934" y="12626"/>
                    <a:pt x="1934" y="12599"/>
                  </a:cubicBezTo>
                  <a:cubicBezTo>
                    <a:pt x="1934" y="12556"/>
                    <a:pt x="1891" y="12534"/>
                    <a:pt x="1869" y="12534"/>
                  </a:cubicBezTo>
                  <a:close/>
                  <a:moveTo>
                    <a:pt x="2139" y="12534"/>
                  </a:moveTo>
                  <a:cubicBezTo>
                    <a:pt x="2090" y="12534"/>
                    <a:pt x="2069" y="12556"/>
                    <a:pt x="2069" y="12599"/>
                  </a:cubicBezTo>
                  <a:cubicBezTo>
                    <a:pt x="2069" y="12626"/>
                    <a:pt x="2090" y="12669"/>
                    <a:pt x="2139" y="12669"/>
                  </a:cubicBezTo>
                  <a:cubicBezTo>
                    <a:pt x="2161" y="12669"/>
                    <a:pt x="2204" y="12626"/>
                    <a:pt x="2204" y="12599"/>
                  </a:cubicBezTo>
                  <a:cubicBezTo>
                    <a:pt x="2204" y="12556"/>
                    <a:pt x="2161" y="12534"/>
                    <a:pt x="2139" y="12534"/>
                  </a:cubicBezTo>
                  <a:close/>
                  <a:moveTo>
                    <a:pt x="2409" y="12534"/>
                  </a:moveTo>
                  <a:cubicBezTo>
                    <a:pt x="2361" y="12534"/>
                    <a:pt x="2339" y="12556"/>
                    <a:pt x="2339" y="12599"/>
                  </a:cubicBezTo>
                  <a:cubicBezTo>
                    <a:pt x="2339" y="12626"/>
                    <a:pt x="2361" y="12669"/>
                    <a:pt x="2409" y="12669"/>
                  </a:cubicBezTo>
                  <a:cubicBezTo>
                    <a:pt x="2431" y="12669"/>
                    <a:pt x="2474" y="12626"/>
                    <a:pt x="2474" y="12599"/>
                  </a:cubicBezTo>
                  <a:cubicBezTo>
                    <a:pt x="2474" y="12556"/>
                    <a:pt x="2431" y="12534"/>
                    <a:pt x="2409" y="12534"/>
                  </a:cubicBezTo>
                  <a:close/>
                  <a:moveTo>
                    <a:pt x="2679" y="12534"/>
                  </a:moveTo>
                  <a:cubicBezTo>
                    <a:pt x="2631" y="12534"/>
                    <a:pt x="2609" y="12556"/>
                    <a:pt x="2609" y="12599"/>
                  </a:cubicBezTo>
                  <a:cubicBezTo>
                    <a:pt x="2609" y="12626"/>
                    <a:pt x="2631" y="12669"/>
                    <a:pt x="2679" y="12669"/>
                  </a:cubicBezTo>
                  <a:cubicBezTo>
                    <a:pt x="2701" y="12669"/>
                    <a:pt x="2744" y="12626"/>
                    <a:pt x="2744" y="12599"/>
                  </a:cubicBezTo>
                  <a:cubicBezTo>
                    <a:pt x="2744" y="12556"/>
                    <a:pt x="2701" y="12534"/>
                    <a:pt x="2679" y="12534"/>
                  </a:cubicBezTo>
                  <a:close/>
                  <a:moveTo>
                    <a:pt x="2949" y="12534"/>
                  </a:moveTo>
                  <a:cubicBezTo>
                    <a:pt x="2901" y="12534"/>
                    <a:pt x="2879" y="12556"/>
                    <a:pt x="2879" y="12599"/>
                  </a:cubicBezTo>
                  <a:cubicBezTo>
                    <a:pt x="2879" y="12626"/>
                    <a:pt x="2901" y="12669"/>
                    <a:pt x="2949" y="12669"/>
                  </a:cubicBezTo>
                  <a:cubicBezTo>
                    <a:pt x="2971" y="12669"/>
                    <a:pt x="3014" y="12626"/>
                    <a:pt x="3014" y="12599"/>
                  </a:cubicBezTo>
                  <a:cubicBezTo>
                    <a:pt x="3014" y="12556"/>
                    <a:pt x="2971" y="12534"/>
                    <a:pt x="2949" y="12534"/>
                  </a:cubicBezTo>
                  <a:close/>
                  <a:moveTo>
                    <a:pt x="3219" y="12534"/>
                  </a:moveTo>
                  <a:cubicBezTo>
                    <a:pt x="3171" y="12534"/>
                    <a:pt x="3149" y="12556"/>
                    <a:pt x="3149" y="12599"/>
                  </a:cubicBezTo>
                  <a:cubicBezTo>
                    <a:pt x="3149" y="12626"/>
                    <a:pt x="3171" y="12669"/>
                    <a:pt x="3219" y="12669"/>
                  </a:cubicBezTo>
                  <a:cubicBezTo>
                    <a:pt x="3241" y="12669"/>
                    <a:pt x="3284" y="12626"/>
                    <a:pt x="3284" y="12599"/>
                  </a:cubicBezTo>
                  <a:cubicBezTo>
                    <a:pt x="3284" y="12556"/>
                    <a:pt x="3241" y="12534"/>
                    <a:pt x="3219" y="12534"/>
                  </a:cubicBezTo>
                  <a:close/>
                  <a:moveTo>
                    <a:pt x="3489" y="12534"/>
                  </a:moveTo>
                  <a:cubicBezTo>
                    <a:pt x="3441" y="12534"/>
                    <a:pt x="3419" y="12556"/>
                    <a:pt x="3419" y="12599"/>
                  </a:cubicBezTo>
                  <a:cubicBezTo>
                    <a:pt x="3419" y="12626"/>
                    <a:pt x="3441" y="12669"/>
                    <a:pt x="3489" y="12669"/>
                  </a:cubicBezTo>
                  <a:cubicBezTo>
                    <a:pt x="3511" y="12669"/>
                    <a:pt x="3554" y="12626"/>
                    <a:pt x="3554" y="12599"/>
                  </a:cubicBezTo>
                  <a:cubicBezTo>
                    <a:pt x="3554" y="12556"/>
                    <a:pt x="3511" y="12534"/>
                    <a:pt x="3489" y="12534"/>
                  </a:cubicBezTo>
                  <a:close/>
                  <a:moveTo>
                    <a:pt x="3759" y="12534"/>
                  </a:moveTo>
                  <a:cubicBezTo>
                    <a:pt x="3711" y="12534"/>
                    <a:pt x="3689" y="12556"/>
                    <a:pt x="3689" y="12599"/>
                  </a:cubicBezTo>
                  <a:cubicBezTo>
                    <a:pt x="3689" y="12626"/>
                    <a:pt x="3711" y="12669"/>
                    <a:pt x="3759" y="12669"/>
                  </a:cubicBezTo>
                  <a:cubicBezTo>
                    <a:pt x="3781" y="12669"/>
                    <a:pt x="3824" y="12626"/>
                    <a:pt x="3824" y="12599"/>
                  </a:cubicBezTo>
                  <a:cubicBezTo>
                    <a:pt x="3824" y="12556"/>
                    <a:pt x="3781" y="12534"/>
                    <a:pt x="3759" y="12534"/>
                  </a:cubicBezTo>
                  <a:close/>
                  <a:moveTo>
                    <a:pt x="4029" y="12534"/>
                  </a:moveTo>
                  <a:cubicBezTo>
                    <a:pt x="3981" y="12534"/>
                    <a:pt x="3959" y="12556"/>
                    <a:pt x="3959" y="12599"/>
                  </a:cubicBezTo>
                  <a:cubicBezTo>
                    <a:pt x="3959" y="12626"/>
                    <a:pt x="3981" y="12669"/>
                    <a:pt x="4029" y="12669"/>
                  </a:cubicBezTo>
                  <a:cubicBezTo>
                    <a:pt x="4051" y="12669"/>
                    <a:pt x="4094" y="12626"/>
                    <a:pt x="4094" y="12599"/>
                  </a:cubicBezTo>
                  <a:cubicBezTo>
                    <a:pt x="4094" y="12556"/>
                    <a:pt x="4051" y="12534"/>
                    <a:pt x="4029" y="12534"/>
                  </a:cubicBezTo>
                  <a:close/>
                  <a:moveTo>
                    <a:pt x="4299" y="12534"/>
                  </a:moveTo>
                  <a:cubicBezTo>
                    <a:pt x="4251" y="12534"/>
                    <a:pt x="4229" y="12556"/>
                    <a:pt x="4229" y="12599"/>
                  </a:cubicBezTo>
                  <a:cubicBezTo>
                    <a:pt x="4229" y="12626"/>
                    <a:pt x="4251" y="12669"/>
                    <a:pt x="4299" y="12669"/>
                  </a:cubicBezTo>
                  <a:cubicBezTo>
                    <a:pt x="4321" y="12669"/>
                    <a:pt x="4364" y="12626"/>
                    <a:pt x="4364" y="12599"/>
                  </a:cubicBezTo>
                  <a:cubicBezTo>
                    <a:pt x="4364" y="12556"/>
                    <a:pt x="4321" y="12534"/>
                    <a:pt x="4299" y="12534"/>
                  </a:cubicBezTo>
                  <a:close/>
                  <a:moveTo>
                    <a:pt x="4569" y="12534"/>
                  </a:moveTo>
                  <a:cubicBezTo>
                    <a:pt x="4521" y="12534"/>
                    <a:pt x="4499" y="12556"/>
                    <a:pt x="4499" y="12599"/>
                  </a:cubicBezTo>
                  <a:cubicBezTo>
                    <a:pt x="4499" y="12626"/>
                    <a:pt x="4521" y="12669"/>
                    <a:pt x="4569" y="12669"/>
                  </a:cubicBezTo>
                  <a:cubicBezTo>
                    <a:pt x="4591" y="12669"/>
                    <a:pt x="4634" y="12626"/>
                    <a:pt x="4634" y="12599"/>
                  </a:cubicBezTo>
                  <a:cubicBezTo>
                    <a:pt x="4634" y="12556"/>
                    <a:pt x="4591" y="12534"/>
                    <a:pt x="4569" y="12534"/>
                  </a:cubicBezTo>
                  <a:close/>
                  <a:moveTo>
                    <a:pt x="4839" y="12534"/>
                  </a:moveTo>
                  <a:cubicBezTo>
                    <a:pt x="4791" y="12534"/>
                    <a:pt x="4769" y="12556"/>
                    <a:pt x="4769" y="12599"/>
                  </a:cubicBezTo>
                  <a:cubicBezTo>
                    <a:pt x="4769" y="12626"/>
                    <a:pt x="4791" y="12669"/>
                    <a:pt x="4839" y="12669"/>
                  </a:cubicBezTo>
                  <a:cubicBezTo>
                    <a:pt x="4861" y="12669"/>
                    <a:pt x="4904" y="12626"/>
                    <a:pt x="4904" y="12599"/>
                  </a:cubicBezTo>
                  <a:cubicBezTo>
                    <a:pt x="4904" y="12556"/>
                    <a:pt x="4861" y="12534"/>
                    <a:pt x="4839" y="12534"/>
                  </a:cubicBezTo>
                  <a:close/>
                  <a:moveTo>
                    <a:pt x="5017" y="12599"/>
                  </a:moveTo>
                  <a:cubicBezTo>
                    <a:pt x="4996" y="12599"/>
                    <a:pt x="4953" y="12626"/>
                    <a:pt x="4953" y="12669"/>
                  </a:cubicBezTo>
                  <a:cubicBezTo>
                    <a:pt x="4953" y="12691"/>
                    <a:pt x="4996" y="12734"/>
                    <a:pt x="5017" y="12734"/>
                  </a:cubicBezTo>
                  <a:cubicBezTo>
                    <a:pt x="5061" y="12734"/>
                    <a:pt x="5088" y="12691"/>
                    <a:pt x="5088" y="12669"/>
                  </a:cubicBezTo>
                  <a:cubicBezTo>
                    <a:pt x="5088" y="12626"/>
                    <a:pt x="5061" y="12599"/>
                    <a:pt x="5017" y="12599"/>
                  </a:cubicBezTo>
                  <a:close/>
                  <a:moveTo>
                    <a:pt x="5017" y="12869"/>
                  </a:moveTo>
                  <a:cubicBezTo>
                    <a:pt x="4996" y="12869"/>
                    <a:pt x="4953" y="12896"/>
                    <a:pt x="4953" y="12939"/>
                  </a:cubicBezTo>
                  <a:cubicBezTo>
                    <a:pt x="4953" y="12961"/>
                    <a:pt x="4996" y="13004"/>
                    <a:pt x="5017" y="13004"/>
                  </a:cubicBezTo>
                  <a:cubicBezTo>
                    <a:pt x="5061" y="13004"/>
                    <a:pt x="5088" y="12961"/>
                    <a:pt x="5088" y="12939"/>
                  </a:cubicBezTo>
                  <a:cubicBezTo>
                    <a:pt x="5088" y="12896"/>
                    <a:pt x="5061" y="12869"/>
                    <a:pt x="5017" y="12869"/>
                  </a:cubicBezTo>
                  <a:close/>
                  <a:moveTo>
                    <a:pt x="5017" y="13139"/>
                  </a:moveTo>
                  <a:cubicBezTo>
                    <a:pt x="4996" y="13139"/>
                    <a:pt x="4953" y="13166"/>
                    <a:pt x="4953" y="13209"/>
                  </a:cubicBezTo>
                  <a:cubicBezTo>
                    <a:pt x="4953" y="13231"/>
                    <a:pt x="4996" y="13274"/>
                    <a:pt x="5017" y="13274"/>
                  </a:cubicBezTo>
                  <a:cubicBezTo>
                    <a:pt x="5061" y="13274"/>
                    <a:pt x="5088" y="13231"/>
                    <a:pt x="5088" y="13209"/>
                  </a:cubicBezTo>
                  <a:cubicBezTo>
                    <a:pt x="5088" y="13166"/>
                    <a:pt x="5061" y="13139"/>
                    <a:pt x="5017" y="13139"/>
                  </a:cubicBezTo>
                  <a:close/>
                  <a:moveTo>
                    <a:pt x="5017" y="13409"/>
                  </a:moveTo>
                  <a:cubicBezTo>
                    <a:pt x="4996" y="13409"/>
                    <a:pt x="4953" y="13436"/>
                    <a:pt x="4953" y="13479"/>
                  </a:cubicBezTo>
                  <a:cubicBezTo>
                    <a:pt x="4953" y="13501"/>
                    <a:pt x="4996" y="13544"/>
                    <a:pt x="5017" y="13544"/>
                  </a:cubicBezTo>
                  <a:cubicBezTo>
                    <a:pt x="5061" y="13544"/>
                    <a:pt x="5088" y="13501"/>
                    <a:pt x="5088" y="13479"/>
                  </a:cubicBezTo>
                  <a:cubicBezTo>
                    <a:pt x="5088" y="13436"/>
                    <a:pt x="5061" y="13409"/>
                    <a:pt x="5017" y="13409"/>
                  </a:cubicBezTo>
                  <a:close/>
                  <a:moveTo>
                    <a:pt x="5017" y="13679"/>
                  </a:moveTo>
                  <a:cubicBezTo>
                    <a:pt x="4996" y="13679"/>
                    <a:pt x="4953" y="13706"/>
                    <a:pt x="4953" y="13749"/>
                  </a:cubicBezTo>
                  <a:cubicBezTo>
                    <a:pt x="4953" y="13771"/>
                    <a:pt x="4996" y="13814"/>
                    <a:pt x="5017" y="13814"/>
                  </a:cubicBezTo>
                  <a:cubicBezTo>
                    <a:pt x="5061" y="13814"/>
                    <a:pt x="5088" y="13771"/>
                    <a:pt x="5088" y="13749"/>
                  </a:cubicBezTo>
                  <a:cubicBezTo>
                    <a:pt x="5088" y="13706"/>
                    <a:pt x="5061" y="13679"/>
                    <a:pt x="5017" y="13679"/>
                  </a:cubicBezTo>
                  <a:close/>
                  <a:moveTo>
                    <a:pt x="5017" y="13949"/>
                  </a:moveTo>
                  <a:cubicBezTo>
                    <a:pt x="4996" y="13949"/>
                    <a:pt x="4953" y="13976"/>
                    <a:pt x="4953" y="14019"/>
                  </a:cubicBezTo>
                  <a:cubicBezTo>
                    <a:pt x="4953" y="14041"/>
                    <a:pt x="4996" y="14084"/>
                    <a:pt x="5017" y="14084"/>
                  </a:cubicBezTo>
                  <a:cubicBezTo>
                    <a:pt x="5061" y="14084"/>
                    <a:pt x="5088" y="14041"/>
                    <a:pt x="5088" y="14019"/>
                  </a:cubicBezTo>
                  <a:cubicBezTo>
                    <a:pt x="5088" y="13976"/>
                    <a:pt x="5061" y="13949"/>
                    <a:pt x="5017" y="13949"/>
                  </a:cubicBezTo>
                  <a:close/>
                  <a:moveTo>
                    <a:pt x="5017" y="14219"/>
                  </a:moveTo>
                  <a:cubicBezTo>
                    <a:pt x="4996" y="14219"/>
                    <a:pt x="4953" y="14246"/>
                    <a:pt x="4953" y="14289"/>
                  </a:cubicBezTo>
                  <a:cubicBezTo>
                    <a:pt x="4953" y="14311"/>
                    <a:pt x="4996" y="14354"/>
                    <a:pt x="5017" y="14354"/>
                  </a:cubicBezTo>
                  <a:cubicBezTo>
                    <a:pt x="5061" y="14354"/>
                    <a:pt x="5088" y="14311"/>
                    <a:pt x="5088" y="14289"/>
                  </a:cubicBezTo>
                  <a:cubicBezTo>
                    <a:pt x="5088" y="14246"/>
                    <a:pt x="5061" y="14219"/>
                    <a:pt x="5017" y="14219"/>
                  </a:cubicBezTo>
                  <a:close/>
                  <a:moveTo>
                    <a:pt x="5017" y="14489"/>
                  </a:moveTo>
                  <a:cubicBezTo>
                    <a:pt x="4996" y="14489"/>
                    <a:pt x="4953" y="14516"/>
                    <a:pt x="4953" y="14559"/>
                  </a:cubicBezTo>
                  <a:cubicBezTo>
                    <a:pt x="4953" y="14581"/>
                    <a:pt x="4996" y="14624"/>
                    <a:pt x="5017" y="14624"/>
                  </a:cubicBezTo>
                  <a:cubicBezTo>
                    <a:pt x="5061" y="14624"/>
                    <a:pt x="5088" y="14581"/>
                    <a:pt x="5088" y="14559"/>
                  </a:cubicBezTo>
                  <a:cubicBezTo>
                    <a:pt x="5088" y="14516"/>
                    <a:pt x="5061" y="14489"/>
                    <a:pt x="5017" y="14489"/>
                  </a:cubicBezTo>
                  <a:close/>
                  <a:moveTo>
                    <a:pt x="5017" y="14759"/>
                  </a:moveTo>
                  <a:cubicBezTo>
                    <a:pt x="4996" y="14759"/>
                    <a:pt x="4953" y="14786"/>
                    <a:pt x="4953" y="14829"/>
                  </a:cubicBezTo>
                  <a:cubicBezTo>
                    <a:pt x="4953" y="14851"/>
                    <a:pt x="4996" y="14894"/>
                    <a:pt x="5017" y="14894"/>
                  </a:cubicBezTo>
                  <a:cubicBezTo>
                    <a:pt x="5061" y="14894"/>
                    <a:pt x="5088" y="14851"/>
                    <a:pt x="5088" y="14829"/>
                  </a:cubicBezTo>
                  <a:cubicBezTo>
                    <a:pt x="5088" y="14786"/>
                    <a:pt x="5061" y="14759"/>
                    <a:pt x="5017" y="14759"/>
                  </a:cubicBezTo>
                  <a:close/>
                  <a:moveTo>
                    <a:pt x="5017" y="15029"/>
                  </a:moveTo>
                  <a:cubicBezTo>
                    <a:pt x="4996" y="15029"/>
                    <a:pt x="4953" y="15056"/>
                    <a:pt x="4953" y="15099"/>
                  </a:cubicBezTo>
                  <a:cubicBezTo>
                    <a:pt x="4953" y="15121"/>
                    <a:pt x="4996" y="15164"/>
                    <a:pt x="5017" y="15164"/>
                  </a:cubicBezTo>
                  <a:cubicBezTo>
                    <a:pt x="5061" y="15164"/>
                    <a:pt x="5088" y="15121"/>
                    <a:pt x="5088" y="15099"/>
                  </a:cubicBezTo>
                  <a:cubicBezTo>
                    <a:pt x="5088" y="15056"/>
                    <a:pt x="5061" y="15029"/>
                    <a:pt x="5017" y="15029"/>
                  </a:cubicBezTo>
                  <a:close/>
                  <a:moveTo>
                    <a:pt x="5017" y="15299"/>
                  </a:moveTo>
                  <a:cubicBezTo>
                    <a:pt x="4996" y="15299"/>
                    <a:pt x="4953" y="15326"/>
                    <a:pt x="4953" y="15369"/>
                  </a:cubicBezTo>
                  <a:cubicBezTo>
                    <a:pt x="4953" y="15391"/>
                    <a:pt x="4996" y="15434"/>
                    <a:pt x="5017" y="15434"/>
                  </a:cubicBezTo>
                  <a:cubicBezTo>
                    <a:pt x="5061" y="15434"/>
                    <a:pt x="5088" y="15391"/>
                    <a:pt x="5088" y="15369"/>
                  </a:cubicBezTo>
                  <a:cubicBezTo>
                    <a:pt x="5088" y="15326"/>
                    <a:pt x="5061" y="15299"/>
                    <a:pt x="5017" y="15299"/>
                  </a:cubicBezTo>
                  <a:close/>
                  <a:moveTo>
                    <a:pt x="5017" y="15569"/>
                  </a:moveTo>
                  <a:cubicBezTo>
                    <a:pt x="4996" y="15569"/>
                    <a:pt x="4953" y="15596"/>
                    <a:pt x="4953" y="15639"/>
                  </a:cubicBezTo>
                  <a:cubicBezTo>
                    <a:pt x="4953" y="15661"/>
                    <a:pt x="4996" y="15704"/>
                    <a:pt x="5017" y="15704"/>
                  </a:cubicBezTo>
                  <a:cubicBezTo>
                    <a:pt x="5061" y="15704"/>
                    <a:pt x="5088" y="15661"/>
                    <a:pt x="5088" y="15639"/>
                  </a:cubicBezTo>
                  <a:cubicBezTo>
                    <a:pt x="5088" y="15596"/>
                    <a:pt x="5061" y="15569"/>
                    <a:pt x="5017" y="15569"/>
                  </a:cubicBezTo>
                  <a:close/>
                  <a:moveTo>
                    <a:pt x="5017" y="15839"/>
                  </a:moveTo>
                  <a:cubicBezTo>
                    <a:pt x="4996" y="15839"/>
                    <a:pt x="4953" y="15866"/>
                    <a:pt x="4953" y="15909"/>
                  </a:cubicBezTo>
                  <a:cubicBezTo>
                    <a:pt x="4953" y="15931"/>
                    <a:pt x="4996" y="15974"/>
                    <a:pt x="5017" y="15974"/>
                  </a:cubicBezTo>
                  <a:cubicBezTo>
                    <a:pt x="5061" y="15974"/>
                    <a:pt x="5088" y="15931"/>
                    <a:pt x="5088" y="15909"/>
                  </a:cubicBezTo>
                  <a:cubicBezTo>
                    <a:pt x="5088" y="15866"/>
                    <a:pt x="5061" y="15839"/>
                    <a:pt x="5017" y="15839"/>
                  </a:cubicBezTo>
                  <a:close/>
                  <a:moveTo>
                    <a:pt x="5017" y="16109"/>
                  </a:moveTo>
                  <a:cubicBezTo>
                    <a:pt x="4996" y="16109"/>
                    <a:pt x="4953" y="16136"/>
                    <a:pt x="4953" y="16179"/>
                  </a:cubicBezTo>
                  <a:cubicBezTo>
                    <a:pt x="4953" y="16201"/>
                    <a:pt x="4996" y="16244"/>
                    <a:pt x="5017" y="16244"/>
                  </a:cubicBezTo>
                  <a:cubicBezTo>
                    <a:pt x="5061" y="16244"/>
                    <a:pt x="5088" y="16201"/>
                    <a:pt x="5088" y="16179"/>
                  </a:cubicBezTo>
                  <a:cubicBezTo>
                    <a:pt x="5088" y="16136"/>
                    <a:pt x="5061" y="16109"/>
                    <a:pt x="5017" y="16109"/>
                  </a:cubicBezTo>
                  <a:close/>
                  <a:moveTo>
                    <a:pt x="5017" y="16379"/>
                  </a:moveTo>
                  <a:cubicBezTo>
                    <a:pt x="4996" y="16379"/>
                    <a:pt x="4953" y="16406"/>
                    <a:pt x="4953" y="16449"/>
                  </a:cubicBezTo>
                  <a:cubicBezTo>
                    <a:pt x="4953" y="16471"/>
                    <a:pt x="4996" y="16514"/>
                    <a:pt x="5017" y="16514"/>
                  </a:cubicBezTo>
                  <a:cubicBezTo>
                    <a:pt x="5061" y="16514"/>
                    <a:pt x="5088" y="16471"/>
                    <a:pt x="5088" y="16449"/>
                  </a:cubicBezTo>
                  <a:cubicBezTo>
                    <a:pt x="5088" y="16406"/>
                    <a:pt x="5061" y="16379"/>
                    <a:pt x="5017" y="16379"/>
                  </a:cubicBezTo>
                  <a:close/>
                  <a:moveTo>
                    <a:pt x="5017" y="16649"/>
                  </a:moveTo>
                  <a:cubicBezTo>
                    <a:pt x="4996" y="16649"/>
                    <a:pt x="4953" y="16676"/>
                    <a:pt x="4953" y="16719"/>
                  </a:cubicBezTo>
                  <a:cubicBezTo>
                    <a:pt x="4953" y="16741"/>
                    <a:pt x="4996" y="16784"/>
                    <a:pt x="5017" y="16784"/>
                  </a:cubicBezTo>
                  <a:cubicBezTo>
                    <a:pt x="5061" y="16784"/>
                    <a:pt x="5088" y="16741"/>
                    <a:pt x="5088" y="16719"/>
                  </a:cubicBezTo>
                  <a:cubicBezTo>
                    <a:pt x="5088" y="16676"/>
                    <a:pt x="5061" y="16649"/>
                    <a:pt x="5017" y="16649"/>
                  </a:cubicBezTo>
                  <a:close/>
                  <a:moveTo>
                    <a:pt x="5017" y="16919"/>
                  </a:moveTo>
                  <a:cubicBezTo>
                    <a:pt x="4996" y="16919"/>
                    <a:pt x="4953" y="16946"/>
                    <a:pt x="4953" y="16989"/>
                  </a:cubicBezTo>
                  <a:cubicBezTo>
                    <a:pt x="4953" y="17011"/>
                    <a:pt x="4996" y="17054"/>
                    <a:pt x="5017" y="17054"/>
                  </a:cubicBezTo>
                  <a:cubicBezTo>
                    <a:pt x="5061" y="17054"/>
                    <a:pt x="5088" y="17011"/>
                    <a:pt x="5088" y="16989"/>
                  </a:cubicBezTo>
                  <a:cubicBezTo>
                    <a:pt x="5088" y="16946"/>
                    <a:pt x="5061" y="16919"/>
                    <a:pt x="5017" y="16919"/>
                  </a:cubicBezTo>
                  <a:close/>
                  <a:moveTo>
                    <a:pt x="5017" y="17189"/>
                  </a:moveTo>
                  <a:cubicBezTo>
                    <a:pt x="4996" y="17189"/>
                    <a:pt x="4953" y="17216"/>
                    <a:pt x="4953" y="17259"/>
                  </a:cubicBezTo>
                  <a:cubicBezTo>
                    <a:pt x="4953" y="17281"/>
                    <a:pt x="4996" y="17324"/>
                    <a:pt x="5017" y="17324"/>
                  </a:cubicBezTo>
                  <a:cubicBezTo>
                    <a:pt x="5061" y="17324"/>
                    <a:pt x="5088" y="17281"/>
                    <a:pt x="5088" y="17259"/>
                  </a:cubicBezTo>
                  <a:cubicBezTo>
                    <a:pt x="5088" y="17216"/>
                    <a:pt x="5061" y="17189"/>
                    <a:pt x="5017" y="17189"/>
                  </a:cubicBezTo>
                  <a:close/>
                  <a:moveTo>
                    <a:pt x="5017" y="17459"/>
                  </a:moveTo>
                  <a:cubicBezTo>
                    <a:pt x="4996" y="17459"/>
                    <a:pt x="4953" y="17486"/>
                    <a:pt x="4953" y="17529"/>
                  </a:cubicBezTo>
                  <a:cubicBezTo>
                    <a:pt x="4953" y="17551"/>
                    <a:pt x="4996" y="17594"/>
                    <a:pt x="5017" y="17594"/>
                  </a:cubicBezTo>
                  <a:cubicBezTo>
                    <a:pt x="5061" y="17594"/>
                    <a:pt x="5088" y="17551"/>
                    <a:pt x="5088" y="17529"/>
                  </a:cubicBezTo>
                  <a:cubicBezTo>
                    <a:pt x="5088" y="17486"/>
                    <a:pt x="5061" y="17459"/>
                    <a:pt x="5017" y="17459"/>
                  </a:cubicBezTo>
                  <a:close/>
                  <a:moveTo>
                    <a:pt x="5017" y="17729"/>
                  </a:moveTo>
                  <a:cubicBezTo>
                    <a:pt x="4996" y="17729"/>
                    <a:pt x="4953" y="17756"/>
                    <a:pt x="4953" y="17799"/>
                  </a:cubicBezTo>
                  <a:cubicBezTo>
                    <a:pt x="4953" y="17821"/>
                    <a:pt x="4996" y="17864"/>
                    <a:pt x="5017" y="17864"/>
                  </a:cubicBezTo>
                  <a:cubicBezTo>
                    <a:pt x="5061" y="17864"/>
                    <a:pt x="5088" y="17821"/>
                    <a:pt x="5088" y="17799"/>
                  </a:cubicBezTo>
                  <a:cubicBezTo>
                    <a:pt x="5088" y="17756"/>
                    <a:pt x="5061" y="17729"/>
                    <a:pt x="5017" y="17729"/>
                  </a:cubicBezTo>
                  <a:close/>
                  <a:moveTo>
                    <a:pt x="5017" y="17999"/>
                  </a:moveTo>
                  <a:cubicBezTo>
                    <a:pt x="4996" y="17999"/>
                    <a:pt x="4953" y="18026"/>
                    <a:pt x="4953" y="18069"/>
                  </a:cubicBezTo>
                  <a:cubicBezTo>
                    <a:pt x="4953" y="18091"/>
                    <a:pt x="4996" y="18134"/>
                    <a:pt x="5017" y="18134"/>
                  </a:cubicBezTo>
                  <a:cubicBezTo>
                    <a:pt x="5061" y="18134"/>
                    <a:pt x="5088" y="18091"/>
                    <a:pt x="5088" y="18069"/>
                  </a:cubicBezTo>
                  <a:cubicBezTo>
                    <a:pt x="5088" y="18026"/>
                    <a:pt x="5061" y="17999"/>
                    <a:pt x="5017" y="17999"/>
                  </a:cubicBezTo>
                  <a:close/>
                  <a:moveTo>
                    <a:pt x="5017" y="18269"/>
                  </a:moveTo>
                  <a:cubicBezTo>
                    <a:pt x="4996" y="18269"/>
                    <a:pt x="4953" y="18296"/>
                    <a:pt x="4953" y="18339"/>
                  </a:cubicBezTo>
                  <a:cubicBezTo>
                    <a:pt x="4953" y="18361"/>
                    <a:pt x="4996" y="18404"/>
                    <a:pt x="5017" y="18404"/>
                  </a:cubicBezTo>
                  <a:cubicBezTo>
                    <a:pt x="5061" y="18404"/>
                    <a:pt x="5088" y="18361"/>
                    <a:pt x="5088" y="18339"/>
                  </a:cubicBezTo>
                  <a:cubicBezTo>
                    <a:pt x="5088" y="18296"/>
                    <a:pt x="5061" y="18269"/>
                    <a:pt x="5017" y="18269"/>
                  </a:cubicBezTo>
                  <a:close/>
                  <a:moveTo>
                    <a:pt x="5017" y="18539"/>
                  </a:moveTo>
                  <a:cubicBezTo>
                    <a:pt x="4996" y="18539"/>
                    <a:pt x="4953" y="18566"/>
                    <a:pt x="4953" y="18609"/>
                  </a:cubicBezTo>
                  <a:cubicBezTo>
                    <a:pt x="4953" y="18631"/>
                    <a:pt x="4996" y="18674"/>
                    <a:pt x="5017" y="18674"/>
                  </a:cubicBezTo>
                  <a:cubicBezTo>
                    <a:pt x="5061" y="18674"/>
                    <a:pt x="5088" y="18631"/>
                    <a:pt x="5088" y="18609"/>
                  </a:cubicBezTo>
                  <a:cubicBezTo>
                    <a:pt x="5088" y="18566"/>
                    <a:pt x="5061" y="18539"/>
                    <a:pt x="5017" y="18539"/>
                  </a:cubicBezTo>
                  <a:close/>
                  <a:moveTo>
                    <a:pt x="5017" y="18809"/>
                  </a:moveTo>
                  <a:cubicBezTo>
                    <a:pt x="4996" y="18809"/>
                    <a:pt x="4953" y="18836"/>
                    <a:pt x="4953" y="18879"/>
                  </a:cubicBezTo>
                  <a:cubicBezTo>
                    <a:pt x="4953" y="18901"/>
                    <a:pt x="4996" y="18944"/>
                    <a:pt x="5017" y="18944"/>
                  </a:cubicBezTo>
                  <a:cubicBezTo>
                    <a:pt x="5061" y="18944"/>
                    <a:pt x="5088" y="18901"/>
                    <a:pt x="5088" y="18879"/>
                  </a:cubicBezTo>
                  <a:cubicBezTo>
                    <a:pt x="5088" y="18836"/>
                    <a:pt x="5061" y="18809"/>
                    <a:pt x="5017" y="18809"/>
                  </a:cubicBezTo>
                  <a:close/>
                  <a:moveTo>
                    <a:pt x="5017" y="19079"/>
                  </a:moveTo>
                  <a:cubicBezTo>
                    <a:pt x="4996" y="19079"/>
                    <a:pt x="4953" y="19106"/>
                    <a:pt x="4953" y="19149"/>
                  </a:cubicBezTo>
                  <a:cubicBezTo>
                    <a:pt x="4953" y="19171"/>
                    <a:pt x="4996" y="19214"/>
                    <a:pt x="5017" y="19214"/>
                  </a:cubicBezTo>
                  <a:cubicBezTo>
                    <a:pt x="5061" y="19214"/>
                    <a:pt x="5088" y="19171"/>
                    <a:pt x="5088" y="19149"/>
                  </a:cubicBezTo>
                  <a:cubicBezTo>
                    <a:pt x="5088" y="19106"/>
                    <a:pt x="5061" y="19079"/>
                    <a:pt x="5017" y="19079"/>
                  </a:cubicBezTo>
                  <a:close/>
                  <a:moveTo>
                    <a:pt x="4974" y="19398"/>
                  </a:moveTo>
                  <a:cubicBezTo>
                    <a:pt x="4953" y="19398"/>
                    <a:pt x="4953" y="19419"/>
                    <a:pt x="4953" y="19419"/>
                  </a:cubicBezTo>
                  <a:cubicBezTo>
                    <a:pt x="4953" y="19441"/>
                    <a:pt x="4996" y="19484"/>
                    <a:pt x="5017" y="19484"/>
                  </a:cubicBezTo>
                  <a:cubicBezTo>
                    <a:pt x="5061" y="19484"/>
                    <a:pt x="5088" y="19441"/>
                    <a:pt x="5088" y="19419"/>
                  </a:cubicBezTo>
                  <a:lnTo>
                    <a:pt x="5088" y="19398"/>
                  </a:lnTo>
                  <a:cubicBezTo>
                    <a:pt x="5088" y="19441"/>
                    <a:pt x="5061" y="19462"/>
                    <a:pt x="5017" y="19462"/>
                  </a:cubicBezTo>
                  <a:cubicBezTo>
                    <a:pt x="4996" y="19462"/>
                    <a:pt x="4974" y="19441"/>
                    <a:pt x="4974" y="19398"/>
                  </a:cubicBezTo>
                  <a:close/>
                  <a:moveTo>
                    <a:pt x="5017" y="19619"/>
                  </a:moveTo>
                  <a:cubicBezTo>
                    <a:pt x="4996" y="19619"/>
                    <a:pt x="4953" y="19646"/>
                    <a:pt x="4953" y="19689"/>
                  </a:cubicBezTo>
                  <a:cubicBezTo>
                    <a:pt x="4953" y="19711"/>
                    <a:pt x="4996" y="19754"/>
                    <a:pt x="5017" y="19754"/>
                  </a:cubicBezTo>
                  <a:cubicBezTo>
                    <a:pt x="5061" y="19754"/>
                    <a:pt x="5088" y="19711"/>
                    <a:pt x="5088" y="19689"/>
                  </a:cubicBezTo>
                  <a:cubicBezTo>
                    <a:pt x="5088" y="19646"/>
                    <a:pt x="5061" y="19619"/>
                    <a:pt x="5017" y="19619"/>
                  </a:cubicBezTo>
                  <a:close/>
                  <a:moveTo>
                    <a:pt x="5017" y="19889"/>
                  </a:moveTo>
                  <a:cubicBezTo>
                    <a:pt x="4996" y="19889"/>
                    <a:pt x="4953" y="19916"/>
                    <a:pt x="4953" y="19959"/>
                  </a:cubicBezTo>
                  <a:cubicBezTo>
                    <a:pt x="4953" y="19981"/>
                    <a:pt x="4996" y="20024"/>
                    <a:pt x="5017" y="20024"/>
                  </a:cubicBezTo>
                  <a:cubicBezTo>
                    <a:pt x="5061" y="20024"/>
                    <a:pt x="5088" y="19981"/>
                    <a:pt x="5088" y="19959"/>
                  </a:cubicBezTo>
                  <a:cubicBezTo>
                    <a:pt x="5088" y="19916"/>
                    <a:pt x="5061" y="19889"/>
                    <a:pt x="5017" y="19889"/>
                  </a:cubicBezTo>
                  <a:close/>
                  <a:moveTo>
                    <a:pt x="5017" y="20159"/>
                  </a:moveTo>
                  <a:cubicBezTo>
                    <a:pt x="4996" y="20159"/>
                    <a:pt x="4953" y="20186"/>
                    <a:pt x="4953" y="20229"/>
                  </a:cubicBezTo>
                  <a:cubicBezTo>
                    <a:pt x="4953" y="20251"/>
                    <a:pt x="4996" y="20294"/>
                    <a:pt x="5017" y="20294"/>
                  </a:cubicBezTo>
                  <a:cubicBezTo>
                    <a:pt x="5061" y="20294"/>
                    <a:pt x="5088" y="20251"/>
                    <a:pt x="5088" y="20229"/>
                  </a:cubicBezTo>
                  <a:cubicBezTo>
                    <a:pt x="5088" y="20186"/>
                    <a:pt x="5061" y="20159"/>
                    <a:pt x="5017" y="20159"/>
                  </a:cubicBezTo>
                  <a:close/>
                  <a:moveTo>
                    <a:pt x="5017" y="20429"/>
                  </a:moveTo>
                  <a:cubicBezTo>
                    <a:pt x="4996" y="20429"/>
                    <a:pt x="4953" y="20456"/>
                    <a:pt x="4953" y="20499"/>
                  </a:cubicBezTo>
                  <a:cubicBezTo>
                    <a:pt x="4953" y="20521"/>
                    <a:pt x="4996" y="20564"/>
                    <a:pt x="5017" y="20564"/>
                  </a:cubicBezTo>
                  <a:cubicBezTo>
                    <a:pt x="5061" y="20564"/>
                    <a:pt x="5088" y="20521"/>
                    <a:pt x="5088" y="20499"/>
                  </a:cubicBezTo>
                  <a:cubicBezTo>
                    <a:pt x="5088" y="20456"/>
                    <a:pt x="5061" y="20429"/>
                    <a:pt x="5017" y="20429"/>
                  </a:cubicBezTo>
                  <a:close/>
                  <a:moveTo>
                    <a:pt x="5017" y="20699"/>
                  </a:moveTo>
                  <a:cubicBezTo>
                    <a:pt x="4996" y="20699"/>
                    <a:pt x="4953" y="20726"/>
                    <a:pt x="4953" y="20769"/>
                  </a:cubicBezTo>
                  <a:cubicBezTo>
                    <a:pt x="4953" y="20791"/>
                    <a:pt x="4996" y="20834"/>
                    <a:pt x="5017" y="20834"/>
                  </a:cubicBezTo>
                  <a:cubicBezTo>
                    <a:pt x="5061" y="20834"/>
                    <a:pt x="5088" y="20791"/>
                    <a:pt x="5088" y="20769"/>
                  </a:cubicBezTo>
                  <a:cubicBezTo>
                    <a:pt x="5088" y="20726"/>
                    <a:pt x="5061" y="20699"/>
                    <a:pt x="5017" y="20699"/>
                  </a:cubicBezTo>
                  <a:close/>
                  <a:moveTo>
                    <a:pt x="5017" y="20969"/>
                  </a:moveTo>
                  <a:cubicBezTo>
                    <a:pt x="4996" y="20969"/>
                    <a:pt x="4953" y="20996"/>
                    <a:pt x="4953" y="21039"/>
                  </a:cubicBezTo>
                  <a:cubicBezTo>
                    <a:pt x="4953" y="21061"/>
                    <a:pt x="4996" y="21104"/>
                    <a:pt x="5017" y="21104"/>
                  </a:cubicBezTo>
                  <a:cubicBezTo>
                    <a:pt x="5061" y="21104"/>
                    <a:pt x="5088" y="21061"/>
                    <a:pt x="5088" y="21039"/>
                  </a:cubicBezTo>
                  <a:cubicBezTo>
                    <a:pt x="5088" y="20996"/>
                    <a:pt x="5061" y="20969"/>
                    <a:pt x="5017" y="20969"/>
                  </a:cubicBezTo>
                  <a:close/>
                  <a:moveTo>
                    <a:pt x="5017" y="21239"/>
                  </a:moveTo>
                  <a:cubicBezTo>
                    <a:pt x="4996" y="21239"/>
                    <a:pt x="4953" y="21266"/>
                    <a:pt x="4953" y="21309"/>
                  </a:cubicBezTo>
                  <a:cubicBezTo>
                    <a:pt x="4953" y="21331"/>
                    <a:pt x="4996" y="21374"/>
                    <a:pt x="5017" y="21374"/>
                  </a:cubicBezTo>
                  <a:cubicBezTo>
                    <a:pt x="5061" y="21374"/>
                    <a:pt x="5088" y="21331"/>
                    <a:pt x="5088" y="21309"/>
                  </a:cubicBezTo>
                  <a:cubicBezTo>
                    <a:pt x="5088" y="21266"/>
                    <a:pt x="5061" y="21239"/>
                    <a:pt x="5017" y="21239"/>
                  </a:cubicBezTo>
                  <a:close/>
                  <a:moveTo>
                    <a:pt x="5017" y="21509"/>
                  </a:moveTo>
                  <a:cubicBezTo>
                    <a:pt x="4996" y="21509"/>
                    <a:pt x="4953" y="21536"/>
                    <a:pt x="4953" y="21579"/>
                  </a:cubicBezTo>
                  <a:cubicBezTo>
                    <a:pt x="4953" y="21601"/>
                    <a:pt x="4996" y="21644"/>
                    <a:pt x="5017" y="21644"/>
                  </a:cubicBezTo>
                  <a:cubicBezTo>
                    <a:pt x="5061" y="21644"/>
                    <a:pt x="5088" y="21601"/>
                    <a:pt x="5088" y="21579"/>
                  </a:cubicBezTo>
                  <a:cubicBezTo>
                    <a:pt x="5088" y="21536"/>
                    <a:pt x="5061" y="21509"/>
                    <a:pt x="5017" y="21509"/>
                  </a:cubicBezTo>
                  <a:close/>
                  <a:moveTo>
                    <a:pt x="5017" y="21779"/>
                  </a:moveTo>
                  <a:cubicBezTo>
                    <a:pt x="4996" y="21779"/>
                    <a:pt x="4953" y="21806"/>
                    <a:pt x="4953" y="21849"/>
                  </a:cubicBezTo>
                  <a:cubicBezTo>
                    <a:pt x="4953" y="21871"/>
                    <a:pt x="4996" y="21914"/>
                    <a:pt x="5017" y="21914"/>
                  </a:cubicBezTo>
                  <a:cubicBezTo>
                    <a:pt x="5061" y="21914"/>
                    <a:pt x="5088" y="21871"/>
                    <a:pt x="5088" y="21849"/>
                  </a:cubicBezTo>
                  <a:cubicBezTo>
                    <a:pt x="5088" y="21806"/>
                    <a:pt x="5061" y="21779"/>
                    <a:pt x="5017" y="21779"/>
                  </a:cubicBezTo>
                  <a:close/>
                  <a:moveTo>
                    <a:pt x="5017" y="22049"/>
                  </a:moveTo>
                  <a:cubicBezTo>
                    <a:pt x="4996" y="22049"/>
                    <a:pt x="4953" y="22076"/>
                    <a:pt x="4953" y="22119"/>
                  </a:cubicBezTo>
                  <a:cubicBezTo>
                    <a:pt x="4953" y="22141"/>
                    <a:pt x="4996" y="22184"/>
                    <a:pt x="5017" y="22184"/>
                  </a:cubicBezTo>
                  <a:cubicBezTo>
                    <a:pt x="5061" y="22184"/>
                    <a:pt x="5088" y="22141"/>
                    <a:pt x="5088" y="22119"/>
                  </a:cubicBezTo>
                  <a:cubicBezTo>
                    <a:pt x="5088" y="22076"/>
                    <a:pt x="5061" y="22049"/>
                    <a:pt x="5017" y="22049"/>
                  </a:cubicBezTo>
                  <a:close/>
                  <a:moveTo>
                    <a:pt x="5017" y="22319"/>
                  </a:moveTo>
                  <a:cubicBezTo>
                    <a:pt x="4996" y="22319"/>
                    <a:pt x="4953" y="22346"/>
                    <a:pt x="4953" y="22389"/>
                  </a:cubicBezTo>
                  <a:cubicBezTo>
                    <a:pt x="4953" y="22411"/>
                    <a:pt x="4996" y="22454"/>
                    <a:pt x="5017" y="22454"/>
                  </a:cubicBezTo>
                  <a:cubicBezTo>
                    <a:pt x="5061" y="22454"/>
                    <a:pt x="5088" y="22411"/>
                    <a:pt x="5088" y="22389"/>
                  </a:cubicBezTo>
                  <a:cubicBezTo>
                    <a:pt x="5088" y="22346"/>
                    <a:pt x="5061" y="22319"/>
                    <a:pt x="5017" y="22319"/>
                  </a:cubicBezTo>
                  <a:close/>
                  <a:moveTo>
                    <a:pt x="5017" y="22589"/>
                  </a:moveTo>
                  <a:cubicBezTo>
                    <a:pt x="4996" y="22589"/>
                    <a:pt x="4953" y="22616"/>
                    <a:pt x="4953" y="22659"/>
                  </a:cubicBezTo>
                  <a:cubicBezTo>
                    <a:pt x="4953" y="22681"/>
                    <a:pt x="4996" y="22724"/>
                    <a:pt x="5017" y="22724"/>
                  </a:cubicBezTo>
                  <a:cubicBezTo>
                    <a:pt x="5061" y="22724"/>
                    <a:pt x="5088" y="22681"/>
                    <a:pt x="5088" y="22659"/>
                  </a:cubicBezTo>
                  <a:cubicBezTo>
                    <a:pt x="5088" y="22616"/>
                    <a:pt x="5061" y="22589"/>
                    <a:pt x="5017" y="22589"/>
                  </a:cubicBezTo>
                  <a:close/>
                  <a:moveTo>
                    <a:pt x="5017" y="22859"/>
                  </a:moveTo>
                  <a:cubicBezTo>
                    <a:pt x="4996" y="22859"/>
                    <a:pt x="4953" y="22886"/>
                    <a:pt x="4953" y="22929"/>
                  </a:cubicBezTo>
                  <a:cubicBezTo>
                    <a:pt x="4953" y="22951"/>
                    <a:pt x="4996" y="22994"/>
                    <a:pt x="5017" y="22994"/>
                  </a:cubicBezTo>
                  <a:cubicBezTo>
                    <a:pt x="5061" y="22994"/>
                    <a:pt x="5088" y="22951"/>
                    <a:pt x="5088" y="22929"/>
                  </a:cubicBezTo>
                  <a:cubicBezTo>
                    <a:pt x="5088" y="22886"/>
                    <a:pt x="5061" y="22859"/>
                    <a:pt x="5017" y="22859"/>
                  </a:cubicBezTo>
                  <a:close/>
                  <a:moveTo>
                    <a:pt x="5017" y="23129"/>
                  </a:moveTo>
                  <a:cubicBezTo>
                    <a:pt x="4996" y="23129"/>
                    <a:pt x="4953" y="23156"/>
                    <a:pt x="4953" y="23199"/>
                  </a:cubicBezTo>
                  <a:cubicBezTo>
                    <a:pt x="4953" y="23221"/>
                    <a:pt x="4996" y="23264"/>
                    <a:pt x="5017" y="23264"/>
                  </a:cubicBezTo>
                  <a:cubicBezTo>
                    <a:pt x="5061" y="23264"/>
                    <a:pt x="5088" y="23221"/>
                    <a:pt x="5088" y="23199"/>
                  </a:cubicBezTo>
                  <a:cubicBezTo>
                    <a:pt x="5088" y="23156"/>
                    <a:pt x="5061" y="23129"/>
                    <a:pt x="5017" y="23129"/>
                  </a:cubicBezTo>
                  <a:close/>
                  <a:moveTo>
                    <a:pt x="5017" y="23399"/>
                  </a:moveTo>
                  <a:cubicBezTo>
                    <a:pt x="4996" y="23399"/>
                    <a:pt x="4953" y="23426"/>
                    <a:pt x="4953" y="23469"/>
                  </a:cubicBezTo>
                  <a:cubicBezTo>
                    <a:pt x="4953" y="23491"/>
                    <a:pt x="4996" y="23534"/>
                    <a:pt x="5017" y="23534"/>
                  </a:cubicBezTo>
                  <a:cubicBezTo>
                    <a:pt x="5061" y="23534"/>
                    <a:pt x="5088" y="23491"/>
                    <a:pt x="5088" y="23469"/>
                  </a:cubicBezTo>
                  <a:cubicBezTo>
                    <a:pt x="5088" y="23426"/>
                    <a:pt x="5061" y="23399"/>
                    <a:pt x="5017" y="23399"/>
                  </a:cubicBezTo>
                  <a:close/>
                  <a:moveTo>
                    <a:pt x="5017" y="23669"/>
                  </a:moveTo>
                  <a:cubicBezTo>
                    <a:pt x="4996" y="23669"/>
                    <a:pt x="4953" y="23696"/>
                    <a:pt x="4953" y="23739"/>
                  </a:cubicBezTo>
                  <a:cubicBezTo>
                    <a:pt x="4953" y="23761"/>
                    <a:pt x="4996" y="23804"/>
                    <a:pt x="5017" y="23804"/>
                  </a:cubicBezTo>
                  <a:cubicBezTo>
                    <a:pt x="5061" y="23804"/>
                    <a:pt x="5088" y="23761"/>
                    <a:pt x="5088" y="23739"/>
                  </a:cubicBezTo>
                  <a:cubicBezTo>
                    <a:pt x="5088" y="23696"/>
                    <a:pt x="5061" y="23669"/>
                    <a:pt x="5017" y="23669"/>
                  </a:cubicBezTo>
                  <a:close/>
                  <a:moveTo>
                    <a:pt x="5017" y="23939"/>
                  </a:moveTo>
                  <a:cubicBezTo>
                    <a:pt x="4996" y="23939"/>
                    <a:pt x="4953" y="23966"/>
                    <a:pt x="4953" y="24009"/>
                  </a:cubicBezTo>
                  <a:cubicBezTo>
                    <a:pt x="4953" y="24031"/>
                    <a:pt x="4996" y="24074"/>
                    <a:pt x="5017" y="24074"/>
                  </a:cubicBezTo>
                  <a:cubicBezTo>
                    <a:pt x="5061" y="24074"/>
                    <a:pt x="5088" y="24031"/>
                    <a:pt x="5088" y="24009"/>
                  </a:cubicBezTo>
                  <a:cubicBezTo>
                    <a:pt x="5088" y="23966"/>
                    <a:pt x="5061" y="23939"/>
                    <a:pt x="5017" y="23939"/>
                  </a:cubicBezTo>
                  <a:close/>
                  <a:moveTo>
                    <a:pt x="5017" y="24209"/>
                  </a:moveTo>
                  <a:cubicBezTo>
                    <a:pt x="4996" y="24209"/>
                    <a:pt x="4953" y="24236"/>
                    <a:pt x="4953" y="24279"/>
                  </a:cubicBezTo>
                  <a:cubicBezTo>
                    <a:pt x="4953" y="24301"/>
                    <a:pt x="4996" y="24344"/>
                    <a:pt x="5017" y="24344"/>
                  </a:cubicBezTo>
                  <a:cubicBezTo>
                    <a:pt x="5061" y="24344"/>
                    <a:pt x="5088" y="24301"/>
                    <a:pt x="5088" y="24279"/>
                  </a:cubicBezTo>
                  <a:cubicBezTo>
                    <a:pt x="5088" y="24236"/>
                    <a:pt x="5061" y="24209"/>
                    <a:pt x="5017" y="24209"/>
                  </a:cubicBezTo>
                  <a:close/>
                  <a:moveTo>
                    <a:pt x="5017" y="24479"/>
                  </a:moveTo>
                  <a:cubicBezTo>
                    <a:pt x="4996" y="24479"/>
                    <a:pt x="4953" y="24506"/>
                    <a:pt x="4953" y="24549"/>
                  </a:cubicBezTo>
                  <a:cubicBezTo>
                    <a:pt x="4953" y="24571"/>
                    <a:pt x="4996" y="24614"/>
                    <a:pt x="5017" y="24614"/>
                  </a:cubicBezTo>
                  <a:cubicBezTo>
                    <a:pt x="5061" y="24614"/>
                    <a:pt x="5088" y="24571"/>
                    <a:pt x="5088" y="24549"/>
                  </a:cubicBezTo>
                  <a:cubicBezTo>
                    <a:pt x="5088" y="24506"/>
                    <a:pt x="5061" y="24479"/>
                    <a:pt x="5017" y="24479"/>
                  </a:cubicBezTo>
                  <a:close/>
                  <a:moveTo>
                    <a:pt x="5017" y="24749"/>
                  </a:moveTo>
                  <a:cubicBezTo>
                    <a:pt x="4996" y="24749"/>
                    <a:pt x="4953" y="24776"/>
                    <a:pt x="4953" y="24819"/>
                  </a:cubicBezTo>
                  <a:cubicBezTo>
                    <a:pt x="4953" y="24841"/>
                    <a:pt x="4996" y="24884"/>
                    <a:pt x="5017" y="24884"/>
                  </a:cubicBezTo>
                  <a:cubicBezTo>
                    <a:pt x="5061" y="24884"/>
                    <a:pt x="5088" y="24841"/>
                    <a:pt x="5088" y="24819"/>
                  </a:cubicBezTo>
                  <a:cubicBezTo>
                    <a:pt x="5088" y="24776"/>
                    <a:pt x="5061" y="24749"/>
                    <a:pt x="5017" y="24749"/>
                  </a:cubicBezTo>
                  <a:close/>
                  <a:moveTo>
                    <a:pt x="5017" y="25019"/>
                  </a:moveTo>
                  <a:cubicBezTo>
                    <a:pt x="4996" y="25019"/>
                    <a:pt x="4953" y="25046"/>
                    <a:pt x="4953" y="25089"/>
                  </a:cubicBezTo>
                  <a:cubicBezTo>
                    <a:pt x="4953" y="25111"/>
                    <a:pt x="4996" y="25154"/>
                    <a:pt x="5017" y="25154"/>
                  </a:cubicBezTo>
                  <a:cubicBezTo>
                    <a:pt x="5061" y="25154"/>
                    <a:pt x="5088" y="25111"/>
                    <a:pt x="5088" y="25089"/>
                  </a:cubicBezTo>
                  <a:cubicBezTo>
                    <a:pt x="5088" y="25046"/>
                    <a:pt x="5061" y="25019"/>
                    <a:pt x="5017" y="25019"/>
                  </a:cubicBezTo>
                  <a:close/>
                  <a:moveTo>
                    <a:pt x="5017" y="25289"/>
                  </a:moveTo>
                  <a:cubicBezTo>
                    <a:pt x="4996" y="25289"/>
                    <a:pt x="4953" y="25316"/>
                    <a:pt x="4953" y="25359"/>
                  </a:cubicBezTo>
                  <a:cubicBezTo>
                    <a:pt x="4953" y="25381"/>
                    <a:pt x="4996" y="25424"/>
                    <a:pt x="5017" y="25424"/>
                  </a:cubicBezTo>
                  <a:cubicBezTo>
                    <a:pt x="5061" y="25424"/>
                    <a:pt x="5088" y="25381"/>
                    <a:pt x="5088" y="25359"/>
                  </a:cubicBezTo>
                  <a:cubicBezTo>
                    <a:pt x="5088" y="25316"/>
                    <a:pt x="5061" y="25289"/>
                    <a:pt x="5017" y="25289"/>
                  </a:cubicBezTo>
                  <a:close/>
                  <a:moveTo>
                    <a:pt x="5017" y="25559"/>
                  </a:moveTo>
                  <a:cubicBezTo>
                    <a:pt x="4996" y="25559"/>
                    <a:pt x="4953" y="25586"/>
                    <a:pt x="4953" y="25629"/>
                  </a:cubicBezTo>
                  <a:cubicBezTo>
                    <a:pt x="4953" y="25651"/>
                    <a:pt x="4996" y="25694"/>
                    <a:pt x="5017" y="25694"/>
                  </a:cubicBezTo>
                  <a:cubicBezTo>
                    <a:pt x="5061" y="25694"/>
                    <a:pt x="5088" y="25651"/>
                    <a:pt x="5088" y="25629"/>
                  </a:cubicBezTo>
                  <a:cubicBezTo>
                    <a:pt x="5088" y="25586"/>
                    <a:pt x="5061" y="25559"/>
                    <a:pt x="5017" y="25559"/>
                  </a:cubicBezTo>
                  <a:close/>
                  <a:moveTo>
                    <a:pt x="5017" y="25829"/>
                  </a:moveTo>
                  <a:cubicBezTo>
                    <a:pt x="4996" y="25829"/>
                    <a:pt x="4953" y="25856"/>
                    <a:pt x="4953" y="25899"/>
                  </a:cubicBezTo>
                  <a:cubicBezTo>
                    <a:pt x="4953" y="25921"/>
                    <a:pt x="4996" y="25964"/>
                    <a:pt x="5017" y="25964"/>
                  </a:cubicBezTo>
                  <a:cubicBezTo>
                    <a:pt x="5061" y="25964"/>
                    <a:pt x="5088" y="25921"/>
                    <a:pt x="5088" y="25899"/>
                  </a:cubicBezTo>
                  <a:cubicBezTo>
                    <a:pt x="5088" y="25856"/>
                    <a:pt x="5061" y="25829"/>
                    <a:pt x="5017" y="25829"/>
                  </a:cubicBezTo>
                  <a:close/>
                  <a:moveTo>
                    <a:pt x="5017" y="26099"/>
                  </a:moveTo>
                  <a:cubicBezTo>
                    <a:pt x="4996" y="26099"/>
                    <a:pt x="4953" y="26126"/>
                    <a:pt x="4953" y="26169"/>
                  </a:cubicBezTo>
                  <a:cubicBezTo>
                    <a:pt x="4953" y="26191"/>
                    <a:pt x="4996" y="26234"/>
                    <a:pt x="5017" y="26234"/>
                  </a:cubicBezTo>
                  <a:cubicBezTo>
                    <a:pt x="5061" y="26234"/>
                    <a:pt x="5088" y="26191"/>
                    <a:pt x="5088" y="26169"/>
                  </a:cubicBezTo>
                  <a:cubicBezTo>
                    <a:pt x="5088" y="26126"/>
                    <a:pt x="5061" y="26099"/>
                    <a:pt x="5017" y="26099"/>
                  </a:cubicBezTo>
                  <a:close/>
                  <a:moveTo>
                    <a:pt x="5017" y="26369"/>
                  </a:moveTo>
                  <a:cubicBezTo>
                    <a:pt x="4996" y="26369"/>
                    <a:pt x="4953" y="26396"/>
                    <a:pt x="4953" y="26439"/>
                  </a:cubicBezTo>
                  <a:cubicBezTo>
                    <a:pt x="4953" y="26461"/>
                    <a:pt x="4996" y="26504"/>
                    <a:pt x="5017" y="26504"/>
                  </a:cubicBezTo>
                  <a:cubicBezTo>
                    <a:pt x="5061" y="26504"/>
                    <a:pt x="5088" y="26461"/>
                    <a:pt x="5088" y="26439"/>
                  </a:cubicBezTo>
                  <a:cubicBezTo>
                    <a:pt x="5088" y="26396"/>
                    <a:pt x="5061" y="26369"/>
                    <a:pt x="5017" y="26369"/>
                  </a:cubicBezTo>
                  <a:close/>
                  <a:moveTo>
                    <a:pt x="5017" y="26639"/>
                  </a:moveTo>
                  <a:cubicBezTo>
                    <a:pt x="4996" y="26639"/>
                    <a:pt x="4953" y="26666"/>
                    <a:pt x="4953" y="26710"/>
                  </a:cubicBezTo>
                  <a:cubicBezTo>
                    <a:pt x="4953" y="26731"/>
                    <a:pt x="4996" y="26774"/>
                    <a:pt x="5017" y="26774"/>
                  </a:cubicBezTo>
                  <a:cubicBezTo>
                    <a:pt x="5061" y="26774"/>
                    <a:pt x="5088" y="26731"/>
                    <a:pt x="5088" y="26710"/>
                  </a:cubicBezTo>
                  <a:cubicBezTo>
                    <a:pt x="5088" y="26666"/>
                    <a:pt x="5061" y="26639"/>
                    <a:pt x="5017" y="26639"/>
                  </a:cubicBezTo>
                  <a:close/>
                  <a:moveTo>
                    <a:pt x="5017" y="26909"/>
                  </a:moveTo>
                  <a:cubicBezTo>
                    <a:pt x="4996" y="26909"/>
                    <a:pt x="4953" y="26936"/>
                    <a:pt x="4953" y="26980"/>
                  </a:cubicBezTo>
                  <a:cubicBezTo>
                    <a:pt x="4953" y="27001"/>
                    <a:pt x="4996" y="27044"/>
                    <a:pt x="5017" y="27044"/>
                  </a:cubicBezTo>
                  <a:cubicBezTo>
                    <a:pt x="5061" y="27044"/>
                    <a:pt x="5088" y="27001"/>
                    <a:pt x="5088" y="26980"/>
                  </a:cubicBezTo>
                  <a:cubicBezTo>
                    <a:pt x="5088" y="26936"/>
                    <a:pt x="5061" y="26909"/>
                    <a:pt x="5017" y="26909"/>
                  </a:cubicBezTo>
                  <a:close/>
                  <a:moveTo>
                    <a:pt x="5017" y="27179"/>
                  </a:moveTo>
                  <a:cubicBezTo>
                    <a:pt x="4996" y="27179"/>
                    <a:pt x="4953" y="27206"/>
                    <a:pt x="4953" y="27250"/>
                  </a:cubicBezTo>
                  <a:cubicBezTo>
                    <a:pt x="4953" y="27271"/>
                    <a:pt x="4996" y="27314"/>
                    <a:pt x="5017" y="27314"/>
                  </a:cubicBezTo>
                  <a:cubicBezTo>
                    <a:pt x="5061" y="27314"/>
                    <a:pt x="5088" y="27271"/>
                    <a:pt x="5088" y="27250"/>
                  </a:cubicBezTo>
                  <a:cubicBezTo>
                    <a:pt x="5088" y="27206"/>
                    <a:pt x="5061" y="27179"/>
                    <a:pt x="5017" y="27179"/>
                  </a:cubicBezTo>
                  <a:close/>
                  <a:moveTo>
                    <a:pt x="5017" y="27449"/>
                  </a:moveTo>
                  <a:cubicBezTo>
                    <a:pt x="4996" y="27449"/>
                    <a:pt x="4953" y="27476"/>
                    <a:pt x="4953" y="27520"/>
                  </a:cubicBezTo>
                  <a:cubicBezTo>
                    <a:pt x="4953" y="27541"/>
                    <a:pt x="4996" y="27584"/>
                    <a:pt x="5017" y="27584"/>
                  </a:cubicBezTo>
                  <a:cubicBezTo>
                    <a:pt x="5061" y="27584"/>
                    <a:pt x="5088" y="27541"/>
                    <a:pt x="5088" y="27520"/>
                  </a:cubicBezTo>
                  <a:cubicBezTo>
                    <a:pt x="5088" y="27476"/>
                    <a:pt x="5061" y="27449"/>
                    <a:pt x="5017" y="27449"/>
                  </a:cubicBezTo>
                  <a:close/>
                  <a:moveTo>
                    <a:pt x="5017" y="27719"/>
                  </a:moveTo>
                  <a:cubicBezTo>
                    <a:pt x="4996" y="27719"/>
                    <a:pt x="4953" y="27746"/>
                    <a:pt x="4953" y="27790"/>
                  </a:cubicBezTo>
                  <a:cubicBezTo>
                    <a:pt x="4953" y="27811"/>
                    <a:pt x="4996" y="27854"/>
                    <a:pt x="5017" y="27854"/>
                  </a:cubicBezTo>
                  <a:cubicBezTo>
                    <a:pt x="5061" y="27854"/>
                    <a:pt x="5088" y="27811"/>
                    <a:pt x="5088" y="27790"/>
                  </a:cubicBezTo>
                  <a:cubicBezTo>
                    <a:pt x="5088" y="27746"/>
                    <a:pt x="5061" y="27719"/>
                    <a:pt x="5017" y="27719"/>
                  </a:cubicBezTo>
                  <a:close/>
                  <a:moveTo>
                    <a:pt x="5017" y="27989"/>
                  </a:moveTo>
                  <a:cubicBezTo>
                    <a:pt x="4996" y="27989"/>
                    <a:pt x="4953" y="28016"/>
                    <a:pt x="4953" y="28060"/>
                  </a:cubicBezTo>
                  <a:cubicBezTo>
                    <a:pt x="4953" y="28081"/>
                    <a:pt x="4996" y="28124"/>
                    <a:pt x="5017" y="28124"/>
                  </a:cubicBezTo>
                  <a:cubicBezTo>
                    <a:pt x="5061" y="28124"/>
                    <a:pt x="5088" y="28081"/>
                    <a:pt x="5088" y="28060"/>
                  </a:cubicBezTo>
                  <a:cubicBezTo>
                    <a:pt x="5088" y="28016"/>
                    <a:pt x="5061" y="27989"/>
                    <a:pt x="5017" y="27989"/>
                  </a:cubicBezTo>
                  <a:close/>
                  <a:moveTo>
                    <a:pt x="5017" y="28259"/>
                  </a:moveTo>
                  <a:cubicBezTo>
                    <a:pt x="4996" y="28259"/>
                    <a:pt x="4953" y="28286"/>
                    <a:pt x="4953" y="28330"/>
                  </a:cubicBezTo>
                  <a:cubicBezTo>
                    <a:pt x="4953" y="28351"/>
                    <a:pt x="4996" y="28394"/>
                    <a:pt x="5017" y="28394"/>
                  </a:cubicBezTo>
                  <a:cubicBezTo>
                    <a:pt x="5061" y="28394"/>
                    <a:pt x="5088" y="28351"/>
                    <a:pt x="5088" y="28330"/>
                  </a:cubicBezTo>
                  <a:cubicBezTo>
                    <a:pt x="5088" y="28286"/>
                    <a:pt x="5061" y="28259"/>
                    <a:pt x="5017" y="28259"/>
                  </a:cubicBezTo>
                  <a:close/>
                  <a:moveTo>
                    <a:pt x="5109" y="28443"/>
                  </a:moveTo>
                  <a:cubicBezTo>
                    <a:pt x="5088" y="28443"/>
                    <a:pt x="5039" y="28465"/>
                    <a:pt x="5039" y="28508"/>
                  </a:cubicBezTo>
                  <a:cubicBezTo>
                    <a:pt x="5039" y="28529"/>
                    <a:pt x="5088" y="28578"/>
                    <a:pt x="5109" y="28578"/>
                  </a:cubicBezTo>
                  <a:cubicBezTo>
                    <a:pt x="5152" y="28578"/>
                    <a:pt x="5174" y="28529"/>
                    <a:pt x="5174" y="28508"/>
                  </a:cubicBezTo>
                  <a:cubicBezTo>
                    <a:pt x="5174" y="28465"/>
                    <a:pt x="5152" y="28443"/>
                    <a:pt x="5109" y="28443"/>
                  </a:cubicBezTo>
                  <a:close/>
                  <a:moveTo>
                    <a:pt x="5379" y="28443"/>
                  </a:moveTo>
                  <a:cubicBezTo>
                    <a:pt x="5358" y="28443"/>
                    <a:pt x="5309" y="28465"/>
                    <a:pt x="5309" y="28508"/>
                  </a:cubicBezTo>
                  <a:cubicBezTo>
                    <a:pt x="5309" y="28529"/>
                    <a:pt x="5358" y="28578"/>
                    <a:pt x="5379" y="28578"/>
                  </a:cubicBezTo>
                  <a:cubicBezTo>
                    <a:pt x="5422" y="28578"/>
                    <a:pt x="5444" y="28529"/>
                    <a:pt x="5444" y="28508"/>
                  </a:cubicBezTo>
                  <a:cubicBezTo>
                    <a:pt x="5444" y="28465"/>
                    <a:pt x="5422" y="28443"/>
                    <a:pt x="5379" y="28443"/>
                  </a:cubicBezTo>
                  <a:close/>
                  <a:moveTo>
                    <a:pt x="5649" y="28443"/>
                  </a:moveTo>
                  <a:cubicBezTo>
                    <a:pt x="5628" y="28443"/>
                    <a:pt x="5579" y="28465"/>
                    <a:pt x="5579" y="28508"/>
                  </a:cubicBezTo>
                  <a:cubicBezTo>
                    <a:pt x="5579" y="28529"/>
                    <a:pt x="5628" y="28578"/>
                    <a:pt x="5649" y="28578"/>
                  </a:cubicBezTo>
                  <a:cubicBezTo>
                    <a:pt x="5692" y="28578"/>
                    <a:pt x="5714" y="28529"/>
                    <a:pt x="5714" y="28508"/>
                  </a:cubicBezTo>
                  <a:cubicBezTo>
                    <a:pt x="5714" y="28465"/>
                    <a:pt x="5692" y="28443"/>
                    <a:pt x="5649" y="28443"/>
                  </a:cubicBezTo>
                  <a:close/>
                  <a:moveTo>
                    <a:pt x="5919" y="28443"/>
                  </a:moveTo>
                  <a:cubicBezTo>
                    <a:pt x="5898" y="28443"/>
                    <a:pt x="5849" y="28465"/>
                    <a:pt x="5849" y="28508"/>
                  </a:cubicBezTo>
                  <a:cubicBezTo>
                    <a:pt x="5849" y="28529"/>
                    <a:pt x="5898" y="28578"/>
                    <a:pt x="5919" y="28578"/>
                  </a:cubicBezTo>
                  <a:cubicBezTo>
                    <a:pt x="5962" y="28578"/>
                    <a:pt x="5984" y="28529"/>
                    <a:pt x="5984" y="28508"/>
                  </a:cubicBezTo>
                  <a:cubicBezTo>
                    <a:pt x="5984" y="28465"/>
                    <a:pt x="5962" y="28443"/>
                    <a:pt x="5919" y="28443"/>
                  </a:cubicBezTo>
                  <a:close/>
                  <a:moveTo>
                    <a:pt x="6189" y="28443"/>
                  </a:moveTo>
                  <a:cubicBezTo>
                    <a:pt x="6168" y="28443"/>
                    <a:pt x="6119" y="28465"/>
                    <a:pt x="6119" y="28508"/>
                  </a:cubicBezTo>
                  <a:cubicBezTo>
                    <a:pt x="6119" y="28529"/>
                    <a:pt x="6168" y="28578"/>
                    <a:pt x="6189" y="28578"/>
                  </a:cubicBezTo>
                  <a:cubicBezTo>
                    <a:pt x="6233" y="28578"/>
                    <a:pt x="6254" y="28529"/>
                    <a:pt x="6254" y="28508"/>
                  </a:cubicBezTo>
                  <a:cubicBezTo>
                    <a:pt x="6254" y="28465"/>
                    <a:pt x="6233" y="28443"/>
                    <a:pt x="6189" y="28443"/>
                  </a:cubicBezTo>
                  <a:close/>
                  <a:moveTo>
                    <a:pt x="6459" y="28443"/>
                  </a:moveTo>
                  <a:cubicBezTo>
                    <a:pt x="6438" y="28443"/>
                    <a:pt x="6389" y="28465"/>
                    <a:pt x="6389" y="28508"/>
                  </a:cubicBezTo>
                  <a:cubicBezTo>
                    <a:pt x="6389" y="28529"/>
                    <a:pt x="6438" y="28578"/>
                    <a:pt x="6459" y="28578"/>
                  </a:cubicBezTo>
                  <a:cubicBezTo>
                    <a:pt x="6503" y="28578"/>
                    <a:pt x="6524" y="28529"/>
                    <a:pt x="6524" y="28508"/>
                  </a:cubicBezTo>
                  <a:cubicBezTo>
                    <a:pt x="6524" y="28465"/>
                    <a:pt x="6503" y="28443"/>
                    <a:pt x="6459" y="28443"/>
                  </a:cubicBezTo>
                  <a:close/>
                  <a:moveTo>
                    <a:pt x="6729" y="28443"/>
                  </a:moveTo>
                  <a:cubicBezTo>
                    <a:pt x="6708" y="28443"/>
                    <a:pt x="6659" y="28465"/>
                    <a:pt x="6659" y="28508"/>
                  </a:cubicBezTo>
                  <a:cubicBezTo>
                    <a:pt x="6659" y="28529"/>
                    <a:pt x="6708" y="28578"/>
                    <a:pt x="6729" y="28578"/>
                  </a:cubicBezTo>
                  <a:cubicBezTo>
                    <a:pt x="6773" y="28578"/>
                    <a:pt x="6794" y="28529"/>
                    <a:pt x="6794" y="28508"/>
                  </a:cubicBezTo>
                  <a:cubicBezTo>
                    <a:pt x="6794" y="28465"/>
                    <a:pt x="6773" y="28443"/>
                    <a:pt x="6729" y="28443"/>
                  </a:cubicBezTo>
                  <a:close/>
                  <a:moveTo>
                    <a:pt x="6999" y="28443"/>
                  </a:moveTo>
                  <a:cubicBezTo>
                    <a:pt x="6978" y="28443"/>
                    <a:pt x="6929" y="28465"/>
                    <a:pt x="6929" y="28508"/>
                  </a:cubicBezTo>
                  <a:cubicBezTo>
                    <a:pt x="6929" y="28529"/>
                    <a:pt x="6978" y="28578"/>
                    <a:pt x="6999" y="28578"/>
                  </a:cubicBezTo>
                  <a:cubicBezTo>
                    <a:pt x="7043" y="28578"/>
                    <a:pt x="7064" y="28529"/>
                    <a:pt x="7064" y="28508"/>
                  </a:cubicBezTo>
                  <a:cubicBezTo>
                    <a:pt x="7064" y="28465"/>
                    <a:pt x="7043" y="28443"/>
                    <a:pt x="6999" y="28443"/>
                  </a:cubicBezTo>
                  <a:close/>
                  <a:moveTo>
                    <a:pt x="7269" y="28443"/>
                  </a:moveTo>
                  <a:cubicBezTo>
                    <a:pt x="7248" y="28443"/>
                    <a:pt x="7199" y="28465"/>
                    <a:pt x="7199" y="28508"/>
                  </a:cubicBezTo>
                  <a:cubicBezTo>
                    <a:pt x="7199" y="28529"/>
                    <a:pt x="7248" y="28578"/>
                    <a:pt x="7269" y="28578"/>
                  </a:cubicBezTo>
                  <a:cubicBezTo>
                    <a:pt x="7313" y="28578"/>
                    <a:pt x="7334" y="28529"/>
                    <a:pt x="7334" y="28508"/>
                  </a:cubicBezTo>
                  <a:cubicBezTo>
                    <a:pt x="7334" y="28465"/>
                    <a:pt x="7313" y="28443"/>
                    <a:pt x="7269" y="28443"/>
                  </a:cubicBezTo>
                  <a:close/>
                  <a:moveTo>
                    <a:pt x="7539" y="28443"/>
                  </a:moveTo>
                  <a:cubicBezTo>
                    <a:pt x="7518" y="28443"/>
                    <a:pt x="7469" y="28465"/>
                    <a:pt x="7469" y="28508"/>
                  </a:cubicBezTo>
                  <a:cubicBezTo>
                    <a:pt x="7469" y="28529"/>
                    <a:pt x="7518" y="28578"/>
                    <a:pt x="7539" y="28578"/>
                  </a:cubicBezTo>
                  <a:cubicBezTo>
                    <a:pt x="7583" y="28578"/>
                    <a:pt x="7604" y="28529"/>
                    <a:pt x="7604" y="28508"/>
                  </a:cubicBezTo>
                  <a:cubicBezTo>
                    <a:pt x="7604" y="28465"/>
                    <a:pt x="7583" y="28443"/>
                    <a:pt x="7539" y="28443"/>
                  </a:cubicBezTo>
                  <a:close/>
                  <a:moveTo>
                    <a:pt x="7809" y="28443"/>
                  </a:moveTo>
                  <a:cubicBezTo>
                    <a:pt x="7788" y="28443"/>
                    <a:pt x="7739" y="28465"/>
                    <a:pt x="7739" y="28508"/>
                  </a:cubicBezTo>
                  <a:cubicBezTo>
                    <a:pt x="7739" y="28529"/>
                    <a:pt x="7788" y="28578"/>
                    <a:pt x="7809" y="28578"/>
                  </a:cubicBezTo>
                  <a:cubicBezTo>
                    <a:pt x="7853" y="28578"/>
                    <a:pt x="7874" y="28529"/>
                    <a:pt x="7874" y="28508"/>
                  </a:cubicBezTo>
                  <a:cubicBezTo>
                    <a:pt x="7874" y="28465"/>
                    <a:pt x="7853" y="28443"/>
                    <a:pt x="7809" y="28443"/>
                  </a:cubicBezTo>
                  <a:close/>
                  <a:moveTo>
                    <a:pt x="8079" y="28443"/>
                  </a:moveTo>
                  <a:cubicBezTo>
                    <a:pt x="8058" y="28443"/>
                    <a:pt x="8009" y="28465"/>
                    <a:pt x="8009" y="28508"/>
                  </a:cubicBezTo>
                  <a:cubicBezTo>
                    <a:pt x="8009" y="28529"/>
                    <a:pt x="8058" y="28578"/>
                    <a:pt x="8079" y="28578"/>
                  </a:cubicBezTo>
                  <a:cubicBezTo>
                    <a:pt x="8123" y="28578"/>
                    <a:pt x="8144" y="28529"/>
                    <a:pt x="8144" y="28508"/>
                  </a:cubicBezTo>
                  <a:cubicBezTo>
                    <a:pt x="8144" y="28465"/>
                    <a:pt x="8123" y="28443"/>
                    <a:pt x="8079" y="28443"/>
                  </a:cubicBezTo>
                  <a:close/>
                  <a:moveTo>
                    <a:pt x="8349" y="28443"/>
                  </a:moveTo>
                  <a:cubicBezTo>
                    <a:pt x="8328" y="28443"/>
                    <a:pt x="8279" y="28465"/>
                    <a:pt x="8279" y="28508"/>
                  </a:cubicBezTo>
                  <a:cubicBezTo>
                    <a:pt x="8279" y="28529"/>
                    <a:pt x="8328" y="28578"/>
                    <a:pt x="8349" y="28578"/>
                  </a:cubicBezTo>
                  <a:cubicBezTo>
                    <a:pt x="8393" y="28578"/>
                    <a:pt x="8414" y="28529"/>
                    <a:pt x="8414" y="28508"/>
                  </a:cubicBezTo>
                  <a:cubicBezTo>
                    <a:pt x="8414" y="28465"/>
                    <a:pt x="8393" y="28443"/>
                    <a:pt x="8349" y="28443"/>
                  </a:cubicBezTo>
                  <a:close/>
                  <a:moveTo>
                    <a:pt x="8619" y="28443"/>
                  </a:moveTo>
                  <a:cubicBezTo>
                    <a:pt x="8598" y="28443"/>
                    <a:pt x="8549" y="28465"/>
                    <a:pt x="8549" y="28508"/>
                  </a:cubicBezTo>
                  <a:cubicBezTo>
                    <a:pt x="8549" y="28529"/>
                    <a:pt x="8598" y="28578"/>
                    <a:pt x="8619" y="28578"/>
                  </a:cubicBezTo>
                  <a:cubicBezTo>
                    <a:pt x="8663" y="28578"/>
                    <a:pt x="8684" y="28529"/>
                    <a:pt x="8684" y="28508"/>
                  </a:cubicBezTo>
                  <a:cubicBezTo>
                    <a:pt x="8684" y="28465"/>
                    <a:pt x="8663" y="28443"/>
                    <a:pt x="8619" y="28443"/>
                  </a:cubicBezTo>
                  <a:close/>
                  <a:moveTo>
                    <a:pt x="8889" y="28443"/>
                  </a:moveTo>
                  <a:cubicBezTo>
                    <a:pt x="8868" y="28443"/>
                    <a:pt x="8819" y="28465"/>
                    <a:pt x="8819" y="28508"/>
                  </a:cubicBezTo>
                  <a:cubicBezTo>
                    <a:pt x="8819" y="28529"/>
                    <a:pt x="8868" y="28578"/>
                    <a:pt x="8889" y="28578"/>
                  </a:cubicBezTo>
                  <a:cubicBezTo>
                    <a:pt x="8933" y="28578"/>
                    <a:pt x="8954" y="28529"/>
                    <a:pt x="8954" y="28508"/>
                  </a:cubicBezTo>
                  <a:cubicBezTo>
                    <a:pt x="8954" y="28465"/>
                    <a:pt x="8933" y="28443"/>
                    <a:pt x="8889" y="28443"/>
                  </a:cubicBezTo>
                  <a:close/>
                  <a:moveTo>
                    <a:pt x="9159" y="28443"/>
                  </a:moveTo>
                  <a:cubicBezTo>
                    <a:pt x="9138" y="28443"/>
                    <a:pt x="9089" y="28465"/>
                    <a:pt x="9089" y="28508"/>
                  </a:cubicBezTo>
                  <a:cubicBezTo>
                    <a:pt x="9089" y="28529"/>
                    <a:pt x="9138" y="28578"/>
                    <a:pt x="9159" y="28578"/>
                  </a:cubicBezTo>
                  <a:lnTo>
                    <a:pt x="9181" y="28578"/>
                  </a:lnTo>
                  <a:cubicBezTo>
                    <a:pt x="9159" y="28556"/>
                    <a:pt x="9138" y="28529"/>
                    <a:pt x="9138" y="28508"/>
                  </a:cubicBezTo>
                  <a:cubicBezTo>
                    <a:pt x="9138" y="28486"/>
                    <a:pt x="9159" y="28443"/>
                    <a:pt x="9181" y="28443"/>
                  </a:cubicBezTo>
                  <a:close/>
                  <a:moveTo>
                    <a:pt x="9429" y="28443"/>
                  </a:moveTo>
                  <a:cubicBezTo>
                    <a:pt x="9408" y="28443"/>
                    <a:pt x="9359" y="28465"/>
                    <a:pt x="9359" y="28508"/>
                  </a:cubicBezTo>
                  <a:cubicBezTo>
                    <a:pt x="9359" y="28529"/>
                    <a:pt x="9408" y="28578"/>
                    <a:pt x="9429" y="28578"/>
                  </a:cubicBezTo>
                  <a:cubicBezTo>
                    <a:pt x="9473" y="28578"/>
                    <a:pt x="9494" y="28529"/>
                    <a:pt x="9494" y="28508"/>
                  </a:cubicBezTo>
                  <a:cubicBezTo>
                    <a:pt x="9494" y="28465"/>
                    <a:pt x="9473" y="28443"/>
                    <a:pt x="9429" y="28443"/>
                  </a:cubicBezTo>
                  <a:close/>
                  <a:moveTo>
                    <a:pt x="9699" y="28443"/>
                  </a:moveTo>
                  <a:cubicBezTo>
                    <a:pt x="9678" y="28443"/>
                    <a:pt x="9629" y="28465"/>
                    <a:pt x="9629" y="28508"/>
                  </a:cubicBezTo>
                  <a:cubicBezTo>
                    <a:pt x="9629" y="28529"/>
                    <a:pt x="9678" y="28578"/>
                    <a:pt x="9699" y="28578"/>
                  </a:cubicBezTo>
                  <a:cubicBezTo>
                    <a:pt x="9743" y="28578"/>
                    <a:pt x="9764" y="28529"/>
                    <a:pt x="9764" y="28508"/>
                  </a:cubicBezTo>
                  <a:cubicBezTo>
                    <a:pt x="9764" y="28465"/>
                    <a:pt x="9743" y="28443"/>
                    <a:pt x="9699" y="28443"/>
                  </a:cubicBezTo>
                  <a:close/>
                  <a:moveTo>
                    <a:pt x="9969" y="28443"/>
                  </a:moveTo>
                  <a:cubicBezTo>
                    <a:pt x="9948" y="28443"/>
                    <a:pt x="9899" y="28465"/>
                    <a:pt x="9899" y="28508"/>
                  </a:cubicBezTo>
                  <a:cubicBezTo>
                    <a:pt x="9899" y="28529"/>
                    <a:pt x="9948" y="28578"/>
                    <a:pt x="9969" y="28578"/>
                  </a:cubicBezTo>
                  <a:cubicBezTo>
                    <a:pt x="10013" y="28578"/>
                    <a:pt x="10034" y="28529"/>
                    <a:pt x="10034" y="28508"/>
                  </a:cubicBezTo>
                  <a:cubicBezTo>
                    <a:pt x="10034" y="28465"/>
                    <a:pt x="10013" y="28443"/>
                    <a:pt x="9969" y="28443"/>
                  </a:cubicBezTo>
                  <a:close/>
                  <a:moveTo>
                    <a:pt x="10240" y="28443"/>
                  </a:moveTo>
                  <a:cubicBezTo>
                    <a:pt x="10218" y="28443"/>
                    <a:pt x="10169" y="28465"/>
                    <a:pt x="10169" y="28508"/>
                  </a:cubicBezTo>
                  <a:cubicBezTo>
                    <a:pt x="10169" y="28529"/>
                    <a:pt x="10218" y="28578"/>
                    <a:pt x="10240" y="28578"/>
                  </a:cubicBezTo>
                  <a:cubicBezTo>
                    <a:pt x="10283" y="28578"/>
                    <a:pt x="10304" y="28529"/>
                    <a:pt x="10304" y="28508"/>
                  </a:cubicBezTo>
                  <a:cubicBezTo>
                    <a:pt x="10304" y="28465"/>
                    <a:pt x="10283" y="28443"/>
                    <a:pt x="10240" y="28443"/>
                  </a:cubicBezTo>
                  <a:close/>
                  <a:moveTo>
                    <a:pt x="10510" y="28443"/>
                  </a:moveTo>
                  <a:cubicBezTo>
                    <a:pt x="10488" y="28443"/>
                    <a:pt x="10439" y="28465"/>
                    <a:pt x="10439" y="28508"/>
                  </a:cubicBezTo>
                  <a:cubicBezTo>
                    <a:pt x="10439" y="28529"/>
                    <a:pt x="10488" y="28578"/>
                    <a:pt x="10510" y="28578"/>
                  </a:cubicBezTo>
                  <a:cubicBezTo>
                    <a:pt x="10553" y="28578"/>
                    <a:pt x="10574" y="28529"/>
                    <a:pt x="10574" y="28508"/>
                  </a:cubicBezTo>
                  <a:cubicBezTo>
                    <a:pt x="10574" y="28465"/>
                    <a:pt x="10553" y="28443"/>
                    <a:pt x="10510" y="28443"/>
                  </a:cubicBezTo>
                  <a:close/>
                  <a:moveTo>
                    <a:pt x="10780" y="28443"/>
                  </a:moveTo>
                  <a:cubicBezTo>
                    <a:pt x="10758" y="28443"/>
                    <a:pt x="10709" y="28465"/>
                    <a:pt x="10709" y="28508"/>
                  </a:cubicBezTo>
                  <a:cubicBezTo>
                    <a:pt x="10709" y="28529"/>
                    <a:pt x="10758" y="28578"/>
                    <a:pt x="10780" y="28578"/>
                  </a:cubicBezTo>
                  <a:cubicBezTo>
                    <a:pt x="10823" y="28578"/>
                    <a:pt x="10844" y="28529"/>
                    <a:pt x="10844" y="28508"/>
                  </a:cubicBezTo>
                  <a:cubicBezTo>
                    <a:pt x="10844" y="28465"/>
                    <a:pt x="10823" y="28443"/>
                    <a:pt x="10780" y="28443"/>
                  </a:cubicBezTo>
                  <a:close/>
                  <a:moveTo>
                    <a:pt x="11050" y="28443"/>
                  </a:moveTo>
                  <a:cubicBezTo>
                    <a:pt x="11028" y="28443"/>
                    <a:pt x="10979" y="28465"/>
                    <a:pt x="10979" y="28508"/>
                  </a:cubicBezTo>
                  <a:cubicBezTo>
                    <a:pt x="10979" y="28529"/>
                    <a:pt x="11028" y="28578"/>
                    <a:pt x="11050" y="28578"/>
                  </a:cubicBezTo>
                  <a:cubicBezTo>
                    <a:pt x="11093" y="28578"/>
                    <a:pt x="11114" y="28529"/>
                    <a:pt x="11114" y="28508"/>
                  </a:cubicBezTo>
                  <a:cubicBezTo>
                    <a:pt x="11114" y="28465"/>
                    <a:pt x="11093" y="28443"/>
                    <a:pt x="11050" y="28443"/>
                  </a:cubicBezTo>
                  <a:close/>
                  <a:moveTo>
                    <a:pt x="11320" y="28443"/>
                  </a:moveTo>
                  <a:cubicBezTo>
                    <a:pt x="11298" y="28443"/>
                    <a:pt x="11249" y="28465"/>
                    <a:pt x="11249" y="28508"/>
                  </a:cubicBezTo>
                  <a:cubicBezTo>
                    <a:pt x="11249" y="28529"/>
                    <a:pt x="11298" y="28578"/>
                    <a:pt x="11320" y="28578"/>
                  </a:cubicBezTo>
                  <a:cubicBezTo>
                    <a:pt x="11363" y="28578"/>
                    <a:pt x="11384" y="28529"/>
                    <a:pt x="11384" y="28508"/>
                  </a:cubicBezTo>
                  <a:cubicBezTo>
                    <a:pt x="11384" y="28465"/>
                    <a:pt x="11363" y="28443"/>
                    <a:pt x="11320" y="28443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f131e4dc8c_0_507"/>
            <p:cNvSpPr/>
            <p:nvPr/>
          </p:nvSpPr>
          <p:spPr>
            <a:xfrm>
              <a:off x="828794" y="4590306"/>
              <a:ext cx="6275" cy="716455"/>
            </a:xfrm>
            <a:custGeom>
              <a:rect b="b" l="l" r="r" t="t"/>
              <a:pathLst>
                <a:path extrusionOk="0" h="15527" w="136">
                  <a:moveTo>
                    <a:pt x="66" y="1"/>
                  </a:moveTo>
                  <a:cubicBezTo>
                    <a:pt x="44" y="1"/>
                    <a:pt x="1" y="23"/>
                    <a:pt x="1" y="66"/>
                  </a:cubicBezTo>
                  <a:cubicBezTo>
                    <a:pt x="1" y="87"/>
                    <a:pt x="44" y="136"/>
                    <a:pt x="66" y="136"/>
                  </a:cubicBezTo>
                  <a:cubicBezTo>
                    <a:pt x="109" y="136"/>
                    <a:pt x="136" y="87"/>
                    <a:pt x="136" y="66"/>
                  </a:cubicBezTo>
                  <a:cubicBezTo>
                    <a:pt x="136" y="23"/>
                    <a:pt x="109" y="1"/>
                    <a:pt x="66" y="1"/>
                  </a:cubicBezTo>
                  <a:close/>
                  <a:moveTo>
                    <a:pt x="66" y="271"/>
                  </a:moveTo>
                  <a:cubicBezTo>
                    <a:pt x="44" y="271"/>
                    <a:pt x="1" y="293"/>
                    <a:pt x="1" y="336"/>
                  </a:cubicBezTo>
                  <a:cubicBezTo>
                    <a:pt x="1" y="357"/>
                    <a:pt x="44" y="406"/>
                    <a:pt x="66" y="406"/>
                  </a:cubicBezTo>
                  <a:cubicBezTo>
                    <a:pt x="109" y="406"/>
                    <a:pt x="136" y="357"/>
                    <a:pt x="136" y="336"/>
                  </a:cubicBezTo>
                  <a:cubicBezTo>
                    <a:pt x="136" y="293"/>
                    <a:pt x="109" y="271"/>
                    <a:pt x="66" y="271"/>
                  </a:cubicBezTo>
                  <a:close/>
                  <a:moveTo>
                    <a:pt x="66" y="541"/>
                  </a:moveTo>
                  <a:cubicBezTo>
                    <a:pt x="44" y="541"/>
                    <a:pt x="1" y="563"/>
                    <a:pt x="1" y="606"/>
                  </a:cubicBezTo>
                  <a:cubicBezTo>
                    <a:pt x="1" y="627"/>
                    <a:pt x="44" y="676"/>
                    <a:pt x="66" y="676"/>
                  </a:cubicBezTo>
                  <a:cubicBezTo>
                    <a:pt x="109" y="676"/>
                    <a:pt x="136" y="627"/>
                    <a:pt x="136" y="606"/>
                  </a:cubicBezTo>
                  <a:cubicBezTo>
                    <a:pt x="136" y="563"/>
                    <a:pt x="109" y="541"/>
                    <a:pt x="66" y="541"/>
                  </a:cubicBezTo>
                  <a:close/>
                  <a:moveTo>
                    <a:pt x="66" y="811"/>
                  </a:moveTo>
                  <a:cubicBezTo>
                    <a:pt x="44" y="811"/>
                    <a:pt x="1" y="833"/>
                    <a:pt x="1" y="876"/>
                  </a:cubicBezTo>
                  <a:cubicBezTo>
                    <a:pt x="1" y="897"/>
                    <a:pt x="44" y="946"/>
                    <a:pt x="66" y="946"/>
                  </a:cubicBezTo>
                  <a:cubicBezTo>
                    <a:pt x="109" y="946"/>
                    <a:pt x="136" y="897"/>
                    <a:pt x="136" y="876"/>
                  </a:cubicBezTo>
                  <a:cubicBezTo>
                    <a:pt x="136" y="833"/>
                    <a:pt x="109" y="811"/>
                    <a:pt x="66" y="811"/>
                  </a:cubicBezTo>
                  <a:close/>
                  <a:moveTo>
                    <a:pt x="66" y="1081"/>
                  </a:moveTo>
                  <a:cubicBezTo>
                    <a:pt x="44" y="1081"/>
                    <a:pt x="1" y="1103"/>
                    <a:pt x="1" y="1146"/>
                  </a:cubicBezTo>
                  <a:cubicBezTo>
                    <a:pt x="1" y="1167"/>
                    <a:pt x="44" y="1216"/>
                    <a:pt x="66" y="1216"/>
                  </a:cubicBezTo>
                  <a:cubicBezTo>
                    <a:pt x="109" y="1216"/>
                    <a:pt x="136" y="1167"/>
                    <a:pt x="136" y="1146"/>
                  </a:cubicBezTo>
                  <a:cubicBezTo>
                    <a:pt x="136" y="1103"/>
                    <a:pt x="109" y="1081"/>
                    <a:pt x="66" y="1081"/>
                  </a:cubicBezTo>
                  <a:close/>
                  <a:moveTo>
                    <a:pt x="66" y="1351"/>
                  </a:moveTo>
                  <a:cubicBezTo>
                    <a:pt x="44" y="1351"/>
                    <a:pt x="1" y="1373"/>
                    <a:pt x="1" y="1416"/>
                  </a:cubicBezTo>
                  <a:cubicBezTo>
                    <a:pt x="1" y="1437"/>
                    <a:pt x="44" y="1486"/>
                    <a:pt x="66" y="1486"/>
                  </a:cubicBezTo>
                  <a:cubicBezTo>
                    <a:pt x="109" y="1486"/>
                    <a:pt x="136" y="1437"/>
                    <a:pt x="136" y="1416"/>
                  </a:cubicBezTo>
                  <a:cubicBezTo>
                    <a:pt x="136" y="1373"/>
                    <a:pt x="109" y="1351"/>
                    <a:pt x="66" y="1351"/>
                  </a:cubicBezTo>
                  <a:close/>
                  <a:moveTo>
                    <a:pt x="66" y="1621"/>
                  </a:moveTo>
                  <a:cubicBezTo>
                    <a:pt x="44" y="1621"/>
                    <a:pt x="1" y="1643"/>
                    <a:pt x="1" y="1686"/>
                  </a:cubicBezTo>
                  <a:cubicBezTo>
                    <a:pt x="1" y="1707"/>
                    <a:pt x="44" y="1756"/>
                    <a:pt x="66" y="1756"/>
                  </a:cubicBezTo>
                  <a:cubicBezTo>
                    <a:pt x="109" y="1756"/>
                    <a:pt x="136" y="1707"/>
                    <a:pt x="136" y="1686"/>
                  </a:cubicBezTo>
                  <a:cubicBezTo>
                    <a:pt x="136" y="1643"/>
                    <a:pt x="109" y="1621"/>
                    <a:pt x="66" y="1621"/>
                  </a:cubicBezTo>
                  <a:close/>
                  <a:moveTo>
                    <a:pt x="66" y="1891"/>
                  </a:moveTo>
                  <a:cubicBezTo>
                    <a:pt x="44" y="1891"/>
                    <a:pt x="1" y="1913"/>
                    <a:pt x="1" y="1956"/>
                  </a:cubicBezTo>
                  <a:cubicBezTo>
                    <a:pt x="1" y="1977"/>
                    <a:pt x="44" y="2026"/>
                    <a:pt x="66" y="2026"/>
                  </a:cubicBezTo>
                  <a:cubicBezTo>
                    <a:pt x="109" y="2026"/>
                    <a:pt x="136" y="1977"/>
                    <a:pt x="136" y="1956"/>
                  </a:cubicBezTo>
                  <a:cubicBezTo>
                    <a:pt x="136" y="1913"/>
                    <a:pt x="109" y="1891"/>
                    <a:pt x="66" y="1891"/>
                  </a:cubicBezTo>
                  <a:close/>
                  <a:moveTo>
                    <a:pt x="66" y="2161"/>
                  </a:moveTo>
                  <a:cubicBezTo>
                    <a:pt x="44" y="2161"/>
                    <a:pt x="1" y="2183"/>
                    <a:pt x="1" y="2226"/>
                  </a:cubicBezTo>
                  <a:cubicBezTo>
                    <a:pt x="1" y="2247"/>
                    <a:pt x="44" y="2296"/>
                    <a:pt x="66" y="2296"/>
                  </a:cubicBezTo>
                  <a:cubicBezTo>
                    <a:pt x="109" y="2296"/>
                    <a:pt x="136" y="2247"/>
                    <a:pt x="136" y="2226"/>
                  </a:cubicBezTo>
                  <a:cubicBezTo>
                    <a:pt x="136" y="2183"/>
                    <a:pt x="109" y="2161"/>
                    <a:pt x="66" y="2161"/>
                  </a:cubicBezTo>
                  <a:close/>
                  <a:moveTo>
                    <a:pt x="66" y="2431"/>
                  </a:moveTo>
                  <a:cubicBezTo>
                    <a:pt x="44" y="2431"/>
                    <a:pt x="1" y="2453"/>
                    <a:pt x="1" y="2496"/>
                  </a:cubicBezTo>
                  <a:cubicBezTo>
                    <a:pt x="1" y="2517"/>
                    <a:pt x="44" y="2566"/>
                    <a:pt x="66" y="2566"/>
                  </a:cubicBezTo>
                  <a:cubicBezTo>
                    <a:pt x="109" y="2566"/>
                    <a:pt x="136" y="2517"/>
                    <a:pt x="136" y="2496"/>
                  </a:cubicBezTo>
                  <a:cubicBezTo>
                    <a:pt x="136" y="2453"/>
                    <a:pt x="109" y="2431"/>
                    <a:pt x="66" y="2431"/>
                  </a:cubicBezTo>
                  <a:close/>
                  <a:moveTo>
                    <a:pt x="66" y="2701"/>
                  </a:moveTo>
                  <a:cubicBezTo>
                    <a:pt x="44" y="2701"/>
                    <a:pt x="1" y="2723"/>
                    <a:pt x="1" y="2766"/>
                  </a:cubicBezTo>
                  <a:cubicBezTo>
                    <a:pt x="1" y="2787"/>
                    <a:pt x="44" y="2836"/>
                    <a:pt x="66" y="2836"/>
                  </a:cubicBezTo>
                  <a:cubicBezTo>
                    <a:pt x="109" y="2836"/>
                    <a:pt x="136" y="2787"/>
                    <a:pt x="136" y="2766"/>
                  </a:cubicBezTo>
                  <a:cubicBezTo>
                    <a:pt x="136" y="2723"/>
                    <a:pt x="109" y="2701"/>
                    <a:pt x="66" y="2701"/>
                  </a:cubicBezTo>
                  <a:close/>
                  <a:moveTo>
                    <a:pt x="66" y="2971"/>
                  </a:moveTo>
                  <a:cubicBezTo>
                    <a:pt x="44" y="2971"/>
                    <a:pt x="1" y="2993"/>
                    <a:pt x="1" y="3036"/>
                  </a:cubicBezTo>
                  <a:cubicBezTo>
                    <a:pt x="1" y="3058"/>
                    <a:pt x="44" y="3106"/>
                    <a:pt x="66" y="3106"/>
                  </a:cubicBezTo>
                  <a:cubicBezTo>
                    <a:pt x="109" y="3106"/>
                    <a:pt x="136" y="3058"/>
                    <a:pt x="136" y="3036"/>
                  </a:cubicBezTo>
                  <a:cubicBezTo>
                    <a:pt x="136" y="2993"/>
                    <a:pt x="109" y="2971"/>
                    <a:pt x="66" y="2971"/>
                  </a:cubicBezTo>
                  <a:close/>
                  <a:moveTo>
                    <a:pt x="66" y="3241"/>
                  </a:moveTo>
                  <a:cubicBezTo>
                    <a:pt x="44" y="3241"/>
                    <a:pt x="1" y="3263"/>
                    <a:pt x="1" y="3306"/>
                  </a:cubicBezTo>
                  <a:cubicBezTo>
                    <a:pt x="1" y="3328"/>
                    <a:pt x="44" y="3376"/>
                    <a:pt x="66" y="3376"/>
                  </a:cubicBezTo>
                  <a:cubicBezTo>
                    <a:pt x="109" y="3376"/>
                    <a:pt x="136" y="3328"/>
                    <a:pt x="136" y="3306"/>
                  </a:cubicBezTo>
                  <a:cubicBezTo>
                    <a:pt x="136" y="3263"/>
                    <a:pt x="109" y="3241"/>
                    <a:pt x="66" y="3241"/>
                  </a:cubicBezTo>
                  <a:close/>
                  <a:moveTo>
                    <a:pt x="66" y="3511"/>
                  </a:moveTo>
                  <a:cubicBezTo>
                    <a:pt x="44" y="3511"/>
                    <a:pt x="1" y="3533"/>
                    <a:pt x="1" y="3576"/>
                  </a:cubicBezTo>
                  <a:cubicBezTo>
                    <a:pt x="1" y="3598"/>
                    <a:pt x="44" y="3646"/>
                    <a:pt x="66" y="3646"/>
                  </a:cubicBezTo>
                  <a:cubicBezTo>
                    <a:pt x="109" y="3646"/>
                    <a:pt x="136" y="3598"/>
                    <a:pt x="136" y="3576"/>
                  </a:cubicBezTo>
                  <a:cubicBezTo>
                    <a:pt x="136" y="3533"/>
                    <a:pt x="109" y="3511"/>
                    <a:pt x="66" y="3511"/>
                  </a:cubicBezTo>
                  <a:close/>
                  <a:moveTo>
                    <a:pt x="66" y="3781"/>
                  </a:moveTo>
                  <a:cubicBezTo>
                    <a:pt x="44" y="3781"/>
                    <a:pt x="1" y="3803"/>
                    <a:pt x="1" y="3846"/>
                  </a:cubicBezTo>
                  <a:cubicBezTo>
                    <a:pt x="1" y="3868"/>
                    <a:pt x="44" y="3916"/>
                    <a:pt x="66" y="3916"/>
                  </a:cubicBezTo>
                  <a:cubicBezTo>
                    <a:pt x="109" y="3916"/>
                    <a:pt x="136" y="3868"/>
                    <a:pt x="136" y="3846"/>
                  </a:cubicBezTo>
                  <a:cubicBezTo>
                    <a:pt x="136" y="3803"/>
                    <a:pt x="109" y="3781"/>
                    <a:pt x="66" y="3781"/>
                  </a:cubicBezTo>
                  <a:close/>
                  <a:moveTo>
                    <a:pt x="66" y="4051"/>
                  </a:moveTo>
                  <a:cubicBezTo>
                    <a:pt x="44" y="4051"/>
                    <a:pt x="1" y="4073"/>
                    <a:pt x="1" y="4116"/>
                  </a:cubicBezTo>
                  <a:cubicBezTo>
                    <a:pt x="1" y="4138"/>
                    <a:pt x="44" y="4186"/>
                    <a:pt x="66" y="4186"/>
                  </a:cubicBezTo>
                  <a:cubicBezTo>
                    <a:pt x="109" y="4186"/>
                    <a:pt x="136" y="4138"/>
                    <a:pt x="136" y="4116"/>
                  </a:cubicBezTo>
                  <a:cubicBezTo>
                    <a:pt x="136" y="4073"/>
                    <a:pt x="109" y="4051"/>
                    <a:pt x="66" y="4051"/>
                  </a:cubicBezTo>
                  <a:close/>
                  <a:moveTo>
                    <a:pt x="66" y="4321"/>
                  </a:moveTo>
                  <a:cubicBezTo>
                    <a:pt x="44" y="4321"/>
                    <a:pt x="1" y="4343"/>
                    <a:pt x="1" y="4386"/>
                  </a:cubicBezTo>
                  <a:cubicBezTo>
                    <a:pt x="1" y="4408"/>
                    <a:pt x="44" y="4456"/>
                    <a:pt x="66" y="4456"/>
                  </a:cubicBezTo>
                  <a:cubicBezTo>
                    <a:pt x="109" y="4456"/>
                    <a:pt x="136" y="4408"/>
                    <a:pt x="136" y="4386"/>
                  </a:cubicBezTo>
                  <a:cubicBezTo>
                    <a:pt x="136" y="4343"/>
                    <a:pt x="109" y="4321"/>
                    <a:pt x="66" y="4321"/>
                  </a:cubicBezTo>
                  <a:close/>
                  <a:moveTo>
                    <a:pt x="66" y="4591"/>
                  </a:moveTo>
                  <a:cubicBezTo>
                    <a:pt x="44" y="4591"/>
                    <a:pt x="1" y="4613"/>
                    <a:pt x="1" y="4656"/>
                  </a:cubicBezTo>
                  <a:cubicBezTo>
                    <a:pt x="1" y="4678"/>
                    <a:pt x="44" y="4726"/>
                    <a:pt x="66" y="4726"/>
                  </a:cubicBezTo>
                  <a:cubicBezTo>
                    <a:pt x="109" y="4726"/>
                    <a:pt x="136" y="4678"/>
                    <a:pt x="136" y="4656"/>
                  </a:cubicBezTo>
                  <a:cubicBezTo>
                    <a:pt x="136" y="4613"/>
                    <a:pt x="109" y="4591"/>
                    <a:pt x="66" y="4591"/>
                  </a:cubicBezTo>
                  <a:close/>
                  <a:moveTo>
                    <a:pt x="66" y="4861"/>
                  </a:moveTo>
                  <a:cubicBezTo>
                    <a:pt x="44" y="4861"/>
                    <a:pt x="1" y="4883"/>
                    <a:pt x="1" y="4926"/>
                  </a:cubicBezTo>
                  <a:cubicBezTo>
                    <a:pt x="1" y="4948"/>
                    <a:pt x="44" y="4996"/>
                    <a:pt x="66" y="4996"/>
                  </a:cubicBezTo>
                  <a:cubicBezTo>
                    <a:pt x="109" y="4996"/>
                    <a:pt x="136" y="4948"/>
                    <a:pt x="136" y="4926"/>
                  </a:cubicBezTo>
                  <a:cubicBezTo>
                    <a:pt x="136" y="4883"/>
                    <a:pt x="109" y="4861"/>
                    <a:pt x="66" y="4861"/>
                  </a:cubicBezTo>
                  <a:close/>
                  <a:moveTo>
                    <a:pt x="66" y="5131"/>
                  </a:moveTo>
                  <a:cubicBezTo>
                    <a:pt x="44" y="5131"/>
                    <a:pt x="1" y="5153"/>
                    <a:pt x="1" y="5196"/>
                  </a:cubicBezTo>
                  <a:cubicBezTo>
                    <a:pt x="1" y="5218"/>
                    <a:pt x="44" y="5266"/>
                    <a:pt x="66" y="5266"/>
                  </a:cubicBezTo>
                  <a:cubicBezTo>
                    <a:pt x="109" y="5266"/>
                    <a:pt x="136" y="5218"/>
                    <a:pt x="136" y="5196"/>
                  </a:cubicBezTo>
                  <a:cubicBezTo>
                    <a:pt x="136" y="5153"/>
                    <a:pt x="109" y="5131"/>
                    <a:pt x="66" y="5131"/>
                  </a:cubicBezTo>
                  <a:close/>
                  <a:moveTo>
                    <a:pt x="66" y="5401"/>
                  </a:moveTo>
                  <a:cubicBezTo>
                    <a:pt x="44" y="5401"/>
                    <a:pt x="1" y="5423"/>
                    <a:pt x="1" y="5466"/>
                  </a:cubicBezTo>
                  <a:cubicBezTo>
                    <a:pt x="1" y="5488"/>
                    <a:pt x="44" y="5536"/>
                    <a:pt x="66" y="5536"/>
                  </a:cubicBezTo>
                  <a:cubicBezTo>
                    <a:pt x="109" y="5536"/>
                    <a:pt x="136" y="5488"/>
                    <a:pt x="136" y="5466"/>
                  </a:cubicBezTo>
                  <a:cubicBezTo>
                    <a:pt x="136" y="5423"/>
                    <a:pt x="109" y="5401"/>
                    <a:pt x="66" y="5401"/>
                  </a:cubicBezTo>
                  <a:close/>
                  <a:moveTo>
                    <a:pt x="66" y="5671"/>
                  </a:moveTo>
                  <a:cubicBezTo>
                    <a:pt x="44" y="5671"/>
                    <a:pt x="1" y="5693"/>
                    <a:pt x="1" y="5736"/>
                  </a:cubicBezTo>
                  <a:cubicBezTo>
                    <a:pt x="1" y="5758"/>
                    <a:pt x="44" y="5806"/>
                    <a:pt x="66" y="5806"/>
                  </a:cubicBezTo>
                  <a:cubicBezTo>
                    <a:pt x="109" y="5806"/>
                    <a:pt x="136" y="5758"/>
                    <a:pt x="136" y="5736"/>
                  </a:cubicBezTo>
                  <a:cubicBezTo>
                    <a:pt x="136" y="5693"/>
                    <a:pt x="109" y="5671"/>
                    <a:pt x="66" y="5671"/>
                  </a:cubicBezTo>
                  <a:close/>
                  <a:moveTo>
                    <a:pt x="66" y="5941"/>
                  </a:moveTo>
                  <a:cubicBezTo>
                    <a:pt x="44" y="5941"/>
                    <a:pt x="1" y="5963"/>
                    <a:pt x="1" y="6006"/>
                  </a:cubicBezTo>
                  <a:cubicBezTo>
                    <a:pt x="1" y="6028"/>
                    <a:pt x="44" y="6076"/>
                    <a:pt x="66" y="6076"/>
                  </a:cubicBezTo>
                  <a:cubicBezTo>
                    <a:pt x="109" y="6076"/>
                    <a:pt x="136" y="6028"/>
                    <a:pt x="136" y="6006"/>
                  </a:cubicBezTo>
                  <a:cubicBezTo>
                    <a:pt x="136" y="5963"/>
                    <a:pt x="109" y="5941"/>
                    <a:pt x="66" y="5941"/>
                  </a:cubicBezTo>
                  <a:close/>
                  <a:moveTo>
                    <a:pt x="66" y="6211"/>
                  </a:moveTo>
                  <a:cubicBezTo>
                    <a:pt x="44" y="6211"/>
                    <a:pt x="1" y="6233"/>
                    <a:pt x="1" y="6276"/>
                  </a:cubicBezTo>
                  <a:cubicBezTo>
                    <a:pt x="1" y="6298"/>
                    <a:pt x="44" y="6346"/>
                    <a:pt x="66" y="6346"/>
                  </a:cubicBezTo>
                  <a:cubicBezTo>
                    <a:pt x="109" y="6346"/>
                    <a:pt x="136" y="6298"/>
                    <a:pt x="136" y="6276"/>
                  </a:cubicBezTo>
                  <a:cubicBezTo>
                    <a:pt x="136" y="6233"/>
                    <a:pt x="109" y="6211"/>
                    <a:pt x="66" y="6211"/>
                  </a:cubicBezTo>
                  <a:close/>
                  <a:moveTo>
                    <a:pt x="66" y="6481"/>
                  </a:moveTo>
                  <a:cubicBezTo>
                    <a:pt x="44" y="6481"/>
                    <a:pt x="1" y="6503"/>
                    <a:pt x="1" y="6546"/>
                  </a:cubicBezTo>
                  <a:cubicBezTo>
                    <a:pt x="1" y="6568"/>
                    <a:pt x="44" y="6616"/>
                    <a:pt x="66" y="6616"/>
                  </a:cubicBezTo>
                  <a:cubicBezTo>
                    <a:pt x="109" y="6616"/>
                    <a:pt x="136" y="6568"/>
                    <a:pt x="136" y="6546"/>
                  </a:cubicBezTo>
                  <a:cubicBezTo>
                    <a:pt x="136" y="6503"/>
                    <a:pt x="109" y="6481"/>
                    <a:pt x="66" y="6481"/>
                  </a:cubicBezTo>
                  <a:close/>
                  <a:moveTo>
                    <a:pt x="66" y="6751"/>
                  </a:moveTo>
                  <a:cubicBezTo>
                    <a:pt x="44" y="6751"/>
                    <a:pt x="1" y="6773"/>
                    <a:pt x="1" y="6816"/>
                  </a:cubicBezTo>
                  <a:cubicBezTo>
                    <a:pt x="1" y="6838"/>
                    <a:pt x="44" y="6886"/>
                    <a:pt x="66" y="6886"/>
                  </a:cubicBezTo>
                  <a:cubicBezTo>
                    <a:pt x="109" y="6886"/>
                    <a:pt x="136" y="6838"/>
                    <a:pt x="136" y="6816"/>
                  </a:cubicBezTo>
                  <a:cubicBezTo>
                    <a:pt x="136" y="6773"/>
                    <a:pt x="109" y="6751"/>
                    <a:pt x="66" y="6751"/>
                  </a:cubicBezTo>
                  <a:close/>
                  <a:moveTo>
                    <a:pt x="66" y="7021"/>
                  </a:moveTo>
                  <a:cubicBezTo>
                    <a:pt x="44" y="7021"/>
                    <a:pt x="1" y="7043"/>
                    <a:pt x="1" y="7086"/>
                  </a:cubicBezTo>
                  <a:cubicBezTo>
                    <a:pt x="1" y="7108"/>
                    <a:pt x="44" y="7156"/>
                    <a:pt x="66" y="7156"/>
                  </a:cubicBezTo>
                  <a:cubicBezTo>
                    <a:pt x="109" y="7156"/>
                    <a:pt x="136" y="7108"/>
                    <a:pt x="136" y="7086"/>
                  </a:cubicBezTo>
                  <a:cubicBezTo>
                    <a:pt x="136" y="7043"/>
                    <a:pt x="109" y="7021"/>
                    <a:pt x="66" y="7021"/>
                  </a:cubicBezTo>
                  <a:close/>
                  <a:moveTo>
                    <a:pt x="1" y="7356"/>
                  </a:moveTo>
                  <a:cubicBezTo>
                    <a:pt x="1" y="7378"/>
                    <a:pt x="44" y="7426"/>
                    <a:pt x="66" y="7426"/>
                  </a:cubicBezTo>
                  <a:cubicBezTo>
                    <a:pt x="109" y="7426"/>
                    <a:pt x="136" y="7378"/>
                    <a:pt x="136" y="7356"/>
                  </a:cubicBezTo>
                  <a:lnTo>
                    <a:pt x="136" y="7356"/>
                  </a:lnTo>
                  <a:cubicBezTo>
                    <a:pt x="136" y="7378"/>
                    <a:pt x="109" y="7405"/>
                    <a:pt x="66" y="7405"/>
                  </a:cubicBezTo>
                  <a:cubicBezTo>
                    <a:pt x="44" y="7405"/>
                    <a:pt x="22" y="7378"/>
                    <a:pt x="1" y="7356"/>
                  </a:cubicBezTo>
                  <a:close/>
                  <a:moveTo>
                    <a:pt x="66" y="7561"/>
                  </a:moveTo>
                  <a:cubicBezTo>
                    <a:pt x="44" y="7561"/>
                    <a:pt x="1" y="7583"/>
                    <a:pt x="1" y="7626"/>
                  </a:cubicBezTo>
                  <a:cubicBezTo>
                    <a:pt x="1" y="7648"/>
                    <a:pt x="44" y="7696"/>
                    <a:pt x="66" y="7696"/>
                  </a:cubicBezTo>
                  <a:cubicBezTo>
                    <a:pt x="109" y="7696"/>
                    <a:pt x="136" y="7648"/>
                    <a:pt x="136" y="7626"/>
                  </a:cubicBezTo>
                  <a:cubicBezTo>
                    <a:pt x="136" y="7583"/>
                    <a:pt x="109" y="7561"/>
                    <a:pt x="66" y="7561"/>
                  </a:cubicBezTo>
                  <a:close/>
                  <a:moveTo>
                    <a:pt x="66" y="7831"/>
                  </a:moveTo>
                  <a:cubicBezTo>
                    <a:pt x="44" y="7831"/>
                    <a:pt x="1" y="7853"/>
                    <a:pt x="1" y="7896"/>
                  </a:cubicBezTo>
                  <a:cubicBezTo>
                    <a:pt x="1" y="7918"/>
                    <a:pt x="44" y="7966"/>
                    <a:pt x="66" y="7966"/>
                  </a:cubicBezTo>
                  <a:cubicBezTo>
                    <a:pt x="109" y="7966"/>
                    <a:pt x="136" y="7918"/>
                    <a:pt x="136" y="7896"/>
                  </a:cubicBezTo>
                  <a:cubicBezTo>
                    <a:pt x="136" y="7853"/>
                    <a:pt x="109" y="7831"/>
                    <a:pt x="66" y="7831"/>
                  </a:cubicBezTo>
                  <a:close/>
                  <a:moveTo>
                    <a:pt x="66" y="8101"/>
                  </a:moveTo>
                  <a:cubicBezTo>
                    <a:pt x="44" y="8101"/>
                    <a:pt x="1" y="8123"/>
                    <a:pt x="1" y="8166"/>
                  </a:cubicBezTo>
                  <a:cubicBezTo>
                    <a:pt x="1" y="8188"/>
                    <a:pt x="44" y="8236"/>
                    <a:pt x="66" y="8236"/>
                  </a:cubicBezTo>
                  <a:cubicBezTo>
                    <a:pt x="109" y="8236"/>
                    <a:pt x="136" y="8188"/>
                    <a:pt x="136" y="8166"/>
                  </a:cubicBezTo>
                  <a:cubicBezTo>
                    <a:pt x="136" y="8123"/>
                    <a:pt x="109" y="8101"/>
                    <a:pt x="66" y="8101"/>
                  </a:cubicBezTo>
                  <a:close/>
                  <a:moveTo>
                    <a:pt x="66" y="8371"/>
                  </a:moveTo>
                  <a:cubicBezTo>
                    <a:pt x="44" y="8371"/>
                    <a:pt x="1" y="8393"/>
                    <a:pt x="1" y="8436"/>
                  </a:cubicBezTo>
                  <a:cubicBezTo>
                    <a:pt x="1" y="8458"/>
                    <a:pt x="44" y="8506"/>
                    <a:pt x="66" y="8506"/>
                  </a:cubicBezTo>
                  <a:cubicBezTo>
                    <a:pt x="109" y="8506"/>
                    <a:pt x="136" y="8458"/>
                    <a:pt x="136" y="8436"/>
                  </a:cubicBezTo>
                  <a:cubicBezTo>
                    <a:pt x="136" y="8393"/>
                    <a:pt x="109" y="8371"/>
                    <a:pt x="66" y="8371"/>
                  </a:cubicBezTo>
                  <a:close/>
                  <a:moveTo>
                    <a:pt x="66" y="8641"/>
                  </a:moveTo>
                  <a:cubicBezTo>
                    <a:pt x="44" y="8641"/>
                    <a:pt x="1" y="8663"/>
                    <a:pt x="1" y="8706"/>
                  </a:cubicBezTo>
                  <a:cubicBezTo>
                    <a:pt x="1" y="8728"/>
                    <a:pt x="44" y="8776"/>
                    <a:pt x="66" y="8776"/>
                  </a:cubicBezTo>
                  <a:cubicBezTo>
                    <a:pt x="109" y="8776"/>
                    <a:pt x="136" y="8728"/>
                    <a:pt x="136" y="8706"/>
                  </a:cubicBezTo>
                  <a:cubicBezTo>
                    <a:pt x="136" y="8663"/>
                    <a:pt x="109" y="8641"/>
                    <a:pt x="66" y="8641"/>
                  </a:cubicBezTo>
                  <a:close/>
                  <a:moveTo>
                    <a:pt x="66" y="8911"/>
                  </a:moveTo>
                  <a:cubicBezTo>
                    <a:pt x="44" y="8911"/>
                    <a:pt x="1" y="8933"/>
                    <a:pt x="1" y="8976"/>
                  </a:cubicBezTo>
                  <a:cubicBezTo>
                    <a:pt x="1" y="8998"/>
                    <a:pt x="44" y="9046"/>
                    <a:pt x="66" y="9046"/>
                  </a:cubicBezTo>
                  <a:cubicBezTo>
                    <a:pt x="109" y="9046"/>
                    <a:pt x="136" y="8998"/>
                    <a:pt x="136" y="8976"/>
                  </a:cubicBezTo>
                  <a:cubicBezTo>
                    <a:pt x="136" y="8933"/>
                    <a:pt x="109" y="8911"/>
                    <a:pt x="66" y="8911"/>
                  </a:cubicBezTo>
                  <a:close/>
                  <a:moveTo>
                    <a:pt x="66" y="9181"/>
                  </a:moveTo>
                  <a:cubicBezTo>
                    <a:pt x="44" y="9181"/>
                    <a:pt x="1" y="9203"/>
                    <a:pt x="1" y="9246"/>
                  </a:cubicBezTo>
                  <a:cubicBezTo>
                    <a:pt x="1" y="9268"/>
                    <a:pt x="44" y="9316"/>
                    <a:pt x="66" y="9316"/>
                  </a:cubicBezTo>
                  <a:cubicBezTo>
                    <a:pt x="109" y="9316"/>
                    <a:pt x="136" y="9268"/>
                    <a:pt x="136" y="9246"/>
                  </a:cubicBezTo>
                  <a:cubicBezTo>
                    <a:pt x="136" y="9203"/>
                    <a:pt x="109" y="9181"/>
                    <a:pt x="66" y="9181"/>
                  </a:cubicBezTo>
                  <a:close/>
                  <a:moveTo>
                    <a:pt x="66" y="9451"/>
                  </a:moveTo>
                  <a:cubicBezTo>
                    <a:pt x="44" y="9451"/>
                    <a:pt x="1" y="9473"/>
                    <a:pt x="1" y="9516"/>
                  </a:cubicBezTo>
                  <a:cubicBezTo>
                    <a:pt x="1" y="9538"/>
                    <a:pt x="44" y="9586"/>
                    <a:pt x="66" y="9586"/>
                  </a:cubicBezTo>
                  <a:cubicBezTo>
                    <a:pt x="109" y="9586"/>
                    <a:pt x="136" y="9538"/>
                    <a:pt x="136" y="9516"/>
                  </a:cubicBezTo>
                  <a:cubicBezTo>
                    <a:pt x="136" y="9473"/>
                    <a:pt x="109" y="9451"/>
                    <a:pt x="66" y="9451"/>
                  </a:cubicBezTo>
                  <a:close/>
                  <a:moveTo>
                    <a:pt x="66" y="9721"/>
                  </a:moveTo>
                  <a:cubicBezTo>
                    <a:pt x="44" y="9721"/>
                    <a:pt x="1" y="9743"/>
                    <a:pt x="1" y="9786"/>
                  </a:cubicBezTo>
                  <a:cubicBezTo>
                    <a:pt x="1" y="9808"/>
                    <a:pt x="44" y="9856"/>
                    <a:pt x="66" y="9856"/>
                  </a:cubicBezTo>
                  <a:cubicBezTo>
                    <a:pt x="109" y="9856"/>
                    <a:pt x="136" y="9808"/>
                    <a:pt x="136" y="9786"/>
                  </a:cubicBezTo>
                  <a:cubicBezTo>
                    <a:pt x="136" y="9743"/>
                    <a:pt x="109" y="9721"/>
                    <a:pt x="66" y="9721"/>
                  </a:cubicBezTo>
                  <a:close/>
                  <a:moveTo>
                    <a:pt x="66" y="9991"/>
                  </a:moveTo>
                  <a:cubicBezTo>
                    <a:pt x="44" y="9991"/>
                    <a:pt x="1" y="10013"/>
                    <a:pt x="1" y="10056"/>
                  </a:cubicBezTo>
                  <a:cubicBezTo>
                    <a:pt x="1" y="10078"/>
                    <a:pt x="44" y="10126"/>
                    <a:pt x="66" y="10126"/>
                  </a:cubicBezTo>
                  <a:cubicBezTo>
                    <a:pt x="109" y="10126"/>
                    <a:pt x="136" y="10078"/>
                    <a:pt x="136" y="10056"/>
                  </a:cubicBezTo>
                  <a:cubicBezTo>
                    <a:pt x="136" y="10013"/>
                    <a:pt x="109" y="9991"/>
                    <a:pt x="66" y="9991"/>
                  </a:cubicBezTo>
                  <a:close/>
                  <a:moveTo>
                    <a:pt x="66" y="10261"/>
                  </a:moveTo>
                  <a:cubicBezTo>
                    <a:pt x="44" y="10261"/>
                    <a:pt x="1" y="10283"/>
                    <a:pt x="1" y="10326"/>
                  </a:cubicBezTo>
                  <a:cubicBezTo>
                    <a:pt x="1" y="10348"/>
                    <a:pt x="44" y="10396"/>
                    <a:pt x="66" y="10396"/>
                  </a:cubicBezTo>
                  <a:cubicBezTo>
                    <a:pt x="109" y="10396"/>
                    <a:pt x="136" y="10348"/>
                    <a:pt x="136" y="10326"/>
                  </a:cubicBezTo>
                  <a:cubicBezTo>
                    <a:pt x="136" y="10283"/>
                    <a:pt x="109" y="10261"/>
                    <a:pt x="66" y="10261"/>
                  </a:cubicBezTo>
                  <a:close/>
                  <a:moveTo>
                    <a:pt x="66" y="10531"/>
                  </a:moveTo>
                  <a:cubicBezTo>
                    <a:pt x="44" y="10531"/>
                    <a:pt x="1" y="10553"/>
                    <a:pt x="1" y="10596"/>
                  </a:cubicBezTo>
                  <a:cubicBezTo>
                    <a:pt x="1" y="10618"/>
                    <a:pt x="44" y="10666"/>
                    <a:pt x="66" y="10666"/>
                  </a:cubicBezTo>
                  <a:cubicBezTo>
                    <a:pt x="109" y="10666"/>
                    <a:pt x="136" y="10618"/>
                    <a:pt x="136" y="10596"/>
                  </a:cubicBezTo>
                  <a:cubicBezTo>
                    <a:pt x="136" y="10553"/>
                    <a:pt x="109" y="10531"/>
                    <a:pt x="66" y="10531"/>
                  </a:cubicBezTo>
                  <a:close/>
                  <a:moveTo>
                    <a:pt x="66" y="10801"/>
                  </a:moveTo>
                  <a:cubicBezTo>
                    <a:pt x="44" y="10801"/>
                    <a:pt x="1" y="10823"/>
                    <a:pt x="1" y="10866"/>
                  </a:cubicBezTo>
                  <a:cubicBezTo>
                    <a:pt x="1" y="10888"/>
                    <a:pt x="44" y="10936"/>
                    <a:pt x="66" y="10936"/>
                  </a:cubicBezTo>
                  <a:cubicBezTo>
                    <a:pt x="109" y="10936"/>
                    <a:pt x="136" y="10888"/>
                    <a:pt x="136" y="10866"/>
                  </a:cubicBezTo>
                  <a:cubicBezTo>
                    <a:pt x="136" y="10823"/>
                    <a:pt x="109" y="10801"/>
                    <a:pt x="66" y="10801"/>
                  </a:cubicBezTo>
                  <a:close/>
                  <a:moveTo>
                    <a:pt x="66" y="11071"/>
                  </a:moveTo>
                  <a:cubicBezTo>
                    <a:pt x="44" y="11071"/>
                    <a:pt x="1" y="11093"/>
                    <a:pt x="1" y="11136"/>
                  </a:cubicBezTo>
                  <a:cubicBezTo>
                    <a:pt x="1" y="11158"/>
                    <a:pt x="44" y="11206"/>
                    <a:pt x="66" y="11206"/>
                  </a:cubicBezTo>
                  <a:cubicBezTo>
                    <a:pt x="109" y="11206"/>
                    <a:pt x="136" y="11158"/>
                    <a:pt x="136" y="11136"/>
                  </a:cubicBezTo>
                  <a:cubicBezTo>
                    <a:pt x="136" y="11093"/>
                    <a:pt x="109" y="11071"/>
                    <a:pt x="66" y="11071"/>
                  </a:cubicBezTo>
                  <a:close/>
                  <a:moveTo>
                    <a:pt x="66" y="11341"/>
                  </a:moveTo>
                  <a:cubicBezTo>
                    <a:pt x="44" y="11341"/>
                    <a:pt x="1" y="11363"/>
                    <a:pt x="1" y="11406"/>
                  </a:cubicBezTo>
                  <a:cubicBezTo>
                    <a:pt x="1" y="11428"/>
                    <a:pt x="44" y="11476"/>
                    <a:pt x="66" y="11476"/>
                  </a:cubicBezTo>
                  <a:cubicBezTo>
                    <a:pt x="109" y="11476"/>
                    <a:pt x="136" y="11428"/>
                    <a:pt x="136" y="11406"/>
                  </a:cubicBezTo>
                  <a:cubicBezTo>
                    <a:pt x="136" y="11363"/>
                    <a:pt x="109" y="11341"/>
                    <a:pt x="66" y="11341"/>
                  </a:cubicBezTo>
                  <a:close/>
                  <a:moveTo>
                    <a:pt x="66" y="11611"/>
                  </a:moveTo>
                  <a:cubicBezTo>
                    <a:pt x="44" y="11611"/>
                    <a:pt x="1" y="11633"/>
                    <a:pt x="1" y="11676"/>
                  </a:cubicBezTo>
                  <a:cubicBezTo>
                    <a:pt x="1" y="11698"/>
                    <a:pt x="44" y="11746"/>
                    <a:pt x="66" y="11746"/>
                  </a:cubicBezTo>
                  <a:cubicBezTo>
                    <a:pt x="109" y="11746"/>
                    <a:pt x="136" y="11698"/>
                    <a:pt x="136" y="11676"/>
                  </a:cubicBezTo>
                  <a:cubicBezTo>
                    <a:pt x="136" y="11633"/>
                    <a:pt x="109" y="11611"/>
                    <a:pt x="66" y="11611"/>
                  </a:cubicBezTo>
                  <a:close/>
                  <a:moveTo>
                    <a:pt x="66" y="11881"/>
                  </a:moveTo>
                  <a:cubicBezTo>
                    <a:pt x="44" y="11881"/>
                    <a:pt x="1" y="11903"/>
                    <a:pt x="1" y="11946"/>
                  </a:cubicBezTo>
                  <a:cubicBezTo>
                    <a:pt x="1" y="11968"/>
                    <a:pt x="44" y="12016"/>
                    <a:pt x="66" y="12016"/>
                  </a:cubicBezTo>
                  <a:cubicBezTo>
                    <a:pt x="109" y="12016"/>
                    <a:pt x="136" y="11968"/>
                    <a:pt x="136" y="11946"/>
                  </a:cubicBezTo>
                  <a:cubicBezTo>
                    <a:pt x="136" y="11903"/>
                    <a:pt x="109" y="11881"/>
                    <a:pt x="66" y="11881"/>
                  </a:cubicBezTo>
                  <a:close/>
                  <a:moveTo>
                    <a:pt x="66" y="12151"/>
                  </a:moveTo>
                  <a:cubicBezTo>
                    <a:pt x="44" y="12151"/>
                    <a:pt x="1" y="12173"/>
                    <a:pt x="1" y="12216"/>
                  </a:cubicBezTo>
                  <a:cubicBezTo>
                    <a:pt x="1" y="12238"/>
                    <a:pt x="44" y="12286"/>
                    <a:pt x="66" y="12286"/>
                  </a:cubicBezTo>
                  <a:cubicBezTo>
                    <a:pt x="109" y="12286"/>
                    <a:pt x="136" y="12238"/>
                    <a:pt x="136" y="12216"/>
                  </a:cubicBezTo>
                  <a:cubicBezTo>
                    <a:pt x="136" y="12173"/>
                    <a:pt x="109" y="12151"/>
                    <a:pt x="66" y="12151"/>
                  </a:cubicBezTo>
                  <a:close/>
                  <a:moveTo>
                    <a:pt x="66" y="12421"/>
                  </a:moveTo>
                  <a:cubicBezTo>
                    <a:pt x="44" y="12421"/>
                    <a:pt x="1" y="12443"/>
                    <a:pt x="1" y="12486"/>
                  </a:cubicBezTo>
                  <a:cubicBezTo>
                    <a:pt x="1" y="12508"/>
                    <a:pt x="44" y="12556"/>
                    <a:pt x="66" y="12556"/>
                  </a:cubicBezTo>
                  <a:cubicBezTo>
                    <a:pt x="109" y="12556"/>
                    <a:pt x="136" y="12508"/>
                    <a:pt x="136" y="12486"/>
                  </a:cubicBezTo>
                  <a:cubicBezTo>
                    <a:pt x="136" y="12443"/>
                    <a:pt x="109" y="12421"/>
                    <a:pt x="66" y="12421"/>
                  </a:cubicBezTo>
                  <a:close/>
                  <a:moveTo>
                    <a:pt x="66" y="12692"/>
                  </a:moveTo>
                  <a:cubicBezTo>
                    <a:pt x="44" y="12692"/>
                    <a:pt x="1" y="12713"/>
                    <a:pt x="1" y="12756"/>
                  </a:cubicBezTo>
                  <a:cubicBezTo>
                    <a:pt x="1" y="12778"/>
                    <a:pt x="44" y="12827"/>
                    <a:pt x="66" y="12827"/>
                  </a:cubicBezTo>
                  <a:cubicBezTo>
                    <a:pt x="109" y="12827"/>
                    <a:pt x="136" y="12778"/>
                    <a:pt x="136" y="12756"/>
                  </a:cubicBezTo>
                  <a:cubicBezTo>
                    <a:pt x="136" y="12713"/>
                    <a:pt x="109" y="12692"/>
                    <a:pt x="66" y="12692"/>
                  </a:cubicBezTo>
                  <a:close/>
                  <a:moveTo>
                    <a:pt x="66" y="12962"/>
                  </a:moveTo>
                  <a:cubicBezTo>
                    <a:pt x="44" y="12962"/>
                    <a:pt x="1" y="12983"/>
                    <a:pt x="1" y="13026"/>
                  </a:cubicBezTo>
                  <a:cubicBezTo>
                    <a:pt x="1" y="13048"/>
                    <a:pt x="44" y="13097"/>
                    <a:pt x="66" y="13097"/>
                  </a:cubicBezTo>
                  <a:cubicBezTo>
                    <a:pt x="87" y="13075"/>
                    <a:pt x="87" y="13075"/>
                    <a:pt x="109" y="13075"/>
                  </a:cubicBezTo>
                  <a:cubicBezTo>
                    <a:pt x="136" y="13075"/>
                    <a:pt x="136" y="13048"/>
                    <a:pt x="136" y="13026"/>
                  </a:cubicBezTo>
                  <a:cubicBezTo>
                    <a:pt x="136" y="12983"/>
                    <a:pt x="109" y="12962"/>
                    <a:pt x="66" y="12962"/>
                  </a:cubicBezTo>
                  <a:close/>
                  <a:moveTo>
                    <a:pt x="66" y="13232"/>
                  </a:moveTo>
                  <a:cubicBezTo>
                    <a:pt x="44" y="13232"/>
                    <a:pt x="1" y="13253"/>
                    <a:pt x="1" y="13296"/>
                  </a:cubicBezTo>
                  <a:cubicBezTo>
                    <a:pt x="1" y="13318"/>
                    <a:pt x="44" y="13367"/>
                    <a:pt x="66" y="13367"/>
                  </a:cubicBezTo>
                  <a:cubicBezTo>
                    <a:pt x="109" y="13367"/>
                    <a:pt x="136" y="13318"/>
                    <a:pt x="136" y="13296"/>
                  </a:cubicBezTo>
                  <a:cubicBezTo>
                    <a:pt x="136" y="13253"/>
                    <a:pt x="109" y="13232"/>
                    <a:pt x="66" y="13232"/>
                  </a:cubicBezTo>
                  <a:close/>
                  <a:moveTo>
                    <a:pt x="66" y="13502"/>
                  </a:moveTo>
                  <a:cubicBezTo>
                    <a:pt x="44" y="13502"/>
                    <a:pt x="1" y="13523"/>
                    <a:pt x="1" y="13566"/>
                  </a:cubicBezTo>
                  <a:cubicBezTo>
                    <a:pt x="1" y="13588"/>
                    <a:pt x="44" y="13637"/>
                    <a:pt x="66" y="13637"/>
                  </a:cubicBezTo>
                  <a:cubicBezTo>
                    <a:pt x="109" y="13637"/>
                    <a:pt x="136" y="13588"/>
                    <a:pt x="136" y="13566"/>
                  </a:cubicBezTo>
                  <a:cubicBezTo>
                    <a:pt x="136" y="13523"/>
                    <a:pt x="109" y="13502"/>
                    <a:pt x="66" y="13502"/>
                  </a:cubicBezTo>
                  <a:close/>
                  <a:moveTo>
                    <a:pt x="66" y="13772"/>
                  </a:moveTo>
                  <a:cubicBezTo>
                    <a:pt x="44" y="13772"/>
                    <a:pt x="1" y="13793"/>
                    <a:pt x="1" y="13836"/>
                  </a:cubicBezTo>
                  <a:cubicBezTo>
                    <a:pt x="1" y="13858"/>
                    <a:pt x="44" y="13907"/>
                    <a:pt x="66" y="13907"/>
                  </a:cubicBezTo>
                  <a:cubicBezTo>
                    <a:pt x="109" y="13907"/>
                    <a:pt x="136" y="13858"/>
                    <a:pt x="136" y="13836"/>
                  </a:cubicBezTo>
                  <a:cubicBezTo>
                    <a:pt x="136" y="13793"/>
                    <a:pt x="109" y="13772"/>
                    <a:pt x="66" y="13772"/>
                  </a:cubicBezTo>
                  <a:close/>
                  <a:moveTo>
                    <a:pt x="66" y="14042"/>
                  </a:moveTo>
                  <a:cubicBezTo>
                    <a:pt x="44" y="14042"/>
                    <a:pt x="1" y="14063"/>
                    <a:pt x="1" y="14106"/>
                  </a:cubicBezTo>
                  <a:cubicBezTo>
                    <a:pt x="1" y="14128"/>
                    <a:pt x="44" y="14177"/>
                    <a:pt x="66" y="14177"/>
                  </a:cubicBezTo>
                  <a:cubicBezTo>
                    <a:pt x="109" y="14177"/>
                    <a:pt x="136" y="14128"/>
                    <a:pt x="136" y="14106"/>
                  </a:cubicBezTo>
                  <a:cubicBezTo>
                    <a:pt x="136" y="14063"/>
                    <a:pt x="109" y="14042"/>
                    <a:pt x="66" y="14042"/>
                  </a:cubicBezTo>
                  <a:close/>
                  <a:moveTo>
                    <a:pt x="66" y="14312"/>
                  </a:moveTo>
                  <a:cubicBezTo>
                    <a:pt x="44" y="14312"/>
                    <a:pt x="1" y="14333"/>
                    <a:pt x="1" y="14376"/>
                  </a:cubicBezTo>
                  <a:cubicBezTo>
                    <a:pt x="1" y="14398"/>
                    <a:pt x="44" y="14447"/>
                    <a:pt x="66" y="14447"/>
                  </a:cubicBezTo>
                  <a:cubicBezTo>
                    <a:pt x="109" y="14447"/>
                    <a:pt x="136" y="14398"/>
                    <a:pt x="136" y="14376"/>
                  </a:cubicBezTo>
                  <a:cubicBezTo>
                    <a:pt x="136" y="14333"/>
                    <a:pt x="109" y="14312"/>
                    <a:pt x="66" y="14312"/>
                  </a:cubicBezTo>
                  <a:close/>
                  <a:moveTo>
                    <a:pt x="66" y="14582"/>
                  </a:moveTo>
                  <a:cubicBezTo>
                    <a:pt x="44" y="14582"/>
                    <a:pt x="1" y="14603"/>
                    <a:pt x="1" y="14646"/>
                  </a:cubicBezTo>
                  <a:cubicBezTo>
                    <a:pt x="1" y="14668"/>
                    <a:pt x="44" y="14717"/>
                    <a:pt x="66" y="14717"/>
                  </a:cubicBezTo>
                  <a:cubicBezTo>
                    <a:pt x="109" y="14717"/>
                    <a:pt x="136" y="14668"/>
                    <a:pt x="136" y="14646"/>
                  </a:cubicBezTo>
                  <a:cubicBezTo>
                    <a:pt x="136" y="14603"/>
                    <a:pt x="109" y="14582"/>
                    <a:pt x="66" y="14582"/>
                  </a:cubicBezTo>
                  <a:close/>
                  <a:moveTo>
                    <a:pt x="66" y="14852"/>
                  </a:moveTo>
                  <a:cubicBezTo>
                    <a:pt x="44" y="14852"/>
                    <a:pt x="1" y="14873"/>
                    <a:pt x="1" y="14916"/>
                  </a:cubicBezTo>
                  <a:cubicBezTo>
                    <a:pt x="1" y="14938"/>
                    <a:pt x="44" y="14987"/>
                    <a:pt x="66" y="14987"/>
                  </a:cubicBezTo>
                  <a:cubicBezTo>
                    <a:pt x="109" y="14987"/>
                    <a:pt x="136" y="14938"/>
                    <a:pt x="136" y="14916"/>
                  </a:cubicBezTo>
                  <a:cubicBezTo>
                    <a:pt x="136" y="14873"/>
                    <a:pt x="109" y="14852"/>
                    <a:pt x="66" y="14852"/>
                  </a:cubicBezTo>
                  <a:close/>
                  <a:moveTo>
                    <a:pt x="66" y="15122"/>
                  </a:moveTo>
                  <a:cubicBezTo>
                    <a:pt x="44" y="15122"/>
                    <a:pt x="1" y="15143"/>
                    <a:pt x="1" y="15186"/>
                  </a:cubicBezTo>
                  <a:cubicBezTo>
                    <a:pt x="1" y="15208"/>
                    <a:pt x="44" y="15257"/>
                    <a:pt x="66" y="15257"/>
                  </a:cubicBezTo>
                  <a:cubicBezTo>
                    <a:pt x="109" y="15257"/>
                    <a:pt x="136" y="15208"/>
                    <a:pt x="136" y="15186"/>
                  </a:cubicBezTo>
                  <a:cubicBezTo>
                    <a:pt x="136" y="15143"/>
                    <a:pt x="109" y="15122"/>
                    <a:pt x="66" y="15122"/>
                  </a:cubicBezTo>
                  <a:close/>
                  <a:moveTo>
                    <a:pt x="66" y="15392"/>
                  </a:moveTo>
                  <a:cubicBezTo>
                    <a:pt x="44" y="15392"/>
                    <a:pt x="1" y="15413"/>
                    <a:pt x="1" y="15456"/>
                  </a:cubicBezTo>
                  <a:cubicBezTo>
                    <a:pt x="1" y="15478"/>
                    <a:pt x="44" y="15527"/>
                    <a:pt x="66" y="15527"/>
                  </a:cubicBezTo>
                  <a:cubicBezTo>
                    <a:pt x="109" y="15527"/>
                    <a:pt x="136" y="15478"/>
                    <a:pt x="136" y="15456"/>
                  </a:cubicBezTo>
                  <a:cubicBezTo>
                    <a:pt x="136" y="15413"/>
                    <a:pt x="109" y="15392"/>
                    <a:pt x="66" y="15392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f131e4dc8c_0_507"/>
            <p:cNvSpPr/>
            <p:nvPr/>
          </p:nvSpPr>
          <p:spPr>
            <a:xfrm flipH="1" rot="10800000">
              <a:off x="1018295" y="4658782"/>
              <a:ext cx="737126" cy="396733"/>
            </a:xfrm>
            <a:custGeom>
              <a:rect b="b" l="l" r="r" t="t"/>
              <a:pathLst>
                <a:path extrusionOk="0" h="8598" w="15975">
                  <a:moveTo>
                    <a:pt x="15909" y="1"/>
                  </a:moveTo>
                  <a:cubicBezTo>
                    <a:pt x="15861" y="1"/>
                    <a:pt x="15839" y="22"/>
                    <a:pt x="15839" y="66"/>
                  </a:cubicBezTo>
                  <a:cubicBezTo>
                    <a:pt x="15839" y="93"/>
                    <a:pt x="15861" y="136"/>
                    <a:pt x="15909" y="136"/>
                  </a:cubicBezTo>
                  <a:cubicBezTo>
                    <a:pt x="15931" y="136"/>
                    <a:pt x="15974" y="93"/>
                    <a:pt x="15974" y="66"/>
                  </a:cubicBezTo>
                  <a:cubicBezTo>
                    <a:pt x="15974" y="22"/>
                    <a:pt x="15931" y="1"/>
                    <a:pt x="15909" y="1"/>
                  </a:cubicBezTo>
                  <a:close/>
                  <a:moveTo>
                    <a:pt x="15909" y="271"/>
                  </a:moveTo>
                  <a:cubicBezTo>
                    <a:pt x="15861" y="271"/>
                    <a:pt x="15839" y="292"/>
                    <a:pt x="15839" y="336"/>
                  </a:cubicBezTo>
                  <a:cubicBezTo>
                    <a:pt x="15839" y="363"/>
                    <a:pt x="15861" y="406"/>
                    <a:pt x="15909" y="406"/>
                  </a:cubicBezTo>
                  <a:cubicBezTo>
                    <a:pt x="15931" y="406"/>
                    <a:pt x="15974" y="363"/>
                    <a:pt x="15974" y="336"/>
                  </a:cubicBezTo>
                  <a:cubicBezTo>
                    <a:pt x="15974" y="292"/>
                    <a:pt x="15931" y="271"/>
                    <a:pt x="15909" y="271"/>
                  </a:cubicBezTo>
                  <a:close/>
                  <a:moveTo>
                    <a:pt x="15909" y="541"/>
                  </a:moveTo>
                  <a:cubicBezTo>
                    <a:pt x="15861" y="541"/>
                    <a:pt x="15839" y="562"/>
                    <a:pt x="15839" y="606"/>
                  </a:cubicBezTo>
                  <a:cubicBezTo>
                    <a:pt x="15839" y="633"/>
                    <a:pt x="15861" y="676"/>
                    <a:pt x="15909" y="676"/>
                  </a:cubicBezTo>
                  <a:cubicBezTo>
                    <a:pt x="15931" y="676"/>
                    <a:pt x="15974" y="633"/>
                    <a:pt x="15974" y="606"/>
                  </a:cubicBezTo>
                  <a:cubicBezTo>
                    <a:pt x="15974" y="562"/>
                    <a:pt x="15931" y="541"/>
                    <a:pt x="15909" y="541"/>
                  </a:cubicBezTo>
                  <a:close/>
                  <a:moveTo>
                    <a:pt x="15909" y="811"/>
                  </a:moveTo>
                  <a:cubicBezTo>
                    <a:pt x="15861" y="811"/>
                    <a:pt x="15839" y="832"/>
                    <a:pt x="15839" y="876"/>
                  </a:cubicBezTo>
                  <a:cubicBezTo>
                    <a:pt x="15839" y="903"/>
                    <a:pt x="15861" y="946"/>
                    <a:pt x="15909" y="946"/>
                  </a:cubicBezTo>
                  <a:cubicBezTo>
                    <a:pt x="15931" y="946"/>
                    <a:pt x="15974" y="903"/>
                    <a:pt x="15974" y="876"/>
                  </a:cubicBezTo>
                  <a:cubicBezTo>
                    <a:pt x="15974" y="832"/>
                    <a:pt x="15931" y="811"/>
                    <a:pt x="15909" y="811"/>
                  </a:cubicBezTo>
                  <a:close/>
                  <a:moveTo>
                    <a:pt x="15909" y="1081"/>
                  </a:moveTo>
                  <a:cubicBezTo>
                    <a:pt x="15861" y="1081"/>
                    <a:pt x="15839" y="1102"/>
                    <a:pt x="15839" y="1146"/>
                  </a:cubicBezTo>
                  <a:cubicBezTo>
                    <a:pt x="15839" y="1173"/>
                    <a:pt x="15861" y="1216"/>
                    <a:pt x="15909" y="1216"/>
                  </a:cubicBezTo>
                  <a:cubicBezTo>
                    <a:pt x="15931" y="1216"/>
                    <a:pt x="15974" y="1173"/>
                    <a:pt x="15974" y="1146"/>
                  </a:cubicBezTo>
                  <a:cubicBezTo>
                    <a:pt x="15974" y="1102"/>
                    <a:pt x="15931" y="1081"/>
                    <a:pt x="15909" y="1081"/>
                  </a:cubicBezTo>
                  <a:close/>
                  <a:moveTo>
                    <a:pt x="15909" y="1351"/>
                  </a:moveTo>
                  <a:cubicBezTo>
                    <a:pt x="15861" y="1351"/>
                    <a:pt x="15839" y="1372"/>
                    <a:pt x="15839" y="1416"/>
                  </a:cubicBezTo>
                  <a:cubicBezTo>
                    <a:pt x="15839" y="1443"/>
                    <a:pt x="15861" y="1486"/>
                    <a:pt x="15909" y="1486"/>
                  </a:cubicBezTo>
                  <a:cubicBezTo>
                    <a:pt x="15931" y="1486"/>
                    <a:pt x="15974" y="1443"/>
                    <a:pt x="15974" y="1416"/>
                  </a:cubicBezTo>
                  <a:cubicBezTo>
                    <a:pt x="15974" y="1372"/>
                    <a:pt x="15931" y="1351"/>
                    <a:pt x="15909" y="1351"/>
                  </a:cubicBezTo>
                  <a:close/>
                  <a:moveTo>
                    <a:pt x="15909" y="1621"/>
                  </a:moveTo>
                  <a:cubicBezTo>
                    <a:pt x="15861" y="1621"/>
                    <a:pt x="15839" y="1642"/>
                    <a:pt x="15839" y="1686"/>
                  </a:cubicBezTo>
                  <a:cubicBezTo>
                    <a:pt x="15839" y="1713"/>
                    <a:pt x="15861" y="1756"/>
                    <a:pt x="15909" y="1756"/>
                  </a:cubicBezTo>
                  <a:cubicBezTo>
                    <a:pt x="15931" y="1756"/>
                    <a:pt x="15974" y="1713"/>
                    <a:pt x="15974" y="1686"/>
                  </a:cubicBezTo>
                  <a:cubicBezTo>
                    <a:pt x="15974" y="1642"/>
                    <a:pt x="15931" y="1621"/>
                    <a:pt x="15909" y="1621"/>
                  </a:cubicBezTo>
                  <a:close/>
                  <a:moveTo>
                    <a:pt x="15909" y="1891"/>
                  </a:moveTo>
                  <a:cubicBezTo>
                    <a:pt x="15861" y="1891"/>
                    <a:pt x="15839" y="1912"/>
                    <a:pt x="15839" y="1956"/>
                  </a:cubicBezTo>
                  <a:cubicBezTo>
                    <a:pt x="15839" y="1983"/>
                    <a:pt x="15861" y="2026"/>
                    <a:pt x="15909" y="2026"/>
                  </a:cubicBezTo>
                  <a:cubicBezTo>
                    <a:pt x="15931" y="2026"/>
                    <a:pt x="15974" y="1983"/>
                    <a:pt x="15974" y="1956"/>
                  </a:cubicBezTo>
                  <a:cubicBezTo>
                    <a:pt x="15974" y="1912"/>
                    <a:pt x="15931" y="1891"/>
                    <a:pt x="15909" y="1891"/>
                  </a:cubicBezTo>
                  <a:close/>
                  <a:moveTo>
                    <a:pt x="11319" y="2161"/>
                  </a:moveTo>
                  <a:cubicBezTo>
                    <a:pt x="11270" y="2161"/>
                    <a:pt x="11249" y="2182"/>
                    <a:pt x="11249" y="2226"/>
                  </a:cubicBezTo>
                  <a:cubicBezTo>
                    <a:pt x="11249" y="2253"/>
                    <a:pt x="11270" y="2296"/>
                    <a:pt x="11319" y="2296"/>
                  </a:cubicBezTo>
                  <a:cubicBezTo>
                    <a:pt x="11341" y="2296"/>
                    <a:pt x="11384" y="2253"/>
                    <a:pt x="11384" y="2226"/>
                  </a:cubicBezTo>
                  <a:cubicBezTo>
                    <a:pt x="11384" y="2182"/>
                    <a:pt x="11341" y="2161"/>
                    <a:pt x="11319" y="2161"/>
                  </a:cubicBezTo>
                  <a:close/>
                  <a:moveTo>
                    <a:pt x="11589" y="2161"/>
                  </a:moveTo>
                  <a:cubicBezTo>
                    <a:pt x="11540" y="2161"/>
                    <a:pt x="11519" y="2182"/>
                    <a:pt x="11519" y="2226"/>
                  </a:cubicBezTo>
                  <a:cubicBezTo>
                    <a:pt x="11519" y="2253"/>
                    <a:pt x="11540" y="2296"/>
                    <a:pt x="11589" y="2296"/>
                  </a:cubicBezTo>
                  <a:cubicBezTo>
                    <a:pt x="11611" y="2296"/>
                    <a:pt x="11654" y="2253"/>
                    <a:pt x="11654" y="2226"/>
                  </a:cubicBezTo>
                  <a:cubicBezTo>
                    <a:pt x="11654" y="2182"/>
                    <a:pt x="11611" y="2161"/>
                    <a:pt x="11589" y="2161"/>
                  </a:cubicBezTo>
                  <a:close/>
                  <a:moveTo>
                    <a:pt x="11859" y="2161"/>
                  </a:moveTo>
                  <a:cubicBezTo>
                    <a:pt x="11810" y="2161"/>
                    <a:pt x="11789" y="2182"/>
                    <a:pt x="11789" y="2226"/>
                  </a:cubicBezTo>
                  <a:cubicBezTo>
                    <a:pt x="11789" y="2253"/>
                    <a:pt x="11810" y="2296"/>
                    <a:pt x="11859" y="2296"/>
                  </a:cubicBezTo>
                  <a:cubicBezTo>
                    <a:pt x="11881" y="2296"/>
                    <a:pt x="11924" y="2253"/>
                    <a:pt x="11924" y="2226"/>
                  </a:cubicBezTo>
                  <a:cubicBezTo>
                    <a:pt x="11924" y="2182"/>
                    <a:pt x="11881" y="2161"/>
                    <a:pt x="11859" y="2161"/>
                  </a:cubicBezTo>
                  <a:close/>
                  <a:moveTo>
                    <a:pt x="12129" y="2161"/>
                  </a:moveTo>
                  <a:cubicBezTo>
                    <a:pt x="12080" y="2161"/>
                    <a:pt x="12059" y="2182"/>
                    <a:pt x="12059" y="2226"/>
                  </a:cubicBezTo>
                  <a:cubicBezTo>
                    <a:pt x="12059" y="2253"/>
                    <a:pt x="12080" y="2296"/>
                    <a:pt x="12129" y="2296"/>
                  </a:cubicBezTo>
                  <a:cubicBezTo>
                    <a:pt x="12151" y="2296"/>
                    <a:pt x="12194" y="2253"/>
                    <a:pt x="12194" y="2226"/>
                  </a:cubicBezTo>
                  <a:cubicBezTo>
                    <a:pt x="12194" y="2182"/>
                    <a:pt x="12151" y="2161"/>
                    <a:pt x="12129" y="2161"/>
                  </a:cubicBezTo>
                  <a:close/>
                  <a:moveTo>
                    <a:pt x="12399" y="2161"/>
                  </a:moveTo>
                  <a:cubicBezTo>
                    <a:pt x="12350" y="2161"/>
                    <a:pt x="12329" y="2182"/>
                    <a:pt x="12329" y="2226"/>
                  </a:cubicBezTo>
                  <a:cubicBezTo>
                    <a:pt x="12329" y="2253"/>
                    <a:pt x="12350" y="2296"/>
                    <a:pt x="12399" y="2296"/>
                  </a:cubicBezTo>
                  <a:cubicBezTo>
                    <a:pt x="12421" y="2296"/>
                    <a:pt x="12464" y="2253"/>
                    <a:pt x="12464" y="2226"/>
                  </a:cubicBezTo>
                  <a:cubicBezTo>
                    <a:pt x="12464" y="2182"/>
                    <a:pt x="12421" y="2161"/>
                    <a:pt x="12399" y="2161"/>
                  </a:cubicBezTo>
                  <a:close/>
                  <a:moveTo>
                    <a:pt x="12669" y="2161"/>
                  </a:moveTo>
                  <a:cubicBezTo>
                    <a:pt x="12620" y="2161"/>
                    <a:pt x="12599" y="2182"/>
                    <a:pt x="12599" y="2226"/>
                  </a:cubicBezTo>
                  <a:cubicBezTo>
                    <a:pt x="12599" y="2253"/>
                    <a:pt x="12620" y="2296"/>
                    <a:pt x="12669" y="2296"/>
                  </a:cubicBezTo>
                  <a:cubicBezTo>
                    <a:pt x="12691" y="2296"/>
                    <a:pt x="12734" y="2253"/>
                    <a:pt x="12734" y="2226"/>
                  </a:cubicBezTo>
                  <a:cubicBezTo>
                    <a:pt x="12734" y="2182"/>
                    <a:pt x="12691" y="2161"/>
                    <a:pt x="12669" y="2161"/>
                  </a:cubicBezTo>
                  <a:close/>
                  <a:moveTo>
                    <a:pt x="12939" y="2161"/>
                  </a:moveTo>
                  <a:cubicBezTo>
                    <a:pt x="12891" y="2161"/>
                    <a:pt x="12869" y="2182"/>
                    <a:pt x="12869" y="2226"/>
                  </a:cubicBezTo>
                  <a:cubicBezTo>
                    <a:pt x="12869" y="2253"/>
                    <a:pt x="12891" y="2296"/>
                    <a:pt x="12939" y="2296"/>
                  </a:cubicBezTo>
                  <a:cubicBezTo>
                    <a:pt x="12961" y="2296"/>
                    <a:pt x="13004" y="2253"/>
                    <a:pt x="13004" y="2226"/>
                  </a:cubicBezTo>
                  <a:cubicBezTo>
                    <a:pt x="13004" y="2182"/>
                    <a:pt x="12961" y="2161"/>
                    <a:pt x="12939" y="2161"/>
                  </a:cubicBezTo>
                  <a:close/>
                  <a:moveTo>
                    <a:pt x="13209" y="2161"/>
                  </a:moveTo>
                  <a:cubicBezTo>
                    <a:pt x="13161" y="2161"/>
                    <a:pt x="13139" y="2182"/>
                    <a:pt x="13139" y="2226"/>
                  </a:cubicBezTo>
                  <a:cubicBezTo>
                    <a:pt x="13139" y="2253"/>
                    <a:pt x="13161" y="2296"/>
                    <a:pt x="13209" y="2296"/>
                  </a:cubicBezTo>
                  <a:cubicBezTo>
                    <a:pt x="13231" y="2296"/>
                    <a:pt x="13274" y="2253"/>
                    <a:pt x="13274" y="2226"/>
                  </a:cubicBezTo>
                  <a:cubicBezTo>
                    <a:pt x="13274" y="2182"/>
                    <a:pt x="13231" y="2161"/>
                    <a:pt x="13209" y="2161"/>
                  </a:cubicBezTo>
                  <a:close/>
                  <a:moveTo>
                    <a:pt x="13479" y="2161"/>
                  </a:moveTo>
                  <a:cubicBezTo>
                    <a:pt x="13431" y="2161"/>
                    <a:pt x="13409" y="2182"/>
                    <a:pt x="13409" y="2226"/>
                  </a:cubicBezTo>
                  <a:cubicBezTo>
                    <a:pt x="13409" y="2253"/>
                    <a:pt x="13431" y="2296"/>
                    <a:pt x="13479" y="2296"/>
                  </a:cubicBezTo>
                  <a:cubicBezTo>
                    <a:pt x="13501" y="2296"/>
                    <a:pt x="13544" y="2253"/>
                    <a:pt x="13544" y="2226"/>
                  </a:cubicBezTo>
                  <a:cubicBezTo>
                    <a:pt x="13544" y="2182"/>
                    <a:pt x="13501" y="2161"/>
                    <a:pt x="13479" y="2161"/>
                  </a:cubicBezTo>
                  <a:close/>
                  <a:moveTo>
                    <a:pt x="13749" y="2161"/>
                  </a:moveTo>
                  <a:cubicBezTo>
                    <a:pt x="13701" y="2161"/>
                    <a:pt x="13679" y="2182"/>
                    <a:pt x="13679" y="2226"/>
                  </a:cubicBezTo>
                  <a:cubicBezTo>
                    <a:pt x="13679" y="2253"/>
                    <a:pt x="13701" y="2296"/>
                    <a:pt x="13749" y="2296"/>
                  </a:cubicBezTo>
                  <a:cubicBezTo>
                    <a:pt x="13771" y="2296"/>
                    <a:pt x="13814" y="2253"/>
                    <a:pt x="13814" y="2226"/>
                  </a:cubicBezTo>
                  <a:cubicBezTo>
                    <a:pt x="13814" y="2182"/>
                    <a:pt x="13771" y="2161"/>
                    <a:pt x="13749" y="2161"/>
                  </a:cubicBezTo>
                  <a:close/>
                  <a:moveTo>
                    <a:pt x="14019" y="2161"/>
                  </a:moveTo>
                  <a:cubicBezTo>
                    <a:pt x="13971" y="2161"/>
                    <a:pt x="13949" y="2182"/>
                    <a:pt x="13949" y="2226"/>
                  </a:cubicBezTo>
                  <a:cubicBezTo>
                    <a:pt x="13949" y="2253"/>
                    <a:pt x="13971" y="2296"/>
                    <a:pt x="14019" y="2296"/>
                  </a:cubicBezTo>
                  <a:cubicBezTo>
                    <a:pt x="14041" y="2296"/>
                    <a:pt x="14084" y="2253"/>
                    <a:pt x="14084" y="2226"/>
                  </a:cubicBezTo>
                  <a:cubicBezTo>
                    <a:pt x="14084" y="2182"/>
                    <a:pt x="14041" y="2161"/>
                    <a:pt x="14019" y="2161"/>
                  </a:cubicBezTo>
                  <a:close/>
                  <a:moveTo>
                    <a:pt x="14289" y="2161"/>
                  </a:moveTo>
                  <a:cubicBezTo>
                    <a:pt x="14241" y="2161"/>
                    <a:pt x="14219" y="2182"/>
                    <a:pt x="14219" y="2226"/>
                  </a:cubicBezTo>
                  <a:cubicBezTo>
                    <a:pt x="14219" y="2253"/>
                    <a:pt x="14241" y="2296"/>
                    <a:pt x="14289" y="2296"/>
                  </a:cubicBezTo>
                  <a:cubicBezTo>
                    <a:pt x="14311" y="2296"/>
                    <a:pt x="14354" y="2253"/>
                    <a:pt x="14354" y="2226"/>
                  </a:cubicBezTo>
                  <a:cubicBezTo>
                    <a:pt x="14354" y="2182"/>
                    <a:pt x="14311" y="2161"/>
                    <a:pt x="14289" y="2161"/>
                  </a:cubicBezTo>
                  <a:close/>
                  <a:moveTo>
                    <a:pt x="14559" y="2161"/>
                  </a:moveTo>
                  <a:cubicBezTo>
                    <a:pt x="14511" y="2161"/>
                    <a:pt x="14489" y="2182"/>
                    <a:pt x="14489" y="2226"/>
                  </a:cubicBezTo>
                  <a:cubicBezTo>
                    <a:pt x="14489" y="2253"/>
                    <a:pt x="14511" y="2296"/>
                    <a:pt x="14559" y="2296"/>
                  </a:cubicBezTo>
                  <a:cubicBezTo>
                    <a:pt x="14581" y="2296"/>
                    <a:pt x="14624" y="2253"/>
                    <a:pt x="14624" y="2226"/>
                  </a:cubicBezTo>
                  <a:cubicBezTo>
                    <a:pt x="14624" y="2182"/>
                    <a:pt x="14581" y="2161"/>
                    <a:pt x="14559" y="2161"/>
                  </a:cubicBezTo>
                  <a:close/>
                  <a:moveTo>
                    <a:pt x="14829" y="2161"/>
                  </a:moveTo>
                  <a:cubicBezTo>
                    <a:pt x="14781" y="2161"/>
                    <a:pt x="14759" y="2182"/>
                    <a:pt x="14759" y="2226"/>
                  </a:cubicBezTo>
                  <a:cubicBezTo>
                    <a:pt x="14759" y="2253"/>
                    <a:pt x="14781" y="2296"/>
                    <a:pt x="14829" y="2296"/>
                  </a:cubicBezTo>
                  <a:cubicBezTo>
                    <a:pt x="14851" y="2296"/>
                    <a:pt x="14894" y="2253"/>
                    <a:pt x="14894" y="2226"/>
                  </a:cubicBezTo>
                  <a:cubicBezTo>
                    <a:pt x="14894" y="2182"/>
                    <a:pt x="14851" y="2161"/>
                    <a:pt x="14829" y="2161"/>
                  </a:cubicBezTo>
                  <a:close/>
                  <a:moveTo>
                    <a:pt x="15099" y="2161"/>
                  </a:moveTo>
                  <a:cubicBezTo>
                    <a:pt x="15051" y="2161"/>
                    <a:pt x="15029" y="2182"/>
                    <a:pt x="15029" y="2226"/>
                  </a:cubicBezTo>
                  <a:cubicBezTo>
                    <a:pt x="15029" y="2253"/>
                    <a:pt x="15051" y="2296"/>
                    <a:pt x="15099" y="2296"/>
                  </a:cubicBezTo>
                  <a:cubicBezTo>
                    <a:pt x="15121" y="2296"/>
                    <a:pt x="15164" y="2253"/>
                    <a:pt x="15164" y="2226"/>
                  </a:cubicBezTo>
                  <a:cubicBezTo>
                    <a:pt x="15164" y="2182"/>
                    <a:pt x="15121" y="2161"/>
                    <a:pt x="15099" y="2161"/>
                  </a:cubicBezTo>
                  <a:close/>
                  <a:moveTo>
                    <a:pt x="15369" y="2161"/>
                  </a:moveTo>
                  <a:cubicBezTo>
                    <a:pt x="15321" y="2161"/>
                    <a:pt x="15299" y="2182"/>
                    <a:pt x="15299" y="2226"/>
                  </a:cubicBezTo>
                  <a:cubicBezTo>
                    <a:pt x="15299" y="2253"/>
                    <a:pt x="15321" y="2296"/>
                    <a:pt x="15369" y="2296"/>
                  </a:cubicBezTo>
                  <a:cubicBezTo>
                    <a:pt x="15391" y="2296"/>
                    <a:pt x="15434" y="2253"/>
                    <a:pt x="15434" y="2226"/>
                  </a:cubicBezTo>
                  <a:cubicBezTo>
                    <a:pt x="15434" y="2182"/>
                    <a:pt x="15391" y="2161"/>
                    <a:pt x="15369" y="2161"/>
                  </a:cubicBezTo>
                  <a:close/>
                  <a:moveTo>
                    <a:pt x="15639" y="2161"/>
                  </a:moveTo>
                  <a:cubicBezTo>
                    <a:pt x="15591" y="2161"/>
                    <a:pt x="15569" y="2182"/>
                    <a:pt x="15569" y="2226"/>
                  </a:cubicBezTo>
                  <a:cubicBezTo>
                    <a:pt x="15569" y="2253"/>
                    <a:pt x="15591" y="2296"/>
                    <a:pt x="15639" y="2296"/>
                  </a:cubicBezTo>
                  <a:cubicBezTo>
                    <a:pt x="15661" y="2296"/>
                    <a:pt x="15704" y="2253"/>
                    <a:pt x="15704" y="2226"/>
                  </a:cubicBezTo>
                  <a:cubicBezTo>
                    <a:pt x="15704" y="2182"/>
                    <a:pt x="15661" y="2161"/>
                    <a:pt x="15639" y="2161"/>
                  </a:cubicBezTo>
                  <a:close/>
                  <a:moveTo>
                    <a:pt x="15909" y="2161"/>
                  </a:moveTo>
                  <a:cubicBezTo>
                    <a:pt x="15861" y="2161"/>
                    <a:pt x="15839" y="2182"/>
                    <a:pt x="15839" y="2226"/>
                  </a:cubicBezTo>
                  <a:cubicBezTo>
                    <a:pt x="15839" y="2253"/>
                    <a:pt x="15861" y="2296"/>
                    <a:pt x="15909" y="2296"/>
                  </a:cubicBezTo>
                  <a:cubicBezTo>
                    <a:pt x="15931" y="2296"/>
                    <a:pt x="15974" y="2253"/>
                    <a:pt x="15974" y="2226"/>
                  </a:cubicBezTo>
                  <a:cubicBezTo>
                    <a:pt x="15974" y="2182"/>
                    <a:pt x="15931" y="2161"/>
                    <a:pt x="15909" y="2161"/>
                  </a:cubicBezTo>
                  <a:close/>
                  <a:moveTo>
                    <a:pt x="11162" y="2274"/>
                  </a:moveTo>
                  <a:cubicBezTo>
                    <a:pt x="11135" y="2274"/>
                    <a:pt x="11092" y="2317"/>
                    <a:pt x="11092" y="2339"/>
                  </a:cubicBezTo>
                  <a:cubicBezTo>
                    <a:pt x="11092" y="2388"/>
                    <a:pt x="11135" y="2409"/>
                    <a:pt x="11162" y="2409"/>
                  </a:cubicBezTo>
                  <a:cubicBezTo>
                    <a:pt x="11206" y="2409"/>
                    <a:pt x="11227" y="2388"/>
                    <a:pt x="11227" y="2339"/>
                  </a:cubicBezTo>
                  <a:cubicBezTo>
                    <a:pt x="11227" y="2317"/>
                    <a:pt x="11206" y="2274"/>
                    <a:pt x="11162" y="2274"/>
                  </a:cubicBezTo>
                  <a:close/>
                  <a:moveTo>
                    <a:pt x="11162" y="2544"/>
                  </a:moveTo>
                  <a:cubicBezTo>
                    <a:pt x="11135" y="2544"/>
                    <a:pt x="11092" y="2587"/>
                    <a:pt x="11092" y="2609"/>
                  </a:cubicBezTo>
                  <a:cubicBezTo>
                    <a:pt x="11092" y="2658"/>
                    <a:pt x="11135" y="2679"/>
                    <a:pt x="11162" y="2679"/>
                  </a:cubicBezTo>
                  <a:cubicBezTo>
                    <a:pt x="11206" y="2679"/>
                    <a:pt x="11227" y="2658"/>
                    <a:pt x="11227" y="2609"/>
                  </a:cubicBezTo>
                  <a:cubicBezTo>
                    <a:pt x="11227" y="2587"/>
                    <a:pt x="11206" y="2544"/>
                    <a:pt x="11162" y="2544"/>
                  </a:cubicBezTo>
                  <a:close/>
                  <a:moveTo>
                    <a:pt x="11162" y="2814"/>
                  </a:moveTo>
                  <a:cubicBezTo>
                    <a:pt x="11135" y="2814"/>
                    <a:pt x="11092" y="2857"/>
                    <a:pt x="11092" y="2879"/>
                  </a:cubicBezTo>
                  <a:cubicBezTo>
                    <a:pt x="11092" y="2928"/>
                    <a:pt x="11135" y="2949"/>
                    <a:pt x="11162" y="2949"/>
                  </a:cubicBezTo>
                  <a:cubicBezTo>
                    <a:pt x="11206" y="2949"/>
                    <a:pt x="11227" y="2928"/>
                    <a:pt x="11227" y="2879"/>
                  </a:cubicBezTo>
                  <a:cubicBezTo>
                    <a:pt x="11227" y="2857"/>
                    <a:pt x="11206" y="2814"/>
                    <a:pt x="11162" y="2814"/>
                  </a:cubicBezTo>
                  <a:close/>
                  <a:moveTo>
                    <a:pt x="11162" y="3084"/>
                  </a:moveTo>
                  <a:cubicBezTo>
                    <a:pt x="11135" y="3084"/>
                    <a:pt x="11092" y="3127"/>
                    <a:pt x="11092" y="3149"/>
                  </a:cubicBezTo>
                  <a:cubicBezTo>
                    <a:pt x="11092" y="3198"/>
                    <a:pt x="11135" y="3219"/>
                    <a:pt x="11162" y="3219"/>
                  </a:cubicBezTo>
                  <a:cubicBezTo>
                    <a:pt x="11206" y="3219"/>
                    <a:pt x="11227" y="3198"/>
                    <a:pt x="11227" y="3149"/>
                  </a:cubicBezTo>
                  <a:cubicBezTo>
                    <a:pt x="11227" y="3127"/>
                    <a:pt x="11206" y="3084"/>
                    <a:pt x="11162" y="3084"/>
                  </a:cubicBezTo>
                  <a:close/>
                  <a:moveTo>
                    <a:pt x="11162" y="3354"/>
                  </a:moveTo>
                  <a:cubicBezTo>
                    <a:pt x="11135" y="3354"/>
                    <a:pt x="11092" y="3398"/>
                    <a:pt x="11092" y="3419"/>
                  </a:cubicBezTo>
                  <a:cubicBezTo>
                    <a:pt x="11092" y="3468"/>
                    <a:pt x="11135" y="3489"/>
                    <a:pt x="11162" y="3489"/>
                  </a:cubicBezTo>
                  <a:cubicBezTo>
                    <a:pt x="11206" y="3489"/>
                    <a:pt x="11227" y="3468"/>
                    <a:pt x="11227" y="3419"/>
                  </a:cubicBezTo>
                  <a:cubicBezTo>
                    <a:pt x="11227" y="3398"/>
                    <a:pt x="11206" y="3354"/>
                    <a:pt x="11162" y="3354"/>
                  </a:cubicBezTo>
                  <a:close/>
                  <a:moveTo>
                    <a:pt x="11162" y="3624"/>
                  </a:moveTo>
                  <a:cubicBezTo>
                    <a:pt x="11135" y="3624"/>
                    <a:pt x="11092" y="3668"/>
                    <a:pt x="11092" y="3689"/>
                  </a:cubicBezTo>
                  <a:cubicBezTo>
                    <a:pt x="11092" y="3738"/>
                    <a:pt x="11135" y="3759"/>
                    <a:pt x="11162" y="3759"/>
                  </a:cubicBezTo>
                  <a:cubicBezTo>
                    <a:pt x="11206" y="3759"/>
                    <a:pt x="11227" y="3738"/>
                    <a:pt x="11227" y="3689"/>
                  </a:cubicBezTo>
                  <a:cubicBezTo>
                    <a:pt x="11227" y="3668"/>
                    <a:pt x="11206" y="3624"/>
                    <a:pt x="11162" y="3624"/>
                  </a:cubicBezTo>
                  <a:close/>
                  <a:moveTo>
                    <a:pt x="11162" y="3894"/>
                  </a:moveTo>
                  <a:cubicBezTo>
                    <a:pt x="11135" y="3894"/>
                    <a:pt x="11092" y="3938"/>
                    <a:pt x="11092" y="3959"/>
                  </a:cubicBezTo>
                  <a:cubicBezTo>
                    <a:pt x="11092" y="4008"/>
                    <a:pt x="11135" y="4029"/>
                    <a:pt x="11162" y="4029"/>
                  </a:cubicBezTo>
                  <a:cubicBezTo>
                    <a:pt x="11206" y="4029"/>
                    <a:pt x="11227" y="4008"/>
                    <a:pt x="11227" y="3959"/>
                  </a:cubicBezTo>
                  <a:cubicBezTo>
                    <a:pt x="11227" y="3938"/>
                    <a:pt x="11206" y="3894"/>
                    <a:pt x="11162" y="3894"/>
                  </a:cubicBezTo>
                  <a:close/>
                  <a:moveTo>
                    <a:pt x="11162" y="4164"/>
                  </a:moveTo>
                  <a:cubicBezTo>
                    <a:pt x="11135" y="4164"/>
                    <a:pt x="11092" y="4208"/>
                    <a:pt x="11092" y="4229"/>
                  </a:cubicBezTo>
                  <a:cubicBezTo>
                    <a:pt x="11092" y="4278"/>
                    <a:pt x="11135" y="4299"/>
                    <a:pt x="11162" y="4299"/>
                  </a:cubicBezTo>
                  <a:cubicBezTo>
                    <a:pt x="11206" y="4299"/>
                    <a:pt x="11227" y="4278"/>
                    <a:pt x="11227" y="4229"/>
                  </a:cubicBezTo>
                  <a:cubicBezTo>
                    <a:pt x="11227" y="4208"/>
                    <a:pt x="11206" y="4164"/>
                    <a:pt x="11162" y="4164"/>
                  </a:cubicBezTo>
                  <a:close/>
                  <a:moveTo>
                    <a:pt x="11162" y="4434"/>
                  </a:moveTo>
                  <a:cubicBezTo>
                    <a:pt x="11135" y="4434"/>
                    <a:pt x="11092" y="4478"/>
                    <a:pt x="11092" y="4499"/>
                  </a:cubicBezTo>
                  <a:cubicBezTo>
                    <a:pt x="11092" y="4548"/>
                    <a:pt x="11135" y="4569"/>
                    <a:pt x="11162" y="4569"/>
                  </a:cubicBezTo>
                  <a:cubicBezTo>
                    <a:pt x="11206" y="4569"/>
                    <a:pt x="11227" y="4548"/>
                    <a:pt x="11227" y="4499"/>
                  </a:cubicBezTo>
                  <a:cubicBezTo>
                    <a:pt x="11227" y="4478"/>
                    <a:pt x="11206" y="4434"/>
                    <a:pt x="11162" y="4434"/>
                  </a:cubicBezTo>
                  <a:close/>
                  <a:moveTo>
                    <a:pt x="11162" y="4704"/>
                  </a:moveTo>
                  <a:cubicBezTo>
                    <a:pt x="11135" y="4704"/>
                    <a:pt x="11092" y="4748"/>
                    <a:pt x="11092" y="4769"/>
                  </a:cubicBezTo>
                  <a:cubicBezTo>
                    <a:pt x="11092" y="4818"/>
                    <a:pt x="11135" y="4839"/>
                    <a:pt x="11162" y="4839"/>
                  </a:cubicBezTo>
                  <a:cubicBezTo>
                    <a:pt x="11206" y="4839"/>
                    <a:pt x="11227" y="4818"/>
                    <a:pt x="11227" y="4769"/>
                  </a:cubicBezTo>
                  <a:cubicBezTo>
                    <a:pt x="11227" y="4748"/>
                    <a:pt x="11206" y="4704"/>
                    <a:pt x="11162" y="4704"/>
                  </a:cubicBezTo>
                  <a:close/>
                  <a:moveTo>
                    <a:pt x="11162" y="4974"/>
                  </a:moveTo>
                  <a:cubicBezTo>
                    <a:pt x="11135" y="4974"/>
                    <a:pt x="11092" y="5018"/>
                    <a:pt x="11092" y="5039"/>
                  </a:cubicBezTo>
                  <a:cubicBezTo>
                    <a:pt x="11092" y="5088"/>
                    <a:pt x="11135" y="5109"/>
                    <a:pt x="11162" y="5109"/>
                  </a:cubicBezTo>
                  <a:cubicBezTo>
                    <a:pt x="11206" y="5109"/>
                    <a:pt x="11227" y="5088"/>
                    <a:pt x="11227" y="5039"/>
                  </a:cubicBezTo>
                  <a:cubicBezTo>
                    <a:pt x="11227" y="5018"/>
                    <a:pt x="11206" y="4974"/>
                    <a:pt x="11162" y="4974"/>
                  </a:cubicBezTo>
                  <a:close/>
                  <a:moveTo>
                    <a:pt x="11162" y="5244"/>
                  </a:moveTo>
                  <a:cubicBezTo>
                    <a:pt x="11135" y="5244"/>
                    <a:pt x="11092" y="5288"/>
                    <a:pt x="11092" y="5309"/>
                  </a:cubicBezTo>
                  <a:cubicBezTo>
                    <a:pt x="11092" y="5358"/>
                    <a:pt x="11135" y="5379"/>
                    <a:pt x="11162" y="5379"/>
                  </a:cubicBezTo>
                  <a:cubicBezTo>
                    <a:pt x="11206" y="5379"/>
                    <a:pt x="11227" y="5358"/>
                    <a:pt x="11227" y="5309"/>
                  </a:cubicBezTo>
                  <a:cubicBezTo>
                    <a:pt x="11227" y="5288"/>
                    <a:pt x="11206" y="5244"/>
                    <a:pt x="11162" y="5244"/>
                  </a:cubicBezTo>
                  <a:close/>
                  <a:moveTo>
                    <a:pt x="11162" y="5514"/>
                  </a:moveTo>
                  <a:cubicBezTo>
                    <a:pt x="11135" y="5514"/>
                    <a:pt x="11092" y="5558"/>
                    <a:pt x="11092" y="5579"/>
                  </a:cubicBezTo>
                  <a:cubicBezTo>
                    <a:pt x="11092" y="5628"/>
                    <a:pt x="11135" y="5649"/>
                    <a:pt x="11162" y="5649"/>
                  </a:cubicBezTo>
                  <a:cubicBezTo>
                    <a:pt x="11206" y="5649"/>
                    <a:pt x="11227" y="5628"/>
                    <a:pt x="11227" y="5579"/>
                  </a:cubicBezTo>
                  <a:cubicBezTo>
                    <a:pt x="11227" y="5558"/>
                    <a:pt x="11206" y="5514"/>
                    <a:pt x="11162" y="5514"/>
                  </a:cubicBezTo>
                  <a:close/>
                  <a:moveTo>
                    <a:pt x="11162" y="5784"/>
                  </a:moveTo>
                  <a:cubicBezTo>
                    <a:pt x="11135" y="5784"/>
                    <a:pt x="11092" y="5828"/>
                    <a:pt x="11092" y="5849"/>
                  </a:cubicBezTo>
                  <a:cubicBezTo>
                    <a:pt x="11092" y="5898"/>
                    <a:pt x="11135" y="5919"/>
                    <a:pt x="11162" y="5919"/>
                  </a:cubicBezTo>
                  <a:cubicBezTo>
                    <a:pt x="11206" y="5919"/>
                    <a:pt x="11227" y="5898"/>
                    <a:pt x="11227" y="5849"/>
                  </a:cubicBezTo>
                  <a:cubicBezTo>
                    <a:pt x="11227" y="5828"/>
                    <a:pt x="11206" y="5784"/>
                    <a:pt x="11162" y="5784"/>
                  </a:cubicBezTo>
                  <a:close/>
                  <a:moveTo>
                    <a:pt x="11162" y="6054"/>
                  </a:moveTo>
                  <a:cubicBezTo>
                    <a:pt x="11135" y="6054"/>
                    <a:pt x="11092" y="6098"/>
                    <a:pt x="11092" y="6119"/>
                  </a:cubicBezTo>
                  <a:cubicBezTo>
                    <a:pt x="11092" y="6168"/>
                    <a:pt x="11135" y="6189"/>
                    <a:pt x="11162" y="6189"/>
                  </a:cubicBezTo>
                  <a:cubicBezTo>
                    <a:pt x="11206" y="6189"/>
                    <a:pt x="11227" y="6168"/>
                    <a:pt x="11227" y="6119"/>
                  </a:cubicBezTo>
                  <a:cubicBezTo>
                    <a:pt x="11227" y="6098"/>
                    <a:pt x="11206" y="6054"/>
                    <a:pt x="11162" y="6054"/>
                  </a:cubicBezTo>
                  <a:close/>
                  <a:moveTo>
                    <a:pt x="11162" y="6324"/>
                  </a:moveTo>
                  <a:cubicBezTo>
                    <a:pt x="11135" y="6324"/>
                    <a:pt x="11092" y="6368"/>
                    <a:pt x="11092" y="6389"/>
                  </a:cubicBezTo>
                  <a:cubicBezTo>
                    <a:pt x="11092" y="6438"/>
                    <a:pt x="11135" y="6459"/>
                    <a:pt x="11162" y="6459"/>
                  </a:cubicBezTo>
                  <a:cubicBezTo>
                    <a:pt x="11206" y="6459"/>
                    <a:pt x="11227" y="6438"/>
                    <a:pt x="11227" y="6389"/>
                  </a:cubicBezTo>
                  <a:cubicBezTo>
                    <a:pt x="11227" y="6368"/>
                    <a:pt x="11206" y="6324"/>
                    <a:pt x="11162" y="6324"/>
                  </a:cubicBezTo>
                  <a:close/>
                  <a:moveTo>
                    <a:pt x="11162" y="6594"/>
                  </a:moveTo>
                  <a:cubicBezTo>
                    <a:pt x="11135" y="6594"/>
                    <a:pt x="11092" y="6638"/>
                    <a:pt x="11092" y="6659"/>
                  </a:cubicBezTo>
                  <a:cubicBezTo>
                    <a:pt x="11092" y="6708"/>
                    <a:pt x="11135" y="6729"/>
                    <a:pt x="11162" y="6729"/>
                  </a:cubicBezTo>
                  <a:cubicBezTo>
                    <a:pt x="11206" y="6729"/>
                    <a:pt x="11227" y="6708"/>
                    <a:pt x="11227" y="6659"/>
                  </a:cubicBezTo>
                  <a:cubicBezTo>
                    <a:pt x="11227" y="6638"/>
                    <a:pt x="11206" y="6594"/>
                    <a:pt x="11162" y="6594"/>
                  </a:cubicBezTo>
                  <a:close/>
                  <a:moveTo>
                    <a:pt x="11162" y="6864"/>
                  </a:moveTo>
                  <a:cubicBezTo>
                    <a:pt x="11135" y="6864"/>
                    <a:pt x="11092" y="6908"/>
                    <a:pt x="11092" y="6929"/>
                  </a:cubicBezTo>
                  <a:cubicBezTo>
                    <a:pt x="11092" y="6978"/>
                    <a:pt x="11135" y="6999"/>
                    <a:pt x="11162" y="6999"/>
                  </a:cubicBezTo>
                  <a:cubicBezTo>
                    <a:pt x="11206" y="6999"/>
                    <a:pt x="11227" y="6978"/>
                    <a:pt x="11227" y="6929"/>
                  </a:cubicBezTo>
                  <a:cubicBezTo>
                    <a:pt x="11227" y="6908"/>
                    <a:pt x="11206" y="6864"/>
                    <a:pt x="11162" y="6864"/>
                  </a:cubicBezTo>
                  <a:close/>
                  <a:moveTo>
                    <a:pt x="11162" y="7134"/>
                  </a:moveTo>
                  <a:cubicBezTo>
                    <a:pt x="11135" y="7134"/>
                    <a:pt x="11092" y="7178"/>
                    <a:pt x="11092" y="7199"/>
                  </a:cubicBezTo>
                  <a:cubicBezTo>
                    <a:pt x="11092" y="7248"/>
                    <a:pt x="11135" y="7269"/>
                    <a:pt x="11162" y="7269"/>
                  </a:cubicBezTo>
                  <a:cubicBezTo>
                    <a:pt x="11206" y="7269"/>
                    <a:pt x="11227" y="7248"/>
                    <a:pt x="11227" y="7199"/>
                  </a:cubicBezTo>
                  <a:cubicBezTo>
                    <a:pt x="11227" y="7178"/>
                    <a:pt x="11206" y="7134"/>
                    <a:pt x="11162" y="7134"/>
                  </a:cubicBezTo>
                  <a:close/>
                  <a:moveTo>
                    <a:pt x="11162" y="7404"/>
                  </a:moveTo>
                  <a:cubicBezTo>
                    <a:pt x="11135" y="7404"/>
                    <a:pt x="11092" y="7448"/>
                    <a:pt x="11092" y="7469"/>
                  </a:cubicBezTo>
                  <a:cubicBezTo>
                    <a:pt x="11092" y="7518"/>
                    <a:pt x="11135" y="7539"/>
                    <a:pt x="11162" y="7539"/>
                  </a:cubicBezTo>
                  <a:cubicBezTo>
                    <a:pt x="11206" y="7539"/>
                    <a:pt x="11227" y="7518"/>
                    <a:pt x="11227" y="7469"/>
                  </a:cubicBezTo>
                  <a:cubicBezTo>
                    <a:pt x="11227" y="7448"/>
                    <a:pt x="11206" y="7404"/>
                    <a:pt x="11162" y="7404"/>
                  </a:cubicBezTo>
                  <a:close/>
                  <a:moveTo>
                    <a:pt x="11162" y="7674"/>
                  </a:moveTo>
                  <a:cubicBezTo>
                    <a:pt x="11135" y="7674"/>
                    <a:pt x="11092" y="7718"/>
                    <a:pt x="11092" y="7739"/>
                  </a:cubicBezTo>
                  <a:cubicBezTo>
                    <a:pt x="11092" y="7788"/>
                    <a:pt x="11135" y="7809"/>
                    <a:pt x="11162" y="7809"/>
                  </a:cubicBezTo>
                  <a:cubicBezTo>
                    <a:pt x="11206" y="7809"/>
                    <a:pt x="11227" y="7788"/>
                    <a:pt x="11227" y="7739"/>
                  </a:cubicBezTo>
                  <a:cubicBezTo>
                    <a:pt x="11227" y="7718"/>
                    <a:pt x="11206" y="7674"/>
                    <a:pt x="11162" y="7674"/>
                  </a:cubicBezTo>
                  <a:close/>
                  <a:moveTo>
                    <a:pt x="11162" y="7944"/>
                  </a:moveTo>
                  <a:cubicBezTo>
                    <a:pt x="11135" y="7944"/>
                    <a:pt x="11092" y="7988"/>
                    <a:pt x="11092" y="8009"/>
                  </a:cubicBezTo>
                  <a:cubicBezTo>
                    <a:pt x="11092" y="8058"/>
                    <a:pt x="11135" y="8080"/>
                    <a:pt x="11162" y="8080"/>
                  </a:cubicBezTo>
                  <a:cubicBezTo>
                    <a:pt x="11206" y="8080"/>
                    <a:pt x="11227" y="8058"/>
                    <a:pt x="11227" y="8009"/>
                  </a:cubicBezTo>
                  <a:cubicBezTo>
                    <a:pt x="11227" y="7988"/>
                    <a:pt x="11206" y="7944"/>
                    <a:pt x="11162" y="7944"/>
                  </a:cubicBezTo>
                  <a:close/>
                  <a:moveTo>
                    <a:pt x="11162" y="8215"/>
                  </a:moveTo>
                  <a:cubicBezTo>
                    <a:pt x="11135" y="8215"/>
                    <a:pt x="11092" y="8258"/>
                    <a:pt x="11092" y="8279"/>
                  </a:cubicBezTo>
                  <a:cubicBezTo>
                    <a:pt x="11092" y="8328"/>
                    <a:pt x="11135" y="8350"/>
                    <a:pt x="11162" y="8350"/>
                  </a:cubicBezTo>
                  <a:cubicBezTo>
                    <a:pt x="11206" y="8350"/>
                    <a:pt x="11227" y="8328"/>
                    <a:pt x="11227" y="8279"/>
                  </a:cubicBezTo>
                  <a:cubicBezTo>
                    <a:pt x="11227" y="8258"/>
                    <a:pt x="11206" y="8215"/>
                    <a:pt x="11162" y="8215"/>
                  </a:cubicBezTo>
                  <a:close/>
                  <a:moveTo>
                    <a:pt x="65" y="8463"/>
                  </a:moveTo>
                  <a:cubicBezTo>
                    <a:pt x="65" y="8485"/>
                    <a:pt x="43" y="8485"/>
                    <a:pt x="22" y="8485"/>
                  </a:cubicBezTo>
                  <a:cubicBezTo>
                    <a:pt x="22" y="8485"/>
                    <a:pt x="0" y="8506"/>
                    <a:pt x="0" y="8528"/>
                  </a:cubicBezTo>
                  <a:cubicBezTo>
                    <a:pt x="0" y="8571"/>
                    <a:pt x="22" y="8598"/>
                    <a:pt x="65" y="8598"/>
                  </a:cubicBezTo>
                  <a:cubicBezTo>
                    <a:pt x="113" y="8598"/>
                    <a:pt x="135" y="8571"/>
                    <a:pt x="135" y="8528"/>
                  </a:cubicBezTo>
                  <a:cubicBezTo>
                    <a:pt x="135" y="8506"/>
                    <a:pt x="113" y="8463"/>
                    <a:pt x="65" y="8463"/>
                  </a:cubicBezTo>
                  <a:close/>
                  <a:moveTo>
                    <a:pt x="335" y="8463"/>
                  </a:moveTo>
                  <a:cubicBezTo>
                    <a:pt x="292" y="8463"/>
                    <a:pt x="270" y="8485"/>
                    <a:pt x="270" y="8528"/>
                  </a:cubicBezTo>
                  <a:cubicBezTo>
                    <a:pt x="270" y="8571"/>
                    <a:pt x="292" y="8598"/>
                    <a:pt x="335" y="8598"/>
                  </a:cubicBezTo>
                  <a:cubicBezTo>
                    <a:pt x="383" y="8598"/>
                    <a:pt x="405" y="8571"/>
                    <a:pt x="405" y="8528"/>
                  </a:cubicBezTo>
                  <a:cubicBezTo>
                    <a:pt x="405" y="8485"/>
                    <a:pt x="383" y="8463"/>
                    <a:pt x="335" y="8463"/>
                  </a:cubicBezTo>
                  <a:close/>
                  <a:moveTo>
                    <a:pt x="605" y="8463"/>
                  </a:moveTo>
                  <a:cubicBezTo>
                    <a:pt x="562" y="8463"/>
                    <a:pt x="540" y="8485"/>
                    <a:pt x="540" y="8528"/>
                  </a:cubicBezTo>
                  <a:cubicBezTo>
                    <a:pt x="540" y="8571"/>
                    <a:pt x="562" y="8598"/>
                    <a:pt x="605" y="8598"/>
                  </a:cubicBezTo>
                  <a:cubicBezTo>
                    <a:pt x="653" y="8598"/>
                    <a:pt x="675" y="8571"/>
                    <a:pt x="675" y="8528"/>
                  </a:cubicBezTo>
                  <a:cubicBezTo>
                    <a:pt x="675" y="8485"/>
                    <a:pt x="653" y="8463"/>
                    <a:pt x="605" y="8463"/>
                  </a:cubicBezTo>
                  <a:close/>
                  <a:moveTo>
                    <a:pt x="875" y="8463"/>
                  </a:moveTo>
                  <a:cubicBezTo>
                    <a:pt x="832" y="8463"/>
                    <a:pt x="810" y="8485"/>
                    <a:pt x="810" y="8528"/>
                  </a:cubicBezTo>
                  <a:cubicBezTo>
                    <a:pt x="810" y="8571"/>
                    <a:pt x="832" y="8598"/>
                    <a:pt x="875" y="8598"/>
                  </a:cubicBezTo>
                  <a:cubicBezTo>
                    <a:pt x="923" y="8598"/>
                    <a:pt x="945" y="8571"/>
                    <a:pt x="945" y="8528"/>
                  </a:cubicBezTo>
                  <a:cubicBezTo>
                    <a:pt x="945" y="8485"/>
                    <a:pt x="923" y="8463"/>
                    <a:pt x="875" y="8463"/>
                  </a:cubicBezTo>
                  <a:close/>
                  <a:moveTo>
                    <a:pt x="1145" y="8463"/>
                  </a:moveTo>
                  <a:cubicBezTo>
                    <a:pt x="1102" y="8463"/>
                    <a:pt x="1080" y="8485"/>
                    <a:pt x="1080" y="8528"/>
                  </a:cubicBezTo>
                  <a:cubicBezTo>
                    <a:pt x="1080" y="8571"/>
                    <a:pt x="1102" y="8598"/>
                    <a:pt x="1145" y="8598"/>
                  </a:cubicBezTo>
                  <a:cubicBezTo>
                    <a:pt x="1194" y="8598"/>
                    <a:pt x="1215" y="8571"/>
                    <a:pt x="1215" y="8528"/>
                  </a:cubicBezTo>
                  <a:cubicBezTo>
                    <a:pt x="1215" y="8485"/>
                    <a:pt x="1194" y="8463"/>
                    <a:pt x="1145" y="8463"/>
                  </a:cubicBezTo>
                  <a:close/>
                  <a:moveTo>
                    <a:pt x="1415" y="8463"/>
                  </a:moveTo>
                  <a:cubicBezTo>
                    <a:pt x="1372" y="8463"/>
                    <a:pt x="1350" y="8485"/>
                    <a:pt x="1350" y="8528"/>
                  </a:cubicBezTo>
                  <a:cubicBezTo>
                    <a:pt x="1350" y="8571"/>
                    <a:pt x="1372" y="8598"/>
                    <a:pt x="1415" y="8598"/>
                  </a:cubicBezTo>
                  <a:cubicBezTo>
                    <a:pt x="1464" y="8598"/>
                    <a:pt x="1485" y="8571"/>
                    <a:pt x="1485" y="8528"/>
                  </a:cubicBezTo>
                  <a:cubicBezTo>
                    <a:pt x="1485" y="8485"/>
                    <a:pt x="1464" y="8463"/>
                    <a:pt x="1415" y="8463"/>
                  </a:cubicBezTo>
                  <a:close/>
                  <a:moveTo>
                    <a:pt x="1685" y="8463"/>
                  </a:moveTo>
                  <a:cubicBezTo>
                    <a:pt x="1642" y="8463"/>
                    <a:pt x="1620" y="8485"/>
                    <a:pt x="1620" y="8528"/>
                  </a:cubicBezTo>
                  <a:cubicBezTo>
                    <a:pt x="1620" y="8571"/>
                    <a:pt x="1642" y="8598"/>
                    <a:pt x="1685" y="8598"/>
                  </a:cubicBezTo>
                  <a:cubicBezTo>
                    <a:pt x="1734" y="8598"/>
                    <a:pt x="1755" y="8571"/>
                    <a:pt x="1755" y="8528"/>
                  </a:cubicBezTo>
                  <a:cubicBezTo>
                    <a:pt x="1755" y="8485"/>
                    <a:pt x="1734" y="8463"/>
                    <a:pt x="1685" y="8463"/>
                  </a:cubicBezTo>
                  <a:close/>
                  <a:moveTo>
                    <a:pt x="1955" y="8463"/>
                  </a:moveTo>
                  <a:cubicBezTo>
                    <a:pt x="1912" y="8463"/>
                    <a:pt x="1890" y="8485"/>
                    <a:pt x="1890" y="8528"/>
                  </a:cubicBezTo>
                  <a:cubicBezTo>
                    <a:pt x="1890" y="8571"/>
                    <a:pt x="1912" y="8598"/>
                    <a:pt x="1955" y="8598"/>
                  </a:cubicBezTo>
                  <a:cubicBezTo>
                    <a:pt x="2004" y="8598"/>
                    <a:pt x="2025" y="8571"/>
                    <a:pt x="2025" y="8528"/>
                  </a:cubicBezTo>
                  <a:cubicBezTo>
                    <a:pt x="2025" y="8485"/>
                    <a:pt x="2004" y="8463"/>
                    <a:pt x="1955" y="8463"/>
                  </a:cubicBezTo>
                  <a:close/>
                  <a:moveTo>
                    <a:pt x="2225" y="8463"/>
                  </a:moveTo>
                  <a:cubicBezTo>
                    <a:pt x="2182" y="8463"/>
                    <a:pt x="2160" y="8485"/>
                    <a:pt x="2160" y="8528"/>
                  </a:cubicBezTo>
                  <a:cubicBezTo>
                    <a:pt x="2160" y="8571"/>
                    <a:pt x="2182" y="8598"/>
                    <a:pt x="2225" y="8598"/>
                  </a:cubicBezTo>
                  <a:cubicBezTo>
                    <a:pt x="2274" y="8598"/>
                    <a:pt x="2295" y="8571"/>
                    <a:pt x="2295" y="8528"/>
                  </a:cubicBezTo>
                  <a:cubicBezTo>
                    <a:pt x="2295" y="8485"/>
                    <a:pt x="2274" y="8463"/>
                    <a:pt x="2225" y="8463"/>
                  </a:cubicBezTo>
                  <a:close/>
                  <a:moveTo>
                    <a:pt x="2495" y="8463"/>
                  </a:moveTo>
                  <a:cubicBezTo>
                    <a:pt x="2452" y="8463"/>
                    <a:pt x="2430" y="8485"/>
                    <a:pt x="2430" y="8528"/>
                  </a:cubicBezTo>
                  <a:cubicBezTo>
                    <a:pt x="2430" y="8571"/>
                    <a:pt x="2452" y="8598"/>
                    <a:pt x="2495" y="8598"/>
                  </a:cubicBezTo>
                  <a:cubicBezTo>
                    <a:pt x="2544" y="8598"/>
                    <a:pt x="2565" y="8571"/>
                    <a:pt x="2565" y="8528"/>
                  </a:cubicBezTo>
                  <a:cubicBezTo>
                    <a:pt x="2565" y="8485"/>
                    <a:pt x="2544" y="8463"/>
                    <a:pt x="2495" y="8463"/>
                  </a:cubicBezTo>
                  <a:close/>
                  <a:moveTo>
                    <a:pt x="2765" y="8463"/>
                  </a:moveTo>
                  <a:cubicBezTo>
                    <a:pt x="2722" y="8463"/>
                    <a:pt x="2700" y="8485"/>
                    <a:pt x="2700" y="8528"/>
                  </a:cubicBezTo>
                  <a:cubicBezTo>
                    <a:pt x="2700" y="8571"/>
                    <a:pt x="2722" y="8598"/>
                    <a:pt x="2765" y="8598"/>
                  </a:cubicBezTo>
                  <a:cubicBezTo>
                    <a:pt x="2814" y="8598"/>
                    <a:pt x="2835" y="8571"/>
                    <a:pt x="2835" y="8528"/>
                  </a:cubicBezTo>
                  <a:cubicBezTo>
                    <a:pt x="2835" y="8485"/>
                    <a:pt x="2814" y="8463"/>
                    <a:pt x="2765" y="8463"/>
                  </a:cubicBezTo>
                  <a:close/>
                  <a:moveTo>
                    <a:pt x="3035" y="8463"/>
                  </a:moveTo>
                  <a:cubicBezTo>
                    <a:pt x="2992" y="8463"/>
                    <a:pt x="2970" y="8485"/>
                    <a:pt x="2970" y="8528"/>
                  </a:cubicBezTo>
                  <a:cubicBezTo>
                    <a:pt x="2970" y="8571"/>
                    <a:pt x="2992" y="8598"/>
                    <a:pt x="3035" y="8598"/>
                  </a:cubicBezTo>
                  <a:cubicBezTo>
                    <a:pt x="3084" y="8598"/>
                    <a:pt x="3105" y="8571"/>
                    <a:pt x="3105" y="8528"/>
                  </a:cubicBezTo>
                  <a:cubicBezTo>
                    <a:pt x="3105" y="8485"/>
                    <a:pt x="3084" y="8463"/>
                    <a:pt x="3035" y="8463"/>
                  </a:cubicBezTo>
                  <a:close/>
                  <a:moveTo>
                    <a:pt x="3305" y="8463"/>
                  </a:moveTo>
                  <a:cubicBezTo>
                    <a:pt x="3262" y="8463"/>
                    <a:pt x="3240" y="8485"/>
                    <a:pt x="3240" y="8528"/>
                  </a:cubicBezTo>
                  <a:cubicBezTo>
                    <a:pt x="3240" y="8571"/>
                    <a:pt x="3262" y="8598"/>
                    <a:pt x="3305" y="8598"/>
                  </a:cubicBezTo>
                  <a:cubicBezTo>
                    <a:pt x="3354" y="8598"/>
                    <a:pt x="3375" y="8571"/>
                    <a:pt x="3375" y="8528"/>
                  </a:cubicBezTo>
                  <a:cubicBezTo>
                    <a:pt x="3375" y="8485"/>
                    <a:pt x="3354" y="8463"/>
                    <a:pt x="3305" y="8463"/>
                  </a:cubicBezTo>
                  <a:close/>
                  <a:moveTo>
                    <a:pt x="3575" y="8463"/>
                  </a:moveTo>
                  <a:cubicBezTo>
                    <a:pt x="3532" y="8463"/>
                    <a:pt x="3510" y="8485"/>
                    <a:pt x="3510" y="8528"/>
                  </a:cubicBezTo>
                  <a:cubicBezTo>
                    <a:pt x="3510" y="8571"/>
                    <a:pt x="3532" y="8598"/>
                    <a:pt x="3575" y="8598"/>
                  </a:cubicBezTo>
                  <a:cubicBezTo>
                    <a:pt x="3624" y="8598"/>
                    <a:pt x="3645" y="8571"/>
                    <a:pt x="3645" y="8528"/>
                  </a:cubicBezTo>
                  <a:cubicBezTo>
                    <a:pt x="3645" y="8485"/>
                    <a:pt x="3624" y="8463"/>
                    <a:pt x="3575" y="8463"/>
                  </a:cubicBezTo>
                  <a:close/>
                  <a:moveTo>
                    <a:pt x="3845" y="8463"/>
                  </a:moveTo>
                  <a:cubicBezTo>
                    <a:pt x="3802" y="8463"/>
                    <a:pt x="3780" y="8485"/>
                    <a:pt x="3780" y="8528"/>
                  </a:cubicBezTo>
                  <a:cubicBezTo>
                    <a:pt x="3780" y="8571"/>
                    <a:pt x="3802" y="8598"/>
                    <a:pt x="3845" y="8598"/>
                  </a:cubicBezTo>
                  <a:cubicBezTo>
                    <a:pt x="3894" y="8598"/>
                    <a:pt x="3915" y="8571"/>
                    <a:pt x="3915" y="8528"/>
                  </a:cubicBezTo>
                  <a:cubicBezTo>
                    <a:pt x="3915" y="8485"/>
                    <a:pt x="3894" y="8463"/>
                    <a:pt x="3845" y="8463"/>
                  </a:cubicBezTo>
                  <a:close/>
                  <a:moveTo>
                    <a:pt x="4115" y="8463"/>
                  </a:moveTo>
                  <a:cubicBezTo>
                    <a:pt x="4072" y="8463"/>
                    <a:pt x="4050" y="8485"/>
                    <a:pt x="4050" y="8528"/>
                  </a:cubicBezTo>
                  <a:cubicBezTo>
                    <a:pt x="4050" y="8571"/>
                    <a:pt x="4072" y="8598"/>
                    <a:pt x="4115" y="8598"/>
                  </a:cubicBezTo>
                  <a:cubicBezTo>
                    <a:pt x="4164" y="8598"/>
                    <a:pt x="4185" y="8571"/>
                    <a:pt x="4185" y="8528"/>
                  </a:cubicBezTo>
                  <a:cubicBezTo>
                    <a:pt x="4185" y="8485"/>
                    <a:pt x="4164" y="8463"/>
                    <a:pt x="4115" y="8463"/>
                  </a:cubicBezTo>
                  <a:close/>
                  <a:moveTo>
                    <a:pt x="4385" y="8463"/>
                  </a:moveTo>
                  <a:cubicBezTo>
                    <a:pt x="4342" y="8463"/>
                    <a:pt x="4320" y="8485"/>
                    <a:pt x="4320" y="8528"/>
                  </a:cubicBezTo>
                  <a:cubicBezTo>
                    <a:pt x="4320" y="8571"/>
                    <a:pt x="4342" y="8598"/>
                    <a:pt x="4385" y="8598"/>
                  </a:cubicBezTo>
                  <a:cubicBezTo>
                    <a:pt x="4434" y="8598"/>
                    <a:pt x="4455" y="8571"/>
                    <a:pt x="4455" y="8528"/>
                  </a:cubicBezTo>
                  <a:cubicBezTo>
                    <a:pt x="4455" y="8485"/>
                    <a:pt x="4434" y="8463"/>
                    <a:pt x="4385" y="8463"/>
                  </a:cubicBezTo>
                  <a:close/>
                  <a:moveTo>
                    <a:pt x="4655" y="8463"/>
                  </a:moveTo>
                  <a:cubicBezTo>
                    <a:pt x="4612" y="8463"/>
                    <a:pt x="4590" y="8485"/>
                    <a:pt x="4590" y="8528"/>
                  </a:cubicBezTo>
                  <a:cubicBezTo>
                    <a:pt x="4590" y="8571"/>
                    <a:pt x="4612" y="8598"/>
                    <a:pt x="4655" y="8598"/>
                  </a:cubicBezTo>
                  <a:cubicBezTo>
                    <a:pt x="4704" y="8598"/>
                    <a:pt x="4725" y="8571"/>
                    <a:pt x="4725" y="8528"/>
                  </a:cubicBezTo>
                  <a:cubicBezTo>
                    <a:pt x="4725" y="8485"/>
                    <a:pt x="4704" y="8463"/>
                    <a:pt x="4655" y="8463"/>
                  </a:cubicBezTo>
                  <a:close/>
                  <a:moveTo>
                    <a:pt x="4925" y="8463"/>
                  </a:moveTo>
                  <a:cubicBezTo>
                    <a:pt x="4882" y="8463"/>
                    <a:pt x="4860" y="8485"/>
                    <a:pt x="4860" y="8528"/>
                  </a:cubicBezTo>
                  <a:cubicBezTo>
                    <a:pt x="4860" y="8571"/>
                    <a:pt x="4882" y="8598"/>
                    <a:pt x="4925" y="8598"/>
                  </a:cubicBezTo>
                  <a:cubicBezTo>
                    <a:pt x="4974" y="8598"/>
                    <a:pt x="4995" y="8571"/>
                    <a:pt x="4995" y="8528"/>
                  </a:cubicBezTo>
                  <a:cubicBezTo>
                    <a:pt x="4995" y="8485"/>
                    <a:pt x="4974" y="8463"/>
                    <a:pt x="4925" y="8463"/>
                  </a:cubicBezTo>
                  <a:close/>
                  <a:moveTo>
                    <a:pt x="5195" y="8463"/>
                  </a:moveTo>
                  <a:cubicBezTo>
                    <a:pt x="5152" y="8463"/>
                    <a:pt x="5130" y="8485"/>
                    <a:pt x="5130" y="8528"/>
                  </a:cubicBezTo>
                  <a:cubicBezTo>
                    <a:pt x="5130" y="8571"/>
                    <a:pt x="5152" y="8598"/>
                    <a:pt x="5195" y="8598"/>
                  </a:cubicBezTo>
                  <a:cubicBezTo>
                    <a:pt x="5244" y="8598"/>
                    <a:pt x="5265" y="8571"/>
                    <a:pt x="5265" y="8528"/>
                  </a:cubicBezTo>
                  <a:cubicBezTo>
                    <a:pt x="5265" y="8485"/>
                    <a:pt x="5244" y="8463"/>
                    <a:pt x="5195" y="8463"/>
                  </a:cubicBezTo>
                  <a:close/>
                  <a:moveTo>
                    <a:pt x="5465" y="8463"/>
                  </a:moveTo>
                  <a:cubicBezTo>
                    <a:pt x="5422" y="8463"/>
                    <a:pt x="5400" y="8485"/>
                    <a:pt x="5400" y="8528"/>
                  </a:cubicBezTo>
                  <a:cubicBezTo>
                    <a:pt x="5400" y="8571"/>
                    <a:pt x="5422" y="8598"/>
                    <a:pt x="5465" y="8598"/>
                  </a:cubicBezTo>
                  <a:cubicBezTo>
                    <a:pt x="5514" y="8598"/>
                    <a:pt x="5535" y="8571"/>
                    <a:pt x="5535" y="8528"/>
                  </a:cubicBezTo>
                  <a:cubicBezTo>
                    <a:pt x="5535" y="8485"/>
                    <a:pt x="5514" y="8463"/>
                    <a:pt x="5465" y="8463"/>
                  </a:cubicBezTo>
                  <a:close/>
                  <a:moveTo>
                    <a:pt x="5735" y="8463"/>
                  </a:moveTo>
                  <a:cubicBezTo>
                    <a:pt x="5692" y="8463"/>
                    <a:pt x="5670" y="8485"/>
                    <a:pt x="5670" y="8528"/>
                  </a:cubicBezTo>
                  <a:cubicBezTo>
                    <a:pt x="5670" y="8571"/>
                    <a:pt x="5692" y="8598"/>
                    <a:pt x="5735" y="8598"/>
                  </a:cubicBezTo>
                  <a:cubicBezTo>
                    <a:pt x="5784" y="8598"/>
                    <a:pt x="5805" y="8571"/>
                    <a:pt x="5805" y="8528"/>
                  </a:cubicBezTo>
                  <a:cubicBezTo>
                    <a:pt x="5805" y="8485"/>
                    <a:pt x="5784" y="8463"/>
                    <a:pt x="5735" y="8463"/>
                  </a:cubicBezTo>
                  <a:close/>
                  <a:moveTo>
                    <a:pt x="6005" y="8463"/>
                  </a:moveTo>
                  <a:cubicBezTo>
                    <a:pt x="5962" y="8463"/>
                    <a:pt x="5940" y="8485"/>
                    <a:pt x="5940" y="8528"/>
                  </a:cubicBezTo>
                  <a:cubicBezTo>
                    <a:pt x="5940" y="8571"/>
                    <a:pt x="5962" y="8598"/>
                    <a:pt x="6005" y="8598"/>
                  </a:cubicBezTo>
                  <a:cubicBezTo>
                    <a:pt x="6054" y="8598"/>
                    <a:pt x="6075" y="8571"/>
                    <a:pt x="6075" y="8528"/>
                  </a:cubicBezTo>
                  <a:cubicBezTo>
                    <a:pt x="6075" y="8485"/>
                    <a:pt x="6054" y="8463"/>
                    <a:pt x="6005" y="8463"/>
                  </a:cubicBezTo>
                  <a:close/>
                  <a:moveTo>
                    <a:pt x="6275" y="8463"/>
                  </a:moveTo>
                  <a:cubicBezTo>
                    <a:pt x="6232" y="8463"/>
                    <a:pt x="6210" y="8485"/>
                    <a:pt x="6210" y="8528"/>
                  </a:cubicBezTo>
                  <a:cubicBezTo>
                    <a:pt x="6210" y="8571"/>
                    <a:pt x="6232" y="8598"/>
                    <a:pt x="6275" y="8598"/>
                  </a:cubicBezTo>
                  <a:cubicBezTo>
                    <a:pt x="6324" y="8598"/>
                    <a:pt x="6345" y="8571"/>
                    <a:pt x="6345" y="8528"/>
                  </a:cubicBezTo>
                  <a:cubicBezTo>
                    <a:pt x="6345" y="8485"/>
                    <a:pt x="6324" y="8463"/>
                    <a:pt x="6275" y="8463"/>
                  </a:cubicBezTo>
                  <a:close/>
                  <a:moveTo>
                    <a:pt x="6545" y="8463"/>
                  </a:moveTo>
                  <a:cubicBezTo>
                    <a:pt x="6502" y="8463"/>
                    <a:pt x="6480" y="8485"/>
                    <a:pt x="6480" y="8528"/>
                  </a:cubicBezTo>
                  <a:cubicBezTo>
                    <a:pt x="6480" y="8571"/>
                    <a:pt x="6502" y="8598"/>
                    <a:pt x="6545" y="8598"/>
                  </a:cubicBezTo>
                  <a:cubicBezTo>
                    <a:pt x="6594" y="8598"/>
                    <a:pt x="6615" y="8571"/>
                    <a:pt x="6615" y="8528"/>
                  </a:cubicBezTo>
                  <a:cubicBezTo>
                    <a:pt x="6615" y="8485"/>
                    <a:pt x="6594" y="8463"/>
                    <a:pt x="6545" y="8463"/>
                  </a:cubicBezTo>
                  <a:close/>
                  <a:moveTo>
                    <a:pt x="6815" y="8463"/>
                  </a:moveTo>
                  <a:cubicBezTo>
                    <a:pt x="6772" y="8463"/>
                    <a:pt x="6750" y="8485"/>
                    <a:pt x="6750" y="8528"/>
                  </a:cubicBezTo>
                  <a:cubicBezTo>
                    <a:pt x="6750" y="8571"/>
                    <a:pt x="6772" y="8598"/>
                    <a:pt x="6815" y="8598"/>
                  </a:cubicBezTo>
                  <a:cubicBezTo>
                    <a:pt x="6864" y="8598"/>
                    <a:pt x="6885" y="8571"/>
                    <a:pt x="6885" y="8528"/>
                  </a:cubicBezTo>
                  <a:cubicBezTo>
                    <a:pt x="6885" y="8485"/>
                    <a:pt x="6864" y="8463"/>
                    <a:pt x="6815" y="8463"/>
                  </a:cubicBezTo>
                  <a:close/>
                  <a:moveTo>
                    <a:pt x="7085" y="8463"/>
                  </a:moveTo>
                  <a:cubicBezTo>
                    <a:pt x="7042" y="8463"/>
                    <a:pt x="7020" y="8485"/>
                    <a:pt x="7020" y="8528"/>
                  </a:cubicBezTo>
                  <a:cubicBezTo>
                    <a:pt x="7020" y="8571"/>
                    <a:pt x="7042" y="8598"/>
                    <a:pt x="7085" y="8598"/>
                  </a:cubicBezTo>
                  <a:cubicBezTo>
                    <a:pt x="7134" y="8598"/>
                    <a:pt x="7155" y="8571"/>
                    <a:pt x="7155" y="8528"/>
                  </a:cubicBezTo>
                  <a:cubicBezTo>
                    <a:pt x="7155" y="8485"/>
                    <a:pt x="7134" y="8463"/>
                    <a:pt x="7085" y="8463"/>
                  </a:cubicBezTo>
                  <a:close/>
                  <a:moveTo>
                    <a:pt x="7355" y="8463"/>
                  </a:moveTo>
                  <a:cubicBezTo>
                    <a:pt x="7312" y="8463"/>
                    <a:pt x="7290" y="8485"/>
                    <a:pt x="7290" y="8528"/>
                  </a:cubicBezTo>
                  <a:cubicBezTo>
                    <a:pt x="7290" y="8571"/>
                    <a:pt x="7312" y="8598"/>
                    <a:pt x="7355" y="8598"/>
                  </a:cubicBezTo>
                  <a:cubicBezTo>
                    <a:pt x="7404" y="8598"/>
                    <a:pt x="7425" y="8571"/>
                    <a:pt x="7425" y="8528"/>
                  </a:cubicBezTo>
                  <a:cubicBezTo>
                    <a:pt x="7425" y="8485"/>
                    <a:pt x="7404" y="8463"/>
                    <a:pt x="7355" y="8463"/>
                  </a:cubicBezTo>
                  <a:close/>
                  <a:moveTo>
                    <a:pt x="7625" y="8463"/>
                  </a:moveTo>
                  <a:cubicBezTo>
                    <a:pt x="7582" y="8463"/>
                    <a:pt x="7560" y="8485"/>
                    <a:pt x="7560" y="8528"/>
                  </a:cubicBezTo>
                  <a:cubicBezTo>
                    <a:pt x="7560" y="8571"/>
                    <a:pt x="7582" y="8598"/>
                    <a:pt x="7625" y="8598"/>
                  </a:cubicBezTo>
                  <a:cubicBezTo>
                    <a:pt x="7674" y="8598"/>
                    <a:pt x="7695" y="8571"/>
                    <a:pt x="7695" y="8528"/>
                  </a:cubicBezTo>
                  <a:cubicBezTo>
                    <a:pt x="7695" y="8485"/>
                    <a:pt x="7674" y="8463"/>
                    <a:pt x="7625" y="8463"/>
                  </a:cubicBezTo>
                  <a:close/>
                  <a:moveTo>
                    <a:pt x="7895" y="8463"/>
                  </a:moveTo>
                  <a:cubicBezTo>
                    <a:pt x="7852" y="8463"/>
                    <a:pt x="7830" y="8485"/>
                    <a:pt x="7830" y="8528"/>
                  </a:cubicBezTo>
                  <a:cubicBezTo>
                    <a:pt x="7830" y="8571"/>
                    <a:pt x="7852" y="8598"/>
                    <a:pt x="7895" y="8598"/>
                  </a:cubicBezTo>
                  <a:cubicBezTo>
                    <a:pt x="7944" y="8598"/>
                    <a:pt x="7965" y="8571"/>
                    <a:pt x="7965" y="8528"/>
                  </a:cubicBezTo>
                  <a:cubicBezTo>
                    <a:pt x="7965" y="8485"/>
                    <a:pt x="7944" y="8463"/>
                    <a:pt x="7895" y="8463"/>
                  </a:cubicBezTo>
                  <a:close/>
                  <a:moveTo>
                    <a:pt x="8165" y="8463"/>
                  </a:moveTo>
                  <a:cubicBezTo>
                    <a:pt x="8122" y="8463"/>
                    <a:pt x="8100" y="8485"/>
                    <a:pt x="8100" y="8528"/>
                  </a:cubicBezTo>
                  <a:cubicBezTo>
                    <a:pt x="8100" y="8571"/>
                    <a:pt x="8122" y="8598"/>
                    <a:pt x="8165" y="8598"/>
                  </a:cubicBezTo>
                  <a:cubicBezTo>
                    <a:pt x="8214" y="8598"/>
                    <a:pt x="8235" y="8571"/>
                    <a:pt x="8235" y="8528"/>
                  </a:cubicBezTo>
                  <a:cubicBezTo>
                    <a:pt x="8235" y="8485"/>
                    <a:pt x="8214" y="8463"/>
                    <a:pt x="8165" y="8463"/>
                  </a:cubicBezTo>
                  <a:close/>
                  <a:moveTo>
                    <a:pt x="8435" y="8463"/>
                  </a:moveTo>
                  <a:cubicBezTo>
                    <a:pt x="8392" y="8463"/>
                    <a:pt x="8370" y="8485"/>
                    <a:pt x="8370" y="8528"/>
                  </a:cubicBezTo>
                  <a:cubicBezTo>
                    <a:pt x="8370" y="8571"/>
                    <a:pt x="8392" y="8598"/>
                    <a:pt x="8435" y="8598"/>
                  </a:cubicBezTo>
                  <a:cubicBezTo>
                    <a:pt x="8484" y="8598"/>
                    <a:pt x="8505" y="8571"/>
                    <a:pt x="8505" y="8528"/>
                  </a:cubicBezTo>
                  <a:cubicBezTo>
                    <a:pt x="8505" y="8485"/>
                    <a:pt x="8484" y="8463"/>
                    <a:pt x="8435" y="8463"/>
                  </a:cubicBezTo>
                  <a:close/>
                  <a:moveTo>
                    <a:pt x="8705" y="8463"/>
                  </a:moveTo>
                  <a:cubicBezTo>
                    <a:pt x="8662" y="8463"/>
                    <a:pt x="8640" y="8485"/>
                    <a:pt x="8640" y="8528"/>
                  </a:cubicBezTo>
                  <a:cubicBezTo>
                    <a:pt x="8640" y="8571"/>
                    <a:pt x="8662" y="8598"/>
                    <a:pt x="8705" y="8598"/>
                  </a:cubicBezTo>
                  <a:cubicBezTo>
                    <a:pt x="8754" y="8598"/>
                    <a:pt x="8775" y="8571"/>
                    <a:pt x="8775" y="8528"/>
                  </a:cubicBezTo>
                  <a:cubicBezTo>
                    <a:pt x="8775" y="8485"/>
                    <a:pt x="8754" y="8463"/>
                    <a:pt x="8705" y="8463"/>
                  </a:cubicBezTo>
                  <a:close/>
                  <a:moveTo>
                    <a:pt x="8975" y="8463"/>
                  </a:moveTo>
                  <a:cubicBezTo>
                    <a:pt x="8932" y="8463"/>
                    <a:pt x="8911" y="8485"/>
                    <a:pt x="8911" y="8528"/>
                  </a:cubicBezTo>
                  <a:cubicBezTo>
                    <a:pt x="8911" y="8571"/>
                    <a:pt x="8932" y="8598"/>
                    <a:pt x="8975" y="8598"/>
                  </a:cubicBezTo>
                  <a:cubicBezTo>
                    <a:pt x="9024" y="8598"/>
                    <a:pt x="9046" y="8571"/>
                    <a:pt x="9046" y="8528"/>
                  </a:cubicBezTo>
                  <a:cubicBezTo>
                    <a:pt x="9046" y="8485"/>
                    <a:pt x="9024" y="8463"/>
                    <a:pt x="8975" y="8463"/>
                  </a:cubicBezTo>
                  <a:close/>
                  <a:moveTo>
                    <a:pt x="9245" y="8463"/>
                  </a:moveTo>
                  <a:cubicBezTo>
                    <a:pt x="9202" y="8463"/>
                    <a:pt x="9181" y="8485"/>
                    <a:pt x="9181" y="8528"/>
                  </a:cubicBezTo>
                  <a:cubicBezTo>
                    <a:pt x="9181" y="8571"/>
                    <a:pt x="9202" y="8598"/>
                    <a:pt x="9245" y="8598"/>
                  </a:cubicBezTo>
                  <a:cubicBezTo>
                    <a:pt x="9294" y="8598"/>
                    <a:pt x="9316" y="8571"/>
                    <a:pt x="9316" y="8528"/>
                  </a:cubicBezTo>
                  <a:cubicBezTo>
                    <a:pt x="9316" y="8485"/>
                    <a:pt x="9294" y="8463"/>
                    <a:pt x="9245" y="8463"/>
                  </a:cubicBezTo>
                  <a:close/>
                  <a:moveTo>
                    <a:pt x="9515" y="8463"/>
                  </a:moveTo>
                  <a:cubicBezTo>
                    <a:pt x="9472" y="8463"/>
                    <a:pt x="9451" y="8485"/>
                    <a:pt x="9451" y="8528"/>
                  </a:cubicBezTo>
                  <a:cubicBezTo>
                    <a:pt x="9451" y="8571"/>
                    <a:pt x="9472" y="8598"/>
                    <a:pt x="9515" y="8598"/>
                  </a:cubicBezTo>
                  <a:cubicBezTo>
                    <a:pt x="9564" y="8598"/>
                    <a:pt x="9586" y="8571"/>
                    <a:pt x="9586" y="8528"/>
                  </a:cubicBezTo>
                  <a:cubicBezTo>
                    <a:pt x="9586" y="8485"/>
                    <a:pt x="9564" y="8463"/>
                    <a:pt x="9515" y="8463"/>
                  </a:cubicBezTo>
                  <a:close/>
                  <a:moveTo>
                    <a:pt x="9785" y="8463"/>
                  </a:moveTo>
                  <a:cubicBezTo>
                    <a:pt x="9742" y="8463"/>
                    <a:pt x="9721" y="8485"/>
                    <a:pt x="9721" y="8528"/>
                  </a:cubicBezTo>
                  <a:cubicBezTo>
                    <a:pt x="9721" y="8571"/>
                    <a:pt x="9742" y="8598"/>
                    <a:pt x="9785" y="8598"/>
                  </a:cubicBezTo>
                  <a:cubicBezTo>
                    <a:pt x="9834" y="8598"/>
                    <a:pt x="9856" y="8571"/>
                    <a:pt x="9856" y="8528"/>
                  </a:cubicBezTo>
                  <a:cubicBezTo>
                    <a:pt x="9856" y="8485"/>
                    <a:pt x="9834" y="8463"/>
                    <a:pt x="9785" y="8463"/>
                  </a:cubicBezTo>
                  <a:close/>
                  <a:moveTo>
                    <a:pt x="10055" y="8463"/>
                  </a:moveTo>
                  <a:cubicBezTo>
                    <a:pt x="10012" y="8463"/>
                    <a:pt x="9991" y="8485"/>
                    <a:pt x="9991" y="8528"/>
                  </a:cubicBezTo>
                  <a:cubicBezTo>
                    <a:pt x="9991" y="8571"/>
                    <a:pt x="10012" y="8598"/>
                    <a:pt x="10055" y="8598"/>
                  </a:cubicBezTo>
                  <a:cubicBezTo>
                    <a:pt x="10104" y="8598"/>
                    <a:pt x="10126" y="8571"/>
                    <a:pt x="10126" y="8528"/>
                  </a:cubicBezTo>
                  <a:cubicBezTo>
                    <a:pt x="10126" y="8485"/>
                    <a:pt x="10104" y="8463"/>
                    <a:pt x="10055" y="8463"/>
                  </a:cubicBezTo>
                  <a:close/>
                  <a:moveTo>
                    <a:pt x="10325" y="8463"/>
                  </a:moveTo>
                  <a:cubicBezTo>
                    <a:pt x="10282" y="8463"/>
                    <a:pt x="10261" y="8485"/>
                    <a:pt x="10261" y="8528"/>
                  </a:cubicBezTo>
                  <a:cubicBezTo>
                    <a:pt x="10261" y="8571"/>
                    <a:pt x="10282" y="8598"/>
                    <a:pt x="10325" y="8598"/>
                  </a:cubicBezTo>
                  <a:cubicBezTo>
                    <a:pt x="10374" y="8598"/>
                    <a:pt x="10396" y="8571"/>
                    <a:pt x="10396" y="8528"/>
                  </a:cubicBezTo>
                  <a:cubicBezTo>
                    <a:pt x="10396" y="8485"/>
                    <a:pt x="10374" y="8463"/>
                    <a:pt x="10325" y="8463"/>
                  </a:cubicBezTo>
                  <a:close/>
                  <a:moveTo>
                    <a:pt x="10595" y="8463"/>
                  </a:moveTo>
                  <a:cubicBezTo>
                    <a:pt x="10552" y="8463"/>
                    <a:pt x="10531" y="8485"/>
                    <a:pt x="10531" y="8528"/>
                  </a:cubicBezTo>
                  <a:cubicBezTo>
                    <a:pt x="10531" y="8571"/>
                    <a:pt x="10552" y="8598"/>
                    <a:pt x="10595" y="8598"/>
                  </a:cubicBezTo>
                  <a:cubicBezTo>
                    <a:pt x="10644" y="8598"/>
                    <a:pt x="10666" y="8571"/>
                    <a:pt x="10666" y="8528"/>
                  </a:cubicBezTo>
                  <a:cubicBezTo>
                    <a:pt x="10666" y="8485"/>
                    <a:pt x="10644" y="8463"/>
                    <a:pt x="10595" y="8463"/>
                  </a:cubicBezTo>
                  <a:close/>
                  <a:moveTo>
                    <a:pt x="10865" y="8463"/>
                  </a:moveTo>
                  <a:cubicBezTo>
                    <a:pt x="10822" y="8463"/>
                    <a:pt x="10801" y="8485"/>
                    <a:pt x="10801" y="8528"/>
                  </a:cubicBezTo>
                  <a:cubicBezTo>
                    <a:pt x="10801" y="8571"/>
                    <a:pt x="10822" y="8598"/>
                    <a:pt x="10865" y="8598"/>
                  </a:cubicBezTo>
                  <a:cubicBezTo>
                    <a:pt x="10914" y="8598"/>
                    <a:pt x="10936" y="8571"/>
                    <a:pt x="10936" y="8528"/>
                  </a:cubicBezTo>
                  <a:cubicBezTo>
                    <a:pt x="10936" y="8485"/>
                    <a:pt x="10914" y="8463"/>
                    <a:pt x="10865" y="8463"/>
                  </a:cubicBezTo>
                  <a:close/>
                  <a:moveTo>
                    <a:pt x="11135" y="8463"/>
                  </a:moveTo>
                  <a:cubicBezTo>
                    <a:pt x="11092" y="8463"/>
                    <a:pt x="11071" y="8485"/>
                    <a:pt x="11071" y="8528"/>
                  </a:cubicBezTo>
                  <a:cubicBezTo>
                    <a:pt x="11071" y="8571"/>
                    <a:pt x="11092" y="8598"/>
                    <a:pt x="11135" y="8598"/>
                  </a:cubicBezTo>
                  <a:cubicBezTo>
                    <a:pt x="11184" y="8598"/>
                    <a:pt x="11206" y="8571"/>
                    <a:pt x="11206" y="8528"/>
                  </a:cubicBezTo>
                  <a:cubicBezTo>
                    <a:pt x="11206" y="8485"/>
                    <a:pt x="11184" y="8463"/>
                    <a:pt x="11135" y="8463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f131e4dc8c_0_507"/>
            <p:cNvSpPr/>
            <p:nvPr/>
          </p:nvSpPr>
          <p:spPr>
            <a:xfrm>
              <a:off x="243250" y="4690495"/>
              <a:ext cx="579365" cy="6275"/>
            </a:xfrm>
            <a:custGeom>
              <a:rect b="b" l="l" r="r" t="t"/>
              <a:pathLst>
                <a:path extrusionOk="0" h="136" w="12556">
                  <a:moveTo>
                    <a:pt x="65" y="1"/>
                  </a:moveTo>
                  <a:cubicBezTo>
                    <a:pt x="43" y="1"/>
                    <a:pt x="0" y="44"/>
                    <a:pt x="0" y="65"/>
                  </a:cubicBezTo>
                  <a:cubicBezTo>
                    <a:pt x="0" y="109"/>
                    <a:pt x="43" y="136"/>
                    <a:pt x="65" y="136"/>
                  </a:cubicBezTo>
                  <a:cubicBezTo>
                    <a:pt x="108" y="136"/>
                    <a:pt x="135" y="109"/>
                    <a:pt x="135" y="65"/>
                  </a:cubicBezTo>
                  <a:cubicBezTo>
                    <a:pt x="135" y="44"/>
                    <a:pt x="108" y="1"/>
                    <a:pt x="65" y="1"/>
                  </a:cubicBezTo>
                  <a:close/>
                  <a:moveTo>
                    <a:pt x="335" y="1"/>
                  </a:moveTo>
                  <a:cubicBezTo>
                    <a:pt x="313" y="1"/>
                    <a:pt x="270" y="44"/>
                    <a:pt x="270" y="65"/>
                  </a:cubicBezTo>
                  <a:cubicBezTo>
                    <a:pt x="270" y="109"/>
                    <a:pt x="313" y="136"/>
                    <a:pt x="335" y="136"/>
                  </a:cubicBezTo>
                  <a:cubicBezTo>
                    <a:pt x="378" y="136"/>
                    <a:pt x="405" y="109"/>
                    <a:pt x="405" y="65"/>
                  </a:cubicBezTo>
                  <a:cubicBezTo>
                    <a:pt x="405" y="44"/>
                    <a:pt x="378" y="1"/>
                    <a:pt x="335" y="1"/>
                  </a:cubicBezTo>
                  <a:close/>
                  <a:moveTo>
                    <a:pt x="605" y="1"/>
                  </a:moveTo>
                  <a:cubicBezTo>
                    <a:pt x="583" y="1"/>
                    <a:pt x="540" y="44"/>
                    <a:pt x="540" y="65"/>
                  </a:cubicBezTo>
                  <a:cubicBezTo>
                    <a:pt x="540" y="109"/>
                    <a:pt x="583" y="136"/>
                    <a:pt x="605" y="136"/>
                  </a:cubicBezTo>
                  <a:cubicBezTo>
                    <a:pt x="648" y="136"/>
                    <a:pt x="675" y="109"/>
                    <a:pt x="675" y="65"/>
                  </a:cubicBezTo>
                  <a:cubicBezTo>
                    <a:pt x="675" y="44"/>
                    <a:pt x="648" y="1"/>
                    <a:pt x="605" y="1"/>
                  </a:cubicBezTo>
                  <a:close/>
                  <a:moveTo>
                    <a:pt x="875" y="1"/>
                  </a:moveTo>
                  <a:cubicBezTo>
                    <a:pt x="853" y="1"/>
                    <a:pt x="810" y="44"/>
                    <a:pt x="810" y="65"/>
                  </a:cubicBezTo>
                  <a:cubicBezTo>
                    <a:pt x="810" y="109"/>
                    <a:pt x="853" y="136"/>
                    <a:pt x="875" y="136"/>
                  </a:cubicBezTo>
                  <a:cubicBezTo>
                    <a:pt x="918" y="136"/>
                    <a:pt x="945" y="109"/>
                    <a:pt x="945" y="65"/>
                  </a:cubicBezTo>
                  <a:cubicBezTo>
                    <a:pt x="945" y="44"/>
                    <a:pt x="918" y="1"/>
                    <a:pt x="875" y="1"/>
                  </a:cubicBezTo>
                  <a:close/>
                  <a:moveTo>
                    <a:pt x="1145" y="1"/>
                  </a:moveTo>
                  <a:cubicBezTo>
                    <a:pt x="1123" y="1"/>
                    <a:pt x="1080" y="44"/>
                    <a:pt x="1080" y="65"/>
                  </a:cubicBezTo>
                  <a:cubicBezTo>
                    <a:pt x="1080" y="109"/>
                    <a:pt x="1123" y="136"/>
                    <a:pt x="1145" y="136"/>
                  </a:cubicBezTo>
                  <a:cubicBezTo>
                    <a:pt x="1188" y="136"/>
                    <a:pt x="1215" y="109"/>
                    <a:pt x="1215" y="65"/>
                  </a:cubicBezTo>
                  <a:cubicBezTo>
                    <a:pt x="1215" y="44"/>
                    <a:pt x="1188" y="1"/>
                    <a:pt x="1145" y="1"/>
                  </a:cubicBezTo>
                  <a:close/>
                  <a:moveTo>
                    <a:pt x="1415" y="1"/>
                  </a:moveTo>
                  <a:cubicBezTo>
                    <a:pt x="1393" y="1"/>
                    <a:pt x="1350" y="44"/>
                    <a:pt x="1350" y="65"/>
                  </a:cubicBezTo>
                  <a:cubicBezTo>
                    <a:pt x="1350" y="109"/>
                    <a:pt x="1393" y="136"/>
                    <a:pt x="1415" y="136"/>
                  </a:cubicBezTo>
                  <a:cubicBezTo>
                    <a:pt x="1458" y="136"/>
                    <a:pt x="1485" y="109"/>
                    <a:pt x="1485" y="65"/>
                  </a:cubicBezTo>
                  <a:cubicBezTo>
                    <a:pt x="1485" y="44"/>
                    <a:pt x="1458" y="1"/>
                    <a:pt x="1415" y="1"/>
                  </a:cubicBezTo>
                  <a:close/>
                  <a:moveTo>
                    <a:pt x="1685" y="1"/>
                  </a:moveTo>
                  <a:cubicBezTo>
                    <a:pt x="1663" y="1"/>
                    <a:pt x="1620" y="44"/>
                    <a:pt x="1620" y="65"/>
                  </a:cubicBezTo>
                  <a:cubicBezTo>
                    <a:pt x="1620" y="109"/>
                    <a:pt x="1663" y="136"/>
                    <a:pt x="1685" y="136"/>
                  </a:cubicBezTo>
                  <a:cubicBezTo>
                    <a:pt x="1728" y="136"/>
                    <a:pt x="1755" y="109"/>
                    <a:pt x="1755" y="65"/>
                  </a:cubicBezTo>
                  <a:cubicBezTo>
                    <a:pt x="1755" y="44"/>
                    <a:pt x="1728" y="1"/>
                    <a:pt x="1685" y="1"/>
                  </a:cubicBezTo>
                  <a:close/>
                  <a:moveTo>
                    <a:pt x="1955" y="1"/>
                  </a:moveTo>
                  <a:cubicBezTo>
                    <a:pt x="1934" y="1"/>
                    <a:pt x="1890" y="44"/>
                    <a:pt x="1890" y="65"/>
                  </a:cubicBezTo>
                  <a:cubicBezTo>
                    <a:pt x="1890" y="109"/>
                    <a:pt x="1934" y="136"/>
                    <a:pt x="1955" y="136"/>
                  </a:cubicBezTo>
                  <a:cubicBezTo>
                    <a:pt x="1998" y="136"/>
                    <a:pt x="2025" y="109"/>
                    <a:pt x="2025" y="65"/>
                  </a:cubicBezTo>
                  <a:cubicBezTo>
                    <a:pt x="2025" y="44"/>
                    <a:pt x="1998" y="1"/>
                    <a:pt x="1955" y="1"/>
                  </a:cubicBezTo>
                  <a:close/>
                  <a:moveTo>
                    <a:pt x="2225" y="1"/>
                  </a:moveTo>
                  <a:cubicBezTo>
                    <a:pt x="2204" y="1"/>
                    <a:pt x="2160" y="44"/>
                    <a:pt x="2160" y="65"/>
                  </a:cubicBezTo>
                  <a:cubicBezTo>
                    <a:pt x="2160" y="109"/>
                    <a:pt x="2204" y="136"/>
                    <a:pt x="2225" y="136"/>
                  </a:cubicBezTo>
                  <a:cubicBezTo>
                    <a:pt x="2268" y="136"/>
                    <a:pt x="2295" y="109"/>
                    <a:pt x="2295" y="65"/>
                  </a:cubicBezTo>
                  <a:cubicBezTo>
                    <a:pt x="2295" y="44"/>
                    <a:pt x="2268" y="1"/>
                    <a:pt x="2225" y="1"/>
                  </a:cubicBezTo>
                  <a:close/>
                  <a:moveTo>
                    <a:pt x="2495" y="1"/>
                  </a:moveTo>
                  <a:cubicBezTo>
                    <a:pt x="2474" y="1"/>
                    <a:pt x="2430" y="44"/>
                    <a:pt x="2430" y="65"/>
                  </a:cubicBezTo>
                  <a:cubicBezTo>
                    <a:pt x="2430" y="109"/>
                    <a:pt x="2474" y="136"/>
                    <a:pt x="2495" y="136"/>
                  </a:cubicBezTo>
                  <a:cubicBezTo>
                    <a:pt x="2538" y="136"/>
                    <a:pt x="2565" y="109"/>
                    <a:pt x="2565" y="65"/>
                  </a:cubicBezTo>
                  <a:cubicBezTo>
                    <a:pt x="2565" y="44"/>
                    <a:pt x="2538" y="1"/>
                    <a:pt x="2495" y="1"/>
                  </a:cubicBezTo>
                  <a:close/>
                  <a:moveTo>
                    <a:pt x="2765" y="1"/>
                  </a:moveTo>
                  <a:cubicBezTo>
                    <a:pt x="2744" y="1"/>
                    <a:pt x="2700" y="44"/>
                    <a:pt x="2700" y="65"/>
                  </a:cubicBezTo>
                  <a:cubicBezTo>
                    <a:pt x="2700" y="109"/>
                    <a:pt x="2744" y="136"/>
                    <a:pt x="2765" y="136"/>
                  </a:cubicBezTo>
                  <a:cubicBezTo>
                    <a:pt x="2808" y="136"/>
                    <a:pt x="2835" y="109"/>
                    <a:pt x="2835" y="65"/>
                  </a:cubicBezTo>
                  <a:cubicBezTo>
                    <a:pt x="2835" y="44"/>
                    <a:pt x="2808" y="1"/>
                    <a:pt x="2765" y="1"/>
                  </a:cubicBezTo>
                  <a:close/>
                  <a:moveTo>
                    <a:pt x="3035" y="1"/>
                  </a:moveTo>
                  <a:cubicBezTo>
                    <a:pt x="3014" y="1"/>
                    <a:pt x="2970" y="44"/>
                    <a:pt x="2970" y="65"/>
                  </a:cubicBezTo>
                  <a:cubicBezTo>
                    <a:pt x="2970" y="109"/>
                    <a:pt x="3014" y="136"/>
                    <a:pt x="3035" y="136"/>
                  </a:cubicBezTo>
                  <a:cubicBezTo>
                    <a:pt x="3078" y="136"/>
                    <a:pt x="3105" y="109"/>
                    <a:pt x="3105" y="65"/>
                  </a:cubicBezTo>
                  <a:cubicBezTo>
                    <a:pt x="3105" y="44"/>
                    <a:pt x="3078" y="1"/>
                    <a:pt x="3035" y="1"/>
                  </a:cubicBezTo>
                  <a:close/>
                  <a:moveTo>
                    <a:pt x="3305" y="1"/>
                  </a:moveTo>
                  <a:cubicBezTo>
                    <a:pt x="3284" y="1"/>
                    <a:pt x="3240" y="44"/>
                    <a:pt x="3240" y="65"/>
                  </a:cubicBezTo>
                  <a:cubicBezTo>
                    <a:pt x="3240" y="109"/>
                    <a:pt x="3284" y="136"/>
                    <a:pt x="3305" y="136"/>
                  </a:cubicBezTo>
                  <a:cubicBezTo>
                    <a:pt x="3348" y="136"/>
                    <a:pt x="3375" y="109"/>
                    <a:pt x="3375" y="65"/>
                  </a:cubicBezTo>
                  <a:cubicBezTo>
                    <a:pt x="3375" y="44"/>
                    <a:pt x="3348" y="1"/>
                    <a:pt x="3305" y="1"/>
                  </a:cubicBezTo>
                  <a:close/>
                  <a:moveTo>
                    <a:pt x="3575" y="1"/>
                  </a:moveTo>
                  <a:cubicBezTo>
                    <a:pt x="3554" y="1"/>
                    <a:pt x="3510" y="44"/>
                    <a:pt x="3510" y="65"/>
                  </a:cubicBezTo>
                  <a:cubicBezTo>
                    <a:pt x="3510" y="109"/>
                    <a:pt x="3554" y="136"/>
                    <a:pt x="3575" y="136"/>
                  </a:cubicBezTo>
                  <a:cubicBezTo>
                    <a:pt x="3618" y="136"/>
                    <a:pt x="3645" y="109"/>
                    <a:pt x="3645" y="65"/>
                  </a:cubicBezTo>
                  <a:cubicBezTo>
                    <a:pt x="3645" y="44"/>
                    <a:pt x="3618" y="1"/>
                    <a:pt x="3575" y="1"/>
                  </a:cubicBezTo>
                  <a:close/>
                  <a:moveTo>
                    <a:pt x="3845" y="1"/>
                  </a:moveTo>
                  <a:cubicBezTo>
                    <a:pt x="3824" y="1"/>
                    <a:pt x="3780" y="44"/>
                    <a:pt x="3780" y="65"/>
                  </a:cubicBezTo>
                  <a:cubicBezTo>
                    <a:pt x="3780" y="109"/>
                    <a:pt x="3824" y="136"/>
                    <a:pt x="3845" y="136"/>
                  </a:cubicBezTo>
                  <a:cubicBezTo>
                    <a:pt x="3888" y="136"/>
                    <a:pt x="3915" y="109"/>
                    <a:pt x="3915" y="65"/>
                  </a:cubicBezTo>
                  <a:cubicBezTo>
                    <a:pt x="3915" y="44"/>
                    <a:pt x="3888" y="1"/>
                    <a:pt x="3845" y="1"/>
                  </a:cubicBezTo>
                  <a:close/>
                  <a:moveTo>
                    <a:pt x="4115" y="1"/>
                  </a:moveTo>
                  <a:cubicBezTo>
                    <a:pt x="4094" y="1"/>
                    <a:pt x="4050" y="44"/>
                    <a:pt x="4050" y="65"/>
                  </a:cubicBezTo>
                  <a:cubicBezTo>
                    <a:pt x="4050" y="109"/>
                    <a:pt x="4094" y="136"/>
                    <a:pt x="4115" y="136"/>
                  </a:cubicBezTo>
                  <a:cubicBezTo>
                    <a:pt x="4158" y="136"/>
                    <a:pt x="4185" y="109"/>
                    <a:pt x="4185" y="65"/>
                  </a:cubicBezTo>
                  <a:cubicBezTo>
                    <a:pt x="4185" y="44"/>
                    <a:pt x="4158" y="1"/>
                    <a:pt x="4115" y="1"/>
                  </a:cubicBezTo>
                  <a:close/>
                  <a:moveTo>
                    <a:pt x="4385" y="1"/>
                  </a:moveTo>
                  <a:cubicBezTo>
                    <a:pt x="4364" y="1"/>
                    <a:pt x="4320" y="44"/>
                    <a:pt x="4320" y="65"/>
                  </a:cubicBezTo>
                  <a:cubicBezTo>
                    <a:pt x="4320" y="109"/>
                    <a:pt x="4364" y="136"/>
                    <a:pt x="4385" y="136"/>
                  </a:cubicBezTo>
                  <a:cubicBezTo>
                    <a:pt x="4428" y="136"/>
                    <a:pt x="4455" y="109"/>
                    <a:pt x="4455" y="65"/>
                  </a:cubicBezTo>
                  <a:cubicBezTo>
                    <a:pt x="4455" y="44"/>
                    <a:pt x="4428" y="1"/>
                    <a:pt x="4385" y="1"/>
                  </a:cubicBezTo>
                  <a:close/>
                  <a:moveTo>
                    <a:pt x="4655" y="1"/>
                  </a:moveTo>
                  <a:cubicBezTo>
                    <a:pt x="4634" y="1"/>
                    <a:pt x="4590" y="44"/>
                    <a:pt x="4590" y="65"/>
                  </a:cubicBezTo>
                  <a:cubicBezTo>
                    <a:pt x="4590" y="109"/>
                    <a:pt x="4634" y="136"/>
                    <a:pt x="4655" y="136"/>
                  </a:cubicBezTo>
                  <a:cubicBezTo>
                    <a:pt x="4698" y="136"/>
                    <a:pt x="4725" y="109"/>
                    <a:pt x="4725" y="65"/>
                  </a:cubicBezTo>
                  <a:cubicBezTo>
                    <a:pt x="4725" y="44"/>
                    <a:pt x="4698" y="1"/>
                    <a:pt x="4655" y="1"/>
                  </a:cubicBezTo>
                  <a:close/>
                  <a:moveTo>
                    <a:pt x="4925" y="1"/>
                  </a:moveTo>
                  <a:cubicBezTo>
                    <a:pt x="4904" y="1"/>
                    <a:pt x="4860" y="44"/>
                    <a:pt x="4860" y="65"/>
                  </a:cubicBezTo>
                  <a:cubicBezTo>
                    <a:pt x="4860" y="109"/>
                    <a:pt x="4904" y="136"/>
                    <a:pt x="4925" y="136"/>
                  </a:cubicBezTo>
                  <a:cubicBezTo>
                    <a:pt x="4968" y="136"/>
                    <a:pt x="4995" y="109"/>
                    <a:pt x="4995" y="65"/>
                  </a:cubicBezTo>
                  <a:cubicBezTo>
                    <a:pt x="4995" y="44"/>
                    <a:pt x="4968" y="1"/>
                    <a:pt x="4925" y="1"/>
                  </a:cubicBezTo>
                  <a:close/>
                  <a:moveTo>
                    <a:pt x="5195" y="1"/>
                  </a:moveTo>
                  <a:cubicBezTo>
                    <a:pt x="5174" y="1"/>
                    <a:pt x="5130" y="44"/>
                    <a:pt x="5130" y="65"/>
                  </a:cubicBezTo>
                  <a:cubicBezTo>
                    <a:pt x="5130" y="109"/>
                    <a:pt x="5174" y="136"/>
                    <a:pt x="5195" y="136"/>
                  </a:cubicBezTo>
                  <a:cubicBezTo>
                    <a:pt x="5238" y="136"/>
                    <a:pt x="5265" y="109"/>
                    <a:pt x="5265" y="65"/>
                  </a:cubicBezTo>
                  <a:cubicBezTo>
                    <a:pt x="5265" y="44"/>
                    <a:pt x="5238" y="1"/>
                    <a:pt x="5195" y="1"/>
                  </a:cubicBezTo>
                  <a:close/>
                  <a:moveTo>
                    <a:pt x="5465" y="1"/>
                  </a:moveTo>
                  <a:cubicBezTo>
                    <a:pt x="5444" y="1"/>
                    <a:pt x="5400" y="44"/>
                    <a:pt x="5400" y="65"/>
                  </a:cubicBezTo>
                  <a:cubicBezTo>
                    <a:pt x="5400" y="109"/>
                    <a:pt x="5444" y="136"/>
                    <a:pt x="5465" y="136"/>
                  </a:cubicBezTo>
                  <a:cubicBezTo>
                    <a:pt x="5508" y="136"/>
                    <a:pt x="5535" y="109"/>
                    <a:pt x="5535" y="65"/>
                  </a:cubicBezTo>
                  <a:cubicBezTo>
                    <a:pt x="5535" y="44"/>
                    <a:pt x="5508" y="1"/>
                    <a:pt x="5465" y="1"/>
                  </a:cubicBezTo>
                  <a:close/>
                  <a:moveTo>
                    <a:pt x="5735" y="1"/>
                  </a:moveTo>
                  <a:cubicBezTo>
                    <a:pt x="5714" y="1"/>
                    <a:pt x="5670" y="44"/>
                    <a:pt x="5670" y="65"/>
                  </a:cubicBezTo>
                  <a:cubicBezTo>
                    <a:pt x="5670" y="109"/>
                    <a:pt x="5714" y="136"/>
                    <a:pt x="5735" y="136"/>
                  </a:cubicBezTo>
                  <a:cubicBezTo>
                    <a:pt x="5779" y="136"/>
                    <a:pt x="5806" y="109"/>
                    <a:pt x="5806" y="65"/>
                  </a:cubicBezTo>
                  <a:cubicBezTo>
                    <a:pt x="5806" y="44"/>
                    <a:pt x="5779" y="1"/>
                    <a:pt x="5735" y="1"/>
                  </a:cubicBezTo>
                  <a:close/>
                  <a:moveTo>
                    <a:pt x="6005" y="1"/>
                  </a:moveTo>
                  <a:cubicBezTo>
                    <a:pt x="5984" y="1"/>
                    <a:pt x="5941" y="44"/>
                    <a:pt x="5941" y="65"/>
                  </a:cubicBezTo>
                  <a:cubicBezTo>
                    <a:pt x="5941" y="109"/>
                    <a:pt x="5984" y="136"/>
                    <a:pt x="6005" y="136"/>
                  </a:cubicBezTo>
                  <a:cubicBezTo>
                    <a:pt x="6049" y="136"/>
                    <a:pt x="6076" y="109"/>
                    <a:pt x="6076" y="65"/>
                  </a:cubicBezTo>
                  <a:cubicBezTo>
                    <a:pt x="6076" y="44"/>
                    <a:pt x="6049" y="1"/>
                    <a:pt x="6005" y="1"/>
                  </a:cubicBezTo>
                  <a:close/>
                  <a:moveTo>
                    <a:pt x="6275" y="1"/>
                  </a:moveTo>
                  <a:cubicBezTo>
                    <a:pt x="6254" y="1"/>
                    <a:pt x="6211" y="44"/>
                    <a:pt x="6211" y="65"/>
                  </a:cubicBezTo>
                  <a:cubicBezTo>
                    <a:pt x="6211" y="109"/>
                    <a:pt x="6254" y="136"/>
                    <a:pt x="6275" y="136"/>
                  </a:cubicBezTo>
                  <a:cubicBezTo>
                    <a:pt x="6319" y="136"/>
                    <a:pt x="6346" y="109"/>
                    <a:pt x="6346" y="65"/>
                  </a:cubicBezTo>
                  <a:cubicBezTo>
                    <a:pt x="6346" y="44"/>
                    <a:pt x="6319" y="1"/>
                    <a:pt x="6275" y="1"/>
                  </a:cubicBezTo>
                  <a:close/>
                  <a:moveTo>
                    <a:pt x="6545" y="1"/>
                  </a:moveTo>
                  <a:cubicBezTo>
                    <a:pt x="6524" y="1"/>
                    <a:pt x="6481" y="44"/>
                    <a:pt x="6481" y="65"/>
                  </a:cubicBezTo>
                  <a:cubicBezTo>
                    <a:pt x="6481" y="109"/>
                    <a:pt x="6524" y="136"/>
                    <a:pt x="6545" y="136"/>
                  </a:cubicBezTo>
                  <a:cubicBezTo>
                    <a:pt x="6589" y="136"/>
                    <a:pt x="6616" y="109"/>
                    <a:pt x="6616" y="65"/>
                  </a:cubicBezTo>
                  <a:cubicBezTo>
                    <a:pt x="6616" y="44"/>
                    <a:pt x="6589" y="1"/>
                    <a:pt x="6545" y="1"/>
                  </a:cubicBezTo>
                  <a:close/>
                  <a:moveTo>
                    <a:pt x="6815" y="1"/>
                  </a:moveTo>
                  <a:cubicBezTo>
                    <a:pt x="6794" y="1"/>
                    <a:pt x="6751" y="44"/>
                    <a:pt x="6751" y="65"/>
                  </a:cubicBezTo>
                  <a:cubicBezTo>
                    <a:pt x="6751" y="109"/>
                    <a:pt x="6794" y="136"/>
                    <a:pt x="6815" y="136"/>
                  </a:cubicBezTo>
                  <a:cubicBezTo>
                    <a:pt x="6859" y="136"/>
                    <a:pt x="6886" y="109"/>
                    <a:pt x="6886" y="65"/>
                  </a:cubicBezTo>
                  <a:cubicBezTo>
                    <a:pt x="6886" y="44"/>
                    <a:pt x="6859" y="1"/>
                    <a:pt x="6815" y="1"/>
                  </a:cubicBezTo>
                  <a:close/>
                  <a:moveTo>
                    <a:pt x="7085" y="1"/>
                  </a:moveTo>
                  <a:cubicBezTo>
                    <a:pt x="7064" y="1"/>
                    <a:pt x="7021" y="44"/>
                    <a:pt x="7021" y="65"/>
                  </a:cubicBezTo>
                  <a:cubicBezTo>
                    <a:pt x="7021" y="109"/>
                    <a:pt x="7064" y="136"/>
                    <a:pt x="7085" y="136"/>
                  </a:cubicBezTo>
                  <a:cubicBezTo>
                    <a:pt x="7129" y="136"/>
                    <a:pt x="7156" y="109"/>
                    <a:pt x="7156" y="65"/>
                  </a:cubicBezTo>
                  <a:cubicBezTo>
                    <a:pt x="7156" y="44"/>
                    <a:pt x="7129" y="1"/>
                    <a:pt x="7085" y="1"/>
                  </a:cubicBezTo>
                  <a:close/>
                  <a:moveTo>
                    <a:pt x="7355" y="1"/>
                  </a:moveTo>
                  <a:cubicBezTo>
                    <a:pt x="7334" y="1"/>
                    <a:pt x="7291" y="44"/>
                    <a:pt x="7291" y="65"/>
                  </a:cubicBezTo>
                  <a:cubicBezTo>
                    <a:pt x="7291" y="109"/>
                    <a:pt x="7334" y="136"/>
                    <a:pt x="7355" y="136"/>
                  </a:cubicBezTo>
                  <a:cubicBezTo>
                    <a:pt x="7399" y="136"/>
                    <a:pt x="7426" y="109"/>
                    <a:pt x="7426" y="65"/>
                  </a:cubicBezTo>
                  <a:cubicBezTo>
                    <a:pt x="7426" y="44"/>
                    <a:pt x="7399" y="1"/>
                    <a:pt x="7355" y="1"/>
                  </a:cubicBezTo>
                  <a:close/>
                  <a:moveTo>
                    <a:pt x="7625" y="1"/>
                  </a:moveTo>
                  <a:cubicBezTo>
                    <a:pt x="7604" y="1"/>
                    <a:pt x="7561" y="44"/>
                    <a:pt x="7561" y="65"/>
                  </a:cubicBezTo>
                  <a:cubicBezTo>
                    <a:pt x="7561" y="109"/>
                    <a:pt x="7604" y="136"/>
                    <a:pt x="7625" y="136"/>
                  </a:cubicBezTo>
                  <a:cubicBezTo>
                    <a:pt x="7669" y="136"/>
                    <a:pt x="7696" y="109"/>
                    <a:pt x="7696" y="65"/>
                  </a:cubicBezTo>
                  <a:cubicBezTo>
                    <a:pt x="7696" y="44"/>
                    <a:pt x="7669" y="1"/>
                    <a:pt x="7625" y="1"/>
                  </a:cubicBezTo>
                  <a:close/>
                  <a:moveTo>
                    <a:pt x="7895" y="1"/>
                  </a:moveTo>
                  <a:cubicBezTo>
                    <a:pt x="7874" y="1"/>
                    <a:pt x="7831" y="44"/>
                    <a:pt x="7831" y="65"/>
                  </a:cubicBezTo>
                  <a:cubicBezTo>
                    <a:pt x="7831" y="109"/>
                    <a:pt x="7874" y="136"/>
                    <a:pt x="7895" y="136"/>
                  </a:cubicBezTo>
                  <a:cubicBezTo>
                    <a:pt x="7939" y="136"/>
                    <a:pt x="7966" y="109"/>
                    <a:pt x="7966" y="65"/>
                  </a:cubicBezTo>
                  <a:cubicBezTo>
                    <a:pt x="7966" y="44"/>
                    <a:pt x="7939" y="1"/>
                    <a:pt x="7895" y="1"/>
                  </a:cubicBezTo>
                  <a:close/>
                  <a:moveTo>
                    <a:pt x="8165" y="1"/>
                  </a:moveTo>
                  <a:cubicBezTo>
                    <a:pt x="8144" y="1"/>
                    <a:pt x="8101" y="44"/>
                    <a:pt x="8101" y="65"/>
                  </a:cubicBezTo>
                  <a:cubicBezTo>
                    <a:pt x="8101" y="109"/>
                    <a:pt x="8144" y="136"/>
                    <a:pt x="8165" y="136"/>
                  </a:cubicBezTo>
                  <a:cubicBezTo>
                    <a:pt x="8209" y="136"/>
                    <a:pt x="8236" y="109"/>
                    <a:pt x="8236" y="65"/>
                  </a:cubicBezTo>
                  <a:cubicBezTo>
                    <a:pt x="8236" y="44"/>
                    <a:pt x="8209" y="1"/>
                    <a:pt x="8165" y="1"/>
                  </a:cubicBezTo>
                  <a:close/>
                  <a:moveTo>
                    <a:pt x="8435" y="1"/>
                  </a:moveTo>
                  <a:cubicBezTo>
                    <a:pt x="8414" y="1"/>
                    <a:pt x="8371" y="44"/>
                    <a:pt x="8371" y="65"/>
                  </a:cubicBezTo>
                  <a:cubicBezTo>
                    <a:pt x="8371" y="109"/>
                    <a:pt x="8414" y="136"/>
                    <a:pt x="8435" y="136"/>
                  </a:cubicBezTo>
                  <a:cubicBezTo>
                    <a:pt x="8479" y="136"/>
                    <a:pt x="8506" y="109"/>
                    <a:pt x="8506" y="65"/>
                  </a:cubicBezTo>
                  <a:cubicBezTo>
                    <a:pt x="8506" y="44"/>
                    <a:pt x="8479" y="1"/>
                    <a:pt x="8435" y="1"/>
                  </a:cubicBezTo>
                  <a:close/>
                  <a:moveTo>
                    <a:pt x="8705" y="1"/>
                  </a:moveTo>
                  <a:cubicBezTo>
                    <a:pt x="8684" y="1"/>
                    <a:pt x="8641" y="44"/>
                    <a:pt x="8641" y="65"/>
                  </a:cubicBezTo>
                  <a:cubicBezTo>
                    <a:pt x="8641" y="109"/>
                    <a:pt x="8684" y="136"/>
                    <a:pt x="8705" y="136"/>
                  </a:cubicBezTo>
                  <a:cubicBezTo>
                    <a:pt x="8749" y="136"/>
                    <a:pt x="8776" y="109"/>
                    <a:pt x="8776" y="65"/>
                  </a:cubicBezTo>
                  <a:cubicBezTo>
                    <a:pt x="8776" y="44"/>
                    <a:pt x="8749" y="1"/>
                    <a:pt x="8705" y="1"/>
                  </a:cubicBezTo>
                  <a:close/>
                  <a:moveTo>
                    <a:pt x="8975" y="1"/>
                  </a:moveTo>
                  <a:cubicBezTo>
                    <a:pt x="8954" y="1"/>
                    <a:pt x="8911" y="44"/>
                    <a:pt x="8911" y="65"/>
                  </a:cubicBezTo>
                  <a:cubicBezTo>
                    <a:pt x="8911" y="109"/>
                    <a:pt x="8954" y="136"/>
                    <a:pt x="8975" y="136"/>
                  </a:cubicBezTo>
                  <a:cubicBezTo>
                    <a:pt x="9019" y="136"/>
                    <a:pt x="9046" y="109"/>
                    <a:pt x="9046" y="65"/>
                  </a:cubicBezTo>
                  <a:cubicBezTo>
                    <a:pt x="9046" y="44"/>
                    <a:pt x="9019" y="1"/>
                    <a:pt x="8975" y="1"/>
                  </a:cubicBezTo>
                  <a:close/>
                  <a:moveTo>
                    <a:pt x="9245" y="1"/>
                  </a:moveTo>
                  <a:cubicBezTo>
                    <a:pt x="9224" y="1"/>
                    <a:pt x="9181" y="44"/>
                    <a:pt x="9181" y="65"/>
                  </a:cubicBezTo>
                  <a:cubicBezTo>
                    <a:pt x="9181" y="109"/>
                    <a:pt x="9224" y="136"/>
                    <a:pt x="9245" y="136"/>
                  </a:cubicBezTo>
                  <a:cubicBezTo>
                    <a:pt x="9289" y="136"/>
                    <a:pt x="9316" y="109"/>
                    <a:pt x="9316" y="65"/>
                  </a:cubicBezTo>
                  <a:cubicBezTo>
                    <a:pt x="9316" y="44"/>
                    <a:pt x="9289" y="1"/>
                    <a:pt x="9245" y="1"/>
                  </a:cubicBezTo>
                  <a:close/>
                  <a:moveTo>
                    <a:pt x="9515" y="1"/>
                  </a:moveTo>
                  <a:cubicBezTo>
                    <a:pt x="9494" y="1"/>
                    <a:pt x="9451" y="44"/>
                    <a:pt x="9451" y="65"/>
                  </a:cubicBezTo>
                  <a:cubicBezTo>
                    <a:pt x="9451" y="109"/>
                    <a:pt x="9494" y="136"/>
                    <a:pt x="9515" y="136"/>
                  </a:cubicBezTo>
                  <a:cubicBezTo>
                    <a:pt x="9559" y="136"/>
                    <a:pt x="9586" y="109"/>
                    <a:pt x="9586" y="65"/>
                  </a:cubicBezTo>
                  <a:cubicBezTo>
                    <a:pt x="9586" y="44"/>
                    <a:pt x="9559" y="1"/>
                    <a:pt x="9515" y="1"/>
                  </a:cubicBezTo>
                  <a:close/>
                  <a:moveTo>
                    <a:pt x="9786" y="1"/>
                  </a:moveTo>
                  <a:cubicBezTo>
                    <a:pt x="9764" y="1"/>
                    <a:pt x="9721" y="44"/>
                    <a:pt x="9721" y="65"/>
                  </a:cubicBezTo>
                  <a:cubicBezTo>
                    <a:pt x="9721" y="109"/>
                    <a:pt x="9764" y="136"/>
                    <a:pt x="9786" y="136"/>
                  </a:cubicBezTo>
                  <a:cubicBezTo>
                    <a:pt x="9829" y="136"/>
                    <a:pt x="9856" y="109"/>
                    <a:pt x="9856" y="65"/>
                  </a:cubicBezTo>
                  <a:cubicBezTo>
                    <a:pt x="9856" y="44"/>
                    <a:pt x="9829" y="1"/>
                    <a:pt x="9786" y="1"/>
                  </a:cubicBezTo>
                  <a:close/>
                  <a:moveTo>
                    <a:pt x="10056" y="1"/>
                  </a:moveTo>
                  <a:cubicBezTo>
                    <a:pt x="10034" y="1"/>
                    <a:pt x="9991" y="44"/>
                    <a:pt x="9991" y="65"/>
                  </a:cubicBezTo>
                  <a:cubicBezTo>
                    <a:pt x="9991" y="109"/>
                    <a:pt x="10034" y="136"/>
                    <a:pt x="10056" y="136"/>
                  </a:cubicBezTo>
                  <a:cubicBezTo>
                    <a:pt x="10099" y="136"/>
                    <a:pt x="10126" y="109"/>
                    <a:pt x="10126" y="65"/>
                  </a:cubicBezTo>
                  <a:cubicBezTo>
                    <a:pt x="10126" y="44"/>
                    <a:pt x="10099" y="1"/>
                    <a:pt x="10056" y="1"/>
                  </a:cubicBezTo>
                  <a:close/>
                  <a:moveTo>
                    <a:pt x="10326" y="1"/>
                  </a:moveTo>
                  <a:cubicBezTo>
                    <a:pt x="10304" y="1"/>
                    <a:pt x="10261" y="44"/>
                    <a:pt x="10261" y="65"/>
                  </a:cubicBezTo>
                  <a:cubicBezTo>
                    <a:pt x="10261" y="109"/>
                    <a:pt x="10304" y="136"/>
                    <a:pt x="10326" y="136"/>
                  </a:cubicBezTo>
                  <a:cubicBezTo>
                    <a:pt x="10369" y="136"/>
                    <a:pt x="10396" y="109"/>
                    <a:pt x="10396" y="65"/>
                  </a:cubicBezTo>
                  <a:cubicBezTo>
                    <a:pt x="10396" y="44"/>
                    <a:pt x="10369" y="1"/>
                    <a:pt x="10326" y="1"/>
                  </a:cubicBezTo>
                  <a:close/>
                  <a:moveTo>
                    <a:pt x="10596" y="1"/>
                  </a:moveTo>
                  <a:cubicBezTo>
                    <a:pt x="10574" y="1"/>
                    <a:pt x="10531" y="44"/>
                    <a:pt x="10531" y="65"/>
                  </a:cubicBezTo>
                  <a:cubicBezTo>
                    <a:pt x="10531" y="109"/>
                    <a:pt x="10574" y="136"/>
                    <a:pt x="10596" y="136"/>
                  </a:cubicBezTo>
                  <a:cubicBezTo>
                    <a:pt x="10639" y="136"/>
                    <a:pt x="10666" y="109"/>
                    <a:pt x="10666" y="65"/>
                  </a:cubicBezTo>
                  <a:cubicBezTo>
                    <a:pt x="10666" y="44"/>
                    <a:pt x="10639" y="1"/>
                    <a:pt x="10596" y="1"/>
                  </a:cubicBezTo>
                  <a:close/>
                  <a:moveTo>
                    <a:pt x="10866" y="1"/>
                  </a:moveTo>
                  <a:cubicBezTo>
                    <a:pt x="10844" y="1"/>
                    <a:pt x="10801" y="44"/>
                    <a:pt x="10801" y="65"/>
                  </a:cubicBezTo>
                  <a:cubicBezTo>
                    <a:pt x="10801" y="109"/>
                    <a:pt x="10844" y="136"/>
                    <a:pt x="10866" y="136"/>
                  </a:cubicBezTo>
                  <a:cubicBezTo>
                    <a:pt x="10909" y="136"/>
                    <a:pt x="10936" y="109"/>
                    <a:pt x="10936" y="65"/>
                  </a:cubicBezTo>
                  <a:cubicBezTo>
                    <a:pt x="10936" y="44"/>
                    <a:pt x="10909" y="1"/>
                    <a:pt x="10866" y="1"/>
                  </a:cubicBezTo>
                  <a:close/>
                  <a:moveTo>
                    <a:pt x="11136" y="1"/>
                  </a:moveTo>
                  <a:cubicBezTo>
                    <a:pt x="11114" y="1"/>
                    <a:pt x="11071" y="44"/>
                    <a:pt x="11071" y="65"/>
                  </a:cubicBezTo>
                  <a:cubicBezTo>
                    <a:pt x="11071" y="109"/>
                    <a:pt x="11114" y="136"/>
                    <a:pt x="11136" y="136"/>
                  </a:cubicBezTo>
                  <a:cubicBezTo>
                    <a:pt x="11179" y="136"/>
                    <a:pt x="11206" y="109"/>
                    <a:pt x="11206" y="65"/>
                  </a:cubicBezTo>
                  <a:cubicBezTo>
                    <a:pt x="11206" y="44"/>
                    <a:pt x="11179" y="1"/>
                    <a:pt x="11136" y="1"/>
                  </a:cubicBezTo>
                  <a:close/>
                  <a:moveTo>
                    <a:pt x="11406" y="1"/>
                  </a:moveTo>
                  <a:cubicBezTo>
                    <a:pt x="11384" y="1"/>
                    <a:pt x="11341" y="44"/>
                    <a:pt x="11341" y="65"/>
                  </a:cubicBezTo>
                  <a:cubicBezTo>
                    <a:pt x="11341" y="109"/>
                    <a:pt x="11384" y="136"/>
                    <a:pt x="11406" y="136"/>
                  </a:cubicBezTo>
                  <a:cubicBezTo>
                    <a:pt x="11449" y="136"/>
                    <a:pt x="11476" y="109"/>
                    <a:pt x="11476" y="65"/>
                  </a:cubicBezTo>
                  <a:cubicBezTo>
                    <a:pt x="11476" y="44"/>
                    <a:pt x="11449" y="1"/>
                    <a:pt x="11406" y="1"/>
                  </a:cubicBezTo>
                  <a:close/>
                  <a:moveTo>
                    <a:pt x="11676" y="1"/>
                  </a:moveTo>
                  <a:cubicBezTo>
                    <a:pt x="11654" y="1"/>
                    <a:pt x="11611" y="44"/>
                    <a:pt x="11611" y="65"/>
                  </a:cubicBezTo>
                  <a:cubicBezTo>
                    <a:pt x="11611" y="109"/>
                    <a:pt x="11654" y="136"/>
                    <a:pt x="11676" y="136"/>
                  </a:cubicBezTo>
                  <a:cubicBezTo>
                    <a:pt x="11719" y="136"/>
                    <a:pt x="11746" y="109"/>
                    <a:pt x="11746" y="65"/>
                  </a:cubicBezTo>
                  <a:cubicBezTo>
                    <a:pt x="11746" y="44"/>
                    <a:pt x="11719" y="1"/>
                    <a:pt x="11676" y="1"/>
                  </a:cubicBezTo>
                  <a:close/>
                  <a:moveTo>
                    <a:pt x="11946" y="1"/>
                  </a:moveTo>
                  <a:cubicBezTo>
                    <a:pt x="11924" y="1"/>
                    <a:pt x="11881" y="44"/>
                    <a:pt x="11881" y="65"/>
                  </a:cubicBezTo>
                  <a:cubicBezTo>
                    <a:pt x="11881" y="109"/>
                    <a:pt x="11924" y="136"/>
                    <a:pt x="11946" y="136"/>
                  </a:cubicBezTo>
                  <a:cubicBezTo>
                    <a:pt x="11989" y="136"/>
                    <a:pt x="12016" y="109"/>
                    <a:pt x="12016" y="65"/>
                  </a:cubicBezTo>
                  <a:cubicBezTo>
                    <a:pt x="12016" y="44"/>
                    <a:pt x="11989" y="1"/>
                    <a:pt x="11946" y="1"/>
                  </a:cubicBezTo>
                  <a:close/>
                  <a:moveTo>
                    <a:pt x="12216" y="1"/>
                  </a:moveTo>
                  <a:cubicBezTo>
                    <a:pt x="12194" y="1"/>
                    <a:pt x="12151" y="44"/>
                    <a:pt x="12151" y="65"/>
                  </a:cubicBezTo>
                  <a:cubicBezTo>
                    <a:pt x="12151" y="109"/>
                    <a:pt x="12194" y="136"/>
                    <a:pt x="12216" y="136"/>
                  </a:cubicBezTo>
                  <a:cubicBezTo>
                    <a:pt x="12259" y="136"/>
                    <a:pt x="12286" y="109"/>
                    <a:pt x="12286" y="65"/>
                  </a:cubicBezTo>
                  <a:cubicBezTo>
                    <a:pt x="12286" y="44"/>
                    <a:pt x="12259" y="1"/>
                    <a:pt x="12216" y="1"/>
                  </a:cubicBezTo>
                  <a:close/>
                  <a:moveTo>
                    <a:pt x="12486" y="1"/>
                  </a:moveTo>
                  <a:cubicBezTo>
                    <a:pt x="12464" y="1"/>
                    <a:pt x="12421" y="44"/>
                    <a:pt x="12421" y="65"/>
                  </a:cubicBezTo>
                  <a:cubicBezTo>
                    <a:pt x="12421" y="109"/>
                    <a:pt x="12464" y="136"/>
                    <a:pt x="12486" y="136"/>
                  </a:cubicBezTo>
                  <a:cubicBezTo>
                    <a:pt x="12529" y="136"/>
                    <a:pt x="12556" y="109"/>
                    <a:pt x="12556" y="65"/>
                  </a:cubicBezTo>
                  <a:cubicBezTo>
                    <a:pt x="12556" y="44"/>
                    <a:pt x="12529" y="1"/>
                    <a:pt x="12486" y="1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3f131e4dc8c_0_507"/>
            <p:cNvSpPr/>
            <p:nvPr/>
          </p:nvSpPr>
          <p:spPr>
            <a:xfrm>
              <a:off x="2491785" y="2631803"/>
              <a:ext cx="971899" cy="698736"/>
            </a:xfrm>
            <a:custGeom>
              <a:rect b="b" l="l" r="r" t="t"/>
              <a:pathLst>
                <a:path extrusionOk="0" h="15143" w="21063">
                  <a:moveTo>
                    <a:pt x="66" y="0"/>
                  </a:moveTo>
                  <a:cubicBezTo>
                    <a:pt x="44" y="0"/>
                    <a:pt x="1" y="44"/>
                    <a:pt x="1" y="65"/>
                  </a:cubicBezTo>
                  <a:cubicBezTo>
                    <a:pt x="1" y="114"/>
                    <a:pt x="44" y="135"/>
                    <a:pt x="66" y="135"/>
                  </a:cubicBezTo>
                  <a:cubicBezTo>
                    <a:pt x="114" y="135"/>
                    <a:pt x="136" y="114"/>
                    <a:pt x="136" y="65"/>
                  </a:cubicBezTo>
                  <a:cubicBezTo>
                    <a:pt x="136" y="44"/>
                    <a:pt x="114" y="0"/>
                    <a:pt x="66" y="0"/>
                  </a:cubicBezTo>
                  <a:close/>
                  <a:moveTo>
                    <a:pt x="66" y="270"/>
                  </a:moveTo>
                  <a:cubicBezTo>
                    <a:pt x="44" y="270"/>
                    <a:pt x="1" y="314"/>
                    <a:pt x="1" y="335"/>
                  </a:cubicBezTo>
                  <a:cubicBezTo>
                    <a:pt x="1" y="384"/>
                    <a:pt x="44" y="405"/>
                    <a:pt x="66" y="405"/>
                  </a:cubicBezTo>
                  <a:cubicBezTo>
                    <a:pt x="114" y="405"/>
                    <a:pt x="136" y="384"/>
                    <a:pt x="136" y="335"/>
                  </a:cubicBezTo>
                  <a:cubicBezTo>
                    <a:pt x="136" y="314"/>
                    <a:pt x="114" y="270"/>
                    <a:pt x="66" y="270"/>
                  </a:cubicBezTo>
                  <a:close/>
                  <a:moveTo>
                    <a:pt x="66" y="540"/>
                  </a:moveTo>
                  <a:cubicBezTo>
                    <a:pt x="44" y="540"/>
                    <a:pt x="1" y="584"/>
                    <a:pt x="1" y="605"/>
                  </a:cubicBezTo>
                  <a:cubicBezTo>
                    <a:pt x="1" y="654"/>
                    <a:pt x="44" y="675"/>
                    <a:pt x="66" y="675"/>
                  </a:cubicBezTo>
                  <a:cubicBezTo>
                    <a:pt x="114" y="675"/>
                    <a:pt x="136" y="654"/>
                    <a:pt x="136" y="605"/>
                  </a:cubicBezTo>
                  <a:cubicBezTo>
                    <a:pt x="136" y="584"/>
                    <a:pt x="114" y="540"/>
                    <a:pt x="66" y="540"/>
                  </a:cubicBezTo>
                  <a:close/>
                  <a:moveTo>
                    <a:pt x="66" y="810"/>
                  </a:moveTo>
                  <a:cubicBezTo>
                    <a:pt x="44" y="810"/>
                    <a:pt x="1" y="854"/>
                    <a:pt x="1" y="875"/>
                  </a:cubicBezTo>
                  <a:cubicBezTo>
                    <a:pt x="1" y="924"/>
                    <a:pt x="44" y="945"/>
                    <a:pt x="66" y="945"/>
                  </a:cubicBezTo>
                  <a:cubicBezTo>
                    <a:pt x="114" y="945"/>
                    <a:pt x="136" y="924"/>
                    <a:pt x="136" y="875"/>
                  </a:cubicBezTo>
                  <a:cubicBezTo>
                    <a:pt x="136" y="854"/>
                    <a:pt x="114" y="810"/>
                    <a:pt x="66" y="810"/>
                  </a:cubicBezTo>
                  <a:close/>
                  <a:moveTo>
                    <a:pt x="66" y="1080"/>
                  </a:moveTo>
                  <a:cubicBezTo>
                    <a:pt x="44" y="1080"/>
                    <a:pt x="1" y="1124"/>
                    <a:pt x="1" y="1145"/>
                  </a:cubicBezTo>
                  <a:cubicBezTo>
                    <a:pt x="1" y="1194"/>
                    <a:pt x="44" y="1215"/>
                    <a:pt x="66" y="1215"/>
                  </a:cubicBezTo>
                  <a:cubicBezTo>
                    <a:pt x="114" y="1215"/>
                    <a:pt x="136" y="1194"/>
                    <a:pt x="136" y="1145"/>
                  </a:cubicBezTo>
                  <a:cubicBezTo>
                    <a:pt x="136" y="1124"/>
                    <a:pt x="114" y="1080"/>
                    <a:pt x="66" y="1080"/>
                  </a:cubicBezTo>
                  <a:close/>
                  <a:moveTo>
                    <a:pt x="66" y="1350"/>
                  </a:moveTo>
                  <a:cubicBezTo>
                    <a:pt x="44" y="1350"/>
                    <a:pt x="1" y="1394"/>
                    <a:pt x="1" y="1415"/>
                  </a:cubicBezTo>
                  <a:cubicBezTo>
                    <a:pt x="1" y="1464"/>
                    <a:pt x="44" y="1485"/>
                    <a:pt x="66" y="1485"/>
                  </a:cubicBezTo>
                  <a:cubicBezTo>
                    <a:pt x="114" y="1485"/>
                    <a:pt x="136" y="1464"/>
                    <a:pt x="136" y="1415"/>
                  </a:cubicBezTo>
                  <a:cubicBezTo>
                    <a:pt x="136" y="1394"/>
                    <a:pt x="114" y="1350"/>
                    <a:pt x="66" y="1350"/>
                  </a:cubicBezTo>
                  <a:close/>
                  <a:moveTo>
                    <a:pt x="66" y="1620"/>
                  </a:moveTo>
                  <a:cubicBezTo>
                    <a:pt x="44" y="1620"/>
                    <a:pt x="1" y="1664"/>
                    <a:pt x="1" y="1685"/>
                  </a:cubicBezTo>
                  <a:cubicBezTo>
                    <a:pt x="1" y="1734"/>
                    <a:pt x="44" y="1755"/>
                    <a:pt x="66" y="1755"/>
                  </a:cubicBezTo>
                  <a:cubicBezTo>
                    <a:pt x="114" y="1755"/>
                    <a:pt x="136" y="1734"/>
                    <a:pt x="136" y="1685"/>
                  </a:cubicBezTo>
                  <a:cubicBezTo>
                    <a:pt x="136" y="1664"/>
                    <a:pt x="114" y="1620"/>
                    <a:pt x="66" y="1620"/>
                  </a:cubicBezTo>
                  <a:close/>
                  <a:moveTo>
                    <a:pt x="66" y="1890"/>
                  </a:moveTo>
                  <a:cubicBezTo>
                    <a:pt x="44" y="1890"/>
                    <a:pt x="1" y="1934"/>
                    <a:pt x="1" y="1955"/>
                  </a:cubicBezTo>
                  <a:cubicBezTo>
                    <a:pt x="1" y="2004"/>
                    <a:pt x="44" y="2025"/>
                    <a:pt x="66" y="2025"/>
                  </a:cubicBezTo>
                  <a:cubicBezTo>
                    <a:pt x="114" y="2025"/>
                    <a:pt x="136" y="2004"/>
                    <a:pt x="136" y="1955"/>
                  </a:cubicBezTo>
                  <a:cubicBezTo>
                    <a:pt x="136" y="1934"/>
                    <a:pt x="114" y="1890"/>
                    <a:pt x="66" y="1890"/>
                  </a:cubicBezTo>
                  <a:close/>
                  <a:moveTo>
                    <a:pt x="66" y="2160"/>
                  </a:moveTo>
                  <a:cubicBezTo>
                    <a:pt x="44" y="2160"/>
                    <a:pt x="1" y="2204"/>
                    <a:pt x="1" y="2225"/>
                  </a:cubicBezTo>
                  <a:cubicBezTo>
                    <a:pt x="1" y="2274"/>
                    <a:pt x="44" y="2296"/>
                    <a:pt x="66" y="2296"/>
                  </a:cubicBezTo>
                  <a:cubicBezTo>
                    <a:pt x="114" y="2296"/>
                    <a:pt x="136" y="2274"/>
                    <a:pt x="136" y="2225"/>
                  </a:cubicBezTo>
                  <a:cubicBezTo>
                    <a:pt x="136" y="2204"/>
                    <a:pt x="114" y="2160"/>
                    <a:pt x="66" y="2160"/>
                  </a:cubicBezTo>
                  <a:close/>
                  <a:moveTo>
                    <a:pt x="66" y="2431"/>
                  </a:moveTo>
                  <a:cubicBezTo>
                    <a:pt x="44" y="2431"/>
                    <a:pt x="1" y="2474"/>
                    <a:pt x="1" y="2495"/>
                  </a:cubicBezTo>
                  <a:cubicBezTo>
                    <a:pt x="1" y="2544"/>
                    <a:pt x="44" y="2566"/>
                    <a:pt x="66" y="2566"/>
                  </a:cubicBezTo>
                  <a:cubicBezTo>
                    <a:pt x="114" y="2566"/>
                    <a:pt x="136" y="2544"/>
                    <a:pt x="136" y="2495"/>
                  </a:cubicBezTo>
                  <a:cubicBezTo>
                    <a:pt x="136" y="2474"/>
                    <a:pt x="114" y="2431"/>
                    <a:pt x="66" y="2431"/>
                  </a:cubicBezTo>
                  <a:close/>
                  <a:moveTo>
                    <a:pt x="66" y="2701"/>
                  </a:moveTo>
                  <a:cubicBezTo>
                    <a:pt x="44" y="2701"/>
                    <a:pt x="1" y="2744"/>
                    <a:pt x="1" y="2765"/>
                  </a:cubicBezTo>
                  <a:cubicBezTo>
                    <a:pt x="1" y="2814"/>
                    <a:pt x="44" y="2836"/>
                    <a:pt x="66" y="2836"/>
                  </a:cubicBezTo>
                  <a:cubicBezTo>
                    <a:pt x="114" y="2836"/>
                    <a:pt x="136" y="2814"/>
                    <a:pt x="136" y="2765"/>
                  </a:cubicBezTo>
                  <a:cubicBezTo>
                    <a:pt x="136" y="2744"/>
                    <a:pt x="114" y="2701"/>
                    <a:pt x="66" y="2701"/>
                  </a:cubicBezTo>
                  <a:close/>
                  <a:moveTo>
                    <a:pt x="66" y="2971"/>
                  </a:moveTo>
                  <a:cubicBezTo>
                    <a:pt x="44" y="2971"/>
                    <a:pt x="1" y="3014"/>
                    <a:pt x="1" y="3035"/>
                  </a:cubicBezTo>
                  <a:cubicBezTo>
                    <a:pt x="1" y="3084"/>
                    <a:pt x="44" y="3106"/>
                    <a:pt x="66" y="3106"/>
                  </a:cubicBezTo>
                  <a:cubicBezTo>
                    <a:pt x="114" y="3106"/>
                    <a:pt x="136" y="3084"/>
                    <a:pt x="136" y="3035"/>
                  </a:cubicBezTo>
                  <a:cubicBezTo>
                    <a:pt x="136" y="3014"/>
                    <a:pt x="114" y="2971"/>
                    <a:pt x="66" y="2971"/>
                  </a:cubicBezTo>
                  <a:close/>
                  <a:moveTo>
                    <a:pt x="66" y="3241"/>
                  </a:moveTo>
                  <a:cubicBezTo>
                    <a:pt x="44" y="3241"/>
                    <a:pt x="1" y="3284"/>
                    <a:pt x="1" y="3305"/>
                  </a:cubicBezTo>
                  <a:cubicBezTo>
                    <a:pt x="1" y="3354"/>
                    <a:pt x="44" y="3376"/>
                    <a:pt x="66" y="3376"/>
                  </a:cubicBezTo>
                  <a:cubicBezTo>
                    <a:pt x="114" y="3376"/>
                    <a:pt x="136" y="3354"/>
                    <a:pt x="136" y="3305"/>
                  </a:cubicBezTo>
                  <a:cubicBezTo>
                    <a:pt x="136" y="3284"/>
                    <a:pt x="114" y="3241"/>
                    <a:pt x="66" y="3241"/>
                  </a:cubicBezTo>
                  <a:close/>
                  <a:moveTo>
                    <a:pt x="66" y="3511"/>
                  </a:moveTo>
                  <a:cubicBezTo>
                    <a:pt x="44" y="3511"/>
                    <a:pt x="1" y="3554"/>
                    <a:pt x="1" y="3575"/>
                  </a:cubicBezTo>
                  <a:cubicBezTo>
                    <a:pt x="1" y="3624"/>
                    <a:pt x="44" y="3646"/>
                    <a:pt x="66" y="3646"/>
                  </a:cubicBezTo>
                  <a:cubicBezTo>
                    <a:pt x="114" y="3646"/>
                    <a:pt x="136" y="3624"/>
                    <a:pt x="136" y="3575"/>
                  </a:cubicBezTo>
                  <a:cubicBezTo>
                    <a:pt x="136" y="3554"/>
                    <a:pt x="114" y="3511"/>
                    <a:pt x="66" y="3511"/>
                  </a:cubicBezTo>
                  <a:close/>
                  <a:moveTo>
                    <a:pt x="66" y="3781"/>
                  </a:moveTo>
                  <a:cubicBezTo>
                    <a:pt x="44" y="3781"/>
                    <a:pt x="1" y="3824"/>
                    <a:pt x="1" y="3845"/>
                  </a:cubicBezTo>
                  <a:cubicBezTo>
                    <a:pt x="1" y="3894"/>
                    <a:pt x="44" y="3916"/>
                    <a:pt x="66" y="3916"/>
                  </a:cubicBezTo>
                  <a:cubicBezTo>
                    <a:pt x="114" y="3916"/>
                    <a:pt x="136" y="3894"/>
                    <a:pt x="136" y="3845"/>
                  </a:cubicBezTo>
                  <a:cubicBezTo>
                    <a:pt x="136" y="3824"/>
                    <a:pt x="114" y="3781"/>
                    <a:pt x="66" y="3781"/>
                  </a:cubicBezTo>
                  <a:close/>
                  <a:moveTo>
                    <a:pt x="66" y="4051"/>
                  </a:moveTo>
                  <a:cubicBezTo>
                    <a:pt x="44" y="4051"/>
                    <a:pt x="1" y="4094"/>
                    <a:pt x="1" y="4115"/>
                  </a:cubicBezTo>
                  <a:cubicBezTo>
                    <a:pt x="1" y="4164"/>
                    <a:pt x="44" y="4186"/>
                    <a:pt x="66" y="4186"/>
                  </a:cubicBezTo>
                  <a:cubicBezTo>
                    <a:pt x="114" y="4186"/>
                    <a:pt x="136" y="4164"/>
                    <a:pt x="136" y="4115"/>
                  </a:cubicBezTo>
                  <a:cubicBezTo>
                    <a:pt x="136" y="4094"/>
                    <a:pt x="114" y="4051"/>
                    <a:pt x="66" y="4051"/>
                  </a:cubicBezTo>
                  <a:close/>
                  <a:moveTo>
                    <a:pt x="136" y="4277"/>
                  </a:moveTo>
                  <a:cubicBezTo>
                    <a:pt x="93" y="4277"/>
                    <a:pt x="66" y="4299"/>
                    <a:pt x="66" y="4342"/>
                  </a:cubicBezTo>
                  <a:cubicBezTo>
                    <a:pt x="66" y="4364"/>
                    <a:pt x="93" y="4412"/>
                    <a:pt x="136" y="4412"/>
                  </a:cubicBezTo>
                  <a:cubicBezTo>
                    <a:pt x="179" y="4412"/>
                    <a:pt x="201" y="4364"/>
                    <a:pt x="201" y="4342"/>
                  </a:cubicBezTo>
                  <a:cubicBezTo>
                    <a:pt x="201" y="4299"/>
                    <a:pt x="179" y="4277"/>
                    <a:pt x="136" y="4277"/>
                  </a:cubicBezTo>
                  <a:close/>
                  <a:moveTo>
                    <a:pt x="406" y="4277"/>
                  </a:moveTo>
                  <a:cubicBezTo>
                    <a:pt x="363" y="4277"/>
                    <a:pt x="336" y="4299"/>
                    <a:pt x="336" y="4342"/>
                  </a:cubicBezTo>
                  <a:cubicBezTo>
                    <a:pt x="336" y="4364"/>
                    <a:pt x="363" y="4412"/>
                    <a:pt x="406" y="4412"/>
                  </a:cubicBezTo>
                  <a:cubicBezTo>
                    <a:pt x="449" y="4412"/>
                    <a:pt x="471" y="4364"/>
                    <a:pt x="471" y="4342"/>
                  </a:cubicBezTo>
                  <a:cubicBezTo>
                    <a:pt x="471" y="4299"/>
                    <a:pt x="449" y="4277"/>
                    <a:pt x="406" y="4277"/>
                  </a:cubicBezTo>
                  <a:close/>
                  <a:moveTo>
                    <a:pt x="676" y="4277"/>
                  </a:moveTo>
                  <a:cubicBezTo>
                    <a:pt x="633" y="4277"/>
                    <a:pt x="606" y="4299"/>
                    <a:pt x="606" y="4342"/>
                  </a:cubicBezTo>
                  <a:cubicBezTo>
                    <a:pt x="606" y="4364"/>
                    <a:pt x="633" y="4412"/>
                    <a:pt x="676" y="4412"/>
                  </a:cubicBezTo>
                  <a:cubicBezTo>
                    <a:pt x="719" y="4412"/>
                    <a:pt x="741" y="4364"/>
                    <a:pt x="741" y="4342"/>
                  </a:cubicBezTo>
                  <a:cubicBezTo>
                    <a:pt x="741" y="4299"/>
                    <a:pt x="719" y="4277"/>
                    <a:pt x="676" y="4277"/>
                  </a:cubicBezTo>
                  <a:close/>
                  <a:moveTo>
                    <a:pt x="946" y="4277"/>
                  </a:moveTo>
                  <a:cubicBezTo>
                    <a:pt x="903" y="4277"/>
                    <a:pt x="876" y="4299"/>
                    <a:pt x="876" y="4342"/>
                  </a:cubicBezTo>
                  <a:cubicBezTo>
                    <a:pt x="876" y="4364"/>
                    <a:pt x="903" y="4412"/>
                    <a:pt x="946" y="4412"/>
                  </a:cubicBezTo>
                  <a:cubicBezTo>
                    <a:pt x="989" y="4412"/>
                    <a:pt x="1011" y="4364"/>
                    <a:pt x="1011" y="4342"/>
                  </a:cubicBezTo>
                  <a:cubicBezTo>
                    <a:pt x="1011" y="4299"/>
                    <a:pt x="989" y="4277"/>
                    <a:pt x="946" y="4277"/>
                  </a:cubicBezTo>
                  <a:close/>
                  <a:moveTo>
                    <a:pt x="1216" y="4277"/>
                  </a:moveTo>
                  <a:cubicBezTo>
                    <a:pt x="1173" y="4277"/>
                    <a:pt x="1146" y="4299"/>
                    <a:pt x="1146" y="4342"/>
                  </a:cubicBezTo>
                  <a:cubicBezTo>
                    <a:pt x="1146" y="4364"/>
                    <a:pt x="1173" y="4412"/>
                    <a:pt x="1216" y="4412"/>
                  </a:cubicBezTo>
                  <a:cubicBezTo>
                    <a:pt x="1259" y="4412"/>
                    <a:pt x="1281" y="4364"/>
                    <a:pt x="1281" y="4342"/>
                  </a:cubicBezTo>
                  <a:cubicBezTo>
                    <a:pt x="1281" y="4299"/>
                    <a:pt x="1259" y="4277"/>
                    <a:pt x="1216" y="4277"/>
                  </a:cubicBezTo>
                  <a:close/>
                  <a:moveTo>
                    <a:pt x="1486" y="4277"/>
                  </a:moveTo>
                  <a:cubicBezTo>
                    <a:pt x="1443" y="4277"/>
                    <a:pt x="1416" y="4299"/>
                    <a:pt x="1416" y="4342"/>
                  </a:cubicBezTo>
                  <a:cubicBezTo>
                    <a:pt x="1416" y="4364"/>
                    <a:pt x="1443" y="4412"/>
                    <a:pt x="1486" y="4412"/>
                  </a:cubicBezTo>
                  <a:cubicBezTo>
                    <a:pt x="1529" y="4412"/>
                    <a:pt x="1551" y="4364"/>
                    <a:pt x="1551" y="4342"/>
                  </a:cubicBezTo>
                  <a:cubicBezTo>
                    <a:pt x="1551" y="4299"/>
                    <a:pt x="1529" y="4277"/>
                    <a:pt x="1486" y="4277"/>
                  </a:cubicBezTo>
                  <a:close/>
                  <a:moveTo>
                    <a:pt x="1756" y="4277"/>
                  </a:moveTo>
                  <a:cubicBezTo>
                    <a:pt x="1713" y="4277"/>
                    <a:pt x="1686" y="4299"/>
                    <a:pt x="1686" y="4342"/>
                  </a:cubicBezTo>
                  <a:cubicBezTo>
                    <a:pt x="1686" y="4364"/>
                    <a:pt x="1713" y="4412"/>
                    <a:pt x="1756" y="4412"/>
                  </a:cubicBezTo>
                  <a:cubicBezTo>
                    <a:pt x="1799" y="4412"/>
                    <a:pt x="1821" y="4364"/>
                    <a:pt x="1821" y="4342"/>
                  </a:cubicBezTo>
                  <a:cubicBezTo>
                    <a:pt x="1821" y="4299"/>
                    <a:pt x="1799" y="4277"/>
                    <a:pt x="1756" y="4277"/>
                  </a:cubicBezTo>
                  <a:close/>
                  <a:moveTo>
                    <a:pt x="2026" y="4277"/>
                  </a:moveTo>
                  <a:cubicBezTo>
                    <a:pt x="1983" y="4277"/>
                    <a:pt x="1956" y="4299"/>
                    <a:pt x="1956" y="4342"/>
                  </a:cubicBezTo>
                  <a:cubicBezTo>
                    <a:pt x="1956" y="4364"/>
                    <a:pt x="1983" y="4412"/>
                    <a:pt x="2026" y="4412"/>
                  </a:cubicBezTo>
                  <a:cubicBezTo>
                    <a:pt x="2069" y="4412"/>
                    <a:pt x="2091" y="4364"/>
                    <a:pt x="2091" y="4342"/>
                  </a:cubicBezTo>
                  <a:cubicBezTo>
                    <a:pt x="2091" y="4299"/>
                    <a:pt x="2069" y="4277"/>
                    <a:pt x="2026" y="4277"/>
                  </a:cubicBezTo>
                  <a:close/>
                  <a:moveTo>
                    <a:pt x="2296" y="4277"/>
                  </a:moveTo>
                  <a:cubicBezTo>
                    <a:pt x="2253" y="4277"/>
                    <a:pt x="2226" y="4299"/>
                    <a:pt x="2226" y="4342"/>
                  </a:cubicBezTo>
                  <a:cubicBezTo>
                    <a:pt x="2226" y="4364"/>
                    <a:pt x="2253" y="4412"/>
                    <a:pt x="2296" y="4412"/>
                  </a:cubicBezTo>
                  <a:cubicBezTo>
                    <a:pt x="2339" y="4412"/>
                    <a:pt x="2361" y="4364"/>
                    <a:pt x="2361" y="4342"/>
                  </a:cubicBezTo>
                  <a:cubicBezTo>
                    <a:pt x="2361" y="4299"/>
                    <a:pt x="2339" y="4277"/>
                    <a:pt x="2296" y="4277"/>
                  </a:cubicBezTo>
                  <a:close/>
                  <a:moveTo>
                    <a:pt x="2566" y="4277"/>
                  </a:moveTo>
                  <a:cubicBezTo>
                    <a:pt x="2523" y="4277"/>
                    <a:pt x="2496" y="4299"/>
                    <a:pt x="2496" y="4342"/>
                  </a:cubicBezTo>
                  <a:cubicBezTo>
                    <a:pt x="2496" y="4364"/>
                    <a:pt x="2523" y="4412"/>
                    <a:pt x="2566" y="4412"/>
                  </a:cubicBezTo>
                  <a:cubicBezTo>
                    <a:pt x="2609" y="4412"/>
                    <a:pt x="2631" y="4364"/>
                    <a:pt x="2631" y="4342"/>
                  </a:cubicBezTo>
                  <a:cubicBezTo>
                    <a:pt x="2631" y="4299"/>
                    <a:pt x="2609" y="4277"/>
                    <a:pt x="2566" y="4277"/>
                  </a:cubicBezTo>
                  <a:close/>
                  <a:moveTo>
                    <a:pt x="2836" y="4277"/>
                  </a:moveTo>
                  <a:cubicBezTo>
                    <a:pt x="2793" y="4277"/>
                    <a:pt x="2766" y="4299"/>
                    <a:pt x="2766" y="4342"/>
                  </a:cubicBezTo>
                  <a:cubicBezTo>
                    <a:pt x="2766" y="4364"/>
                    <a:pt x="2793" y="4412"/>
                    <a:pt x="2836" y="4412"/>
                  </a:cubicBezTo>
                  <a:cubicBezTo>
                    <a:pt x="2879" y="4412"/>
                    <a:pt x="2901" y="4364"/>
                    <a:pt x="2901" y="4342"/>
                  </a:cubicBezTo>
                  <a:cubicBezTo>
                    <a:pt x="2901" y="4299"/>
                    <a:pt x="2879" y="4277"/>
                    <a:pt x="2836" y="4277"/>
                  </a:cubicBezTo>
                  <a:close/>
                  <a:moveTo>
                    <a:pt x="3106" y="4277"/>
                  </a:moveTo>
                  <a:cubicBezTo>
                    <a:pt x="3063" y="4277"/>
                    <a:pt x="3036" y="4299"/>
                    <a:pt x="3036" y="4342"/>
                  </a:cubicBezTo>
                  <a:cubicBezTo>
                    <a:pt x="3036" y="4364"/>
                    <a:pt x="3063" y="4412"/>
                    <a:pt x="3106" y="4412"/>
                  </a:cubicBezTo>
                  <a:cubicBezTo>
                    <a:pt x="3149" y="4412"/>
                    <a:pt x="3171" y="4364"/>
                    <a:pt x="3171" y="4342"/>
                  </a:cubicBezTo>
                  <a:cubicBezTo>
                    <a:pt x="3171" y="4299"/>
                    <a:pt x="3149" y="4277"/>
                    <a:pt x="3106" y="4277"/>
                  </a:cubicBezTo>
                  <a:close/>
                  <a:moveTo>
                    <a:pt x="3376" y="4277"/>
                  </a:moveTo>
                  <a:cubicBezTo>
                    <a:pt x="3333" y="4277"/>
                    <a:pt x="3306" y="4299"/>
                    <a:pt x="3306" y="4342"/>
                  </a:cubicBezTo>
                  <a:cubicBezTo>
                    <a:pt x="3306" y="4364"/>
                    <a:pt x="3333" y="4412"/>
                    <a:pt x="3376" y="4412"/>
                  </a:cubicBezTo>
                  <a:cubicBezTo>
                    <a:pt x="3419" y="4412"/>
                    <a:pt x="3441" y="4364"/>
                    <a:pt x="3441" y="4342"/>
                  </a:cubicBezTo>
                  <a:cubicBezTo>
                    <a:pt x="3441" y="4299"/>
                    <a:pt x="3419" y="4277"/>
                    <a:pt x="3376" y="4277"/>
                  </a:cubicBezTo>
                  <a:close/>
                  <a:moveTo>
                    <a:pt x="3646" y="4277"/>
                  </a:moveTo>
                  <a:cubicBezTo>
                    <a:pt x="3603" y="4277"/>
                    <a:pt x="3576" y="4299"/>
                    <a:pt x="3576" y="4342"/>
                  </a:cubicBezTo>
                  <a:cubicBezTo>
                    <a:pt x="3576" y="4364"/>
                    <a:pt x="3603" y="4412"/>
                    <a:pt x="3646" y="4412"/>
                  </a:cubicBezTo>
                  <a:cubicBezTo>
                    <a:pt x="3689" y="4412"/>
                    <a:pt x="3711" y="4364"/>
                    <a:pt x="3711" y="4342"/>
                  </a:cubicBezTo>
                  <a:cubicBezTo>
                    <a:pt x="3711" y="4299"/>
                    <a:pt x="3689" y="4277"/>
                    <a:pt x="3646" y="4277"/>
                  </a:cubicBezTo>
                  <a:close/>
                  <a:moveTo>
                    <a:pt x="3916" y="4277"/>
                  </a:moveTo>
                  <a:cubicBezTo>
                    <a:pt x="3873" y="4277"/>
                    <a:pt x="3846" y="4299"/>
                    <a:pt x="3846" y="4342"/>
                  </a:cubicBezTo>
                  <a:cubicBezTo>
                    <a:pt x="3846" y="4364"/>
                    <a:pt x="3873" y="4412"/>
                    <a:pt x="3916" y="4412"/>
                  </a:cubicBezTo>
                  <a:cubicBezTo>
                    <a:pt x="3959" y="4412"/>
                    <a:pt x="3981" y="4364"/>
                    <a:pt x="3981" y="4342"/>
                  </a:cubicBezTo>
                  <a:cubicBezTo>
                    <a:pt x="3981" y="4299"/>
                    <a:pt x="3959" y="4277"/>
                    <a:pt x="3916" y="4277"/>
                  </a:cubicBezTo>
                  <a:close/>
                  <a:moveTo>
                    <a:pt x="4186" y="4277"/>
                  </a:moveTo>
                  <a:cubicBezTo>
                    <a:pt x="4143" y="4277"/>
                    <a:pt x="4116" y="4299"/>
                    <a:pt x="4116" y="4342"/>
                  </a:cubicBezTo>
                  <a:cubicBezTo>
                    <a:pt x="4116" y="4364"/>
                    <a:pt x="4143" y="4412"/>
                    <a:pt x="4186" y="4412"/>
                  </a:cubicBezTo>
                  <a:cubicBezTo>
                    <a:pt x="4229" y="4412"/>
                    <a:pt x="4251" y="4364"/>
                    <a:pt x="4251" y="4342"/>
                  </a:cubicBezTo>
                  <a:cubicBezTo>
                    <a:pt x="4251" y="4299"/>
                    <a:pt x="4229" y="4277"/>
                    <a:pt x="4186" y="4277"/>
                  </a:cubicBezTo>
                  <a:close/>
                  <a:moveTo>
                    <a:pt x="4456" y="4277"/>
                  </a:moveTo>
                  <a:cubicBezTo>
                    <a:pt x="4413" y="4277"/>
                    <a:pt x="4386" y="4299"/>
                    <a:pt x="4386" y="4342"/>
                  </a:cubicBezTo>
                  <a:cubicBezTo>
                    <a:pt x="4386" y="4364"/>
                    <a:pt x="4413" y="4412"/>
                    <a:pt x="4456" y="4412"/>
                  </a:cubicBezTo>
                  <a:cubicBezTo>
                    <a:pt x="4499" y="4412"/>
                    <a:pt x="4521" y="4364"/>
                    <a:pt x="4521" y="4342"/>
                  </a:cubicBezTo>
                  <a:cubicBezTo>
                    <a:pt x="4521" y="4299"/>
                    <a:pt x="4499" y="4277"/>
                    <a:pt x="4456" y="4277"/>
                  </a:cubicBezTo>
                  <a:close/>
                  <a:moveTo>
                    <a:pt x="4726" y="4277"/>
                  </a:moveTo>
                  <a:cubicBezTo>
                    <a:pt x="4683" y="4277"/>
                    <a:pt x="4656" y="4299"/>
                    <a:pt x="4656" y="4342"/>
                  </a:cubicBezTo>
                  <a:cubicBezTo>
                    <a:pt x="4656" y="4364"/>
                    <a:pt x="4683" y="4412"/>
                    <a:pt x="4726" y="4412"/>
                  </a:cubicBezTo>
                  <a:cubicBezTo>
                    <a:pt x="4769" y="4412"/>
                    <a:pt x="4791" y="4364"/>
                    <a:pt x="4791" y="4342"/>
                  </a:cubicBezTo>
                  <a:cubicBezTo>
                    <a:pt x="4791" y="4299"/>
                    <a:pt x="4769" y="4277"/>
                    <a:pt x="4726" y="4277"/>
                  </a:cubicBezTo>
                  <a:close/>
                  <a:moveTo>
                    <a:pt x="4996" y="4277"/>
                  </a:moveTo>
                  <a:cubicBezTo>
                    <a:pt x="4953" y="4277"/>
                    <a:pt x="4926" y="4299"/>
                    <a:pt x="4926" y="4342"/>
                  </a:cubicBezTo>
                  <a:cubicBezTo>
                    <a:pt x="4926" y="4364"/>
                    <a:pt x="4953" y="4412"/>
                    <a:pt x="4996" y="4412"/>
                  </a:cubicBezTo>
                  <a:cubicBezTo>
                    <a:pt x="5039" y="4412"/>
                    <a:pt x="5061" y="4364"/>
                    <a:pt x="5061" y="4342"/>
                  </a:cubicBezTo>
                  <a:cubicBezTo>
                    <a:pt x="5061" y="4299"/>
                    <a:pt x="5039" y="4277"/>
                    <a:pt x="4996" y="4277"/>
                  </a:cubicBezTo>
                  <a:close/>
                  <a:moveTo>
                    <a:pt x="5266" y="4277"/>
                  </a:moveTo>
                  <a:cubicBezTo>
                    <a:pt x="5223" y="4277"/>
                    <a:pt x="5196" y="4299"/>
                    <a:pt x="5196" y="4342"/>
                  </a:cubicBezTo>
                  <a:cubicBezTo>
                    <a:pt x="5196" y="4364"/>
                    <a:pt x="5223" y="4412"/>
                    <a:pt x="5266" y="4412"/>
                  </a:cubicBezTo>
                  <a:cubicBezTo>
                    <a:pt x="5309" y="4412"/>
                    <a:pt x="5331" y="4364"/>
                    <a:pt x="5331" y="4342"/>
                  </a:cubicBezTo>
                  <a:cubicBezTo>
                    <a:pt x="5331" y="4299"/>
                    <a:pt x="5309" y="4277"/>
                    <a:pt x="5266" y="4277"/>
                  </a:cubicBezTo>
                  <a:close/>
                  <a:moveTo>
                    <a:pt x="5536" y="4277"/>
                  </a:moveTo>
                  <a:cubicBezTo>
                    <a:pt x="5493" y="4277"/>
                    <a:pt x="5466" y="4299"/>
                    <a:pt x="5466" y="4342"/>
                  </a:cubicBezTo>
                  <a:cubicBezTo>
                    <a:pt x="5466" y="4364"/>
                    <a:pt x="5493" y="4412"/>
                    <a:pt x="5536" y="4412"/>
                  </a:cubicBezTo>
                  <a:cubicBezTo>
                    <a:pt x="5579" y="4412"/>
                    <a:pt x="5601" y="4364"/>
                    <a:pt x="5601" y="4342"/>
                  </a:cubicBezTo>
                  <a:cubicBezTo>
                    <a:pt x="5601" y="4299"/>
                    <a:pt x="5579" y="4277"/>
                    <a:pt x="5536" y="4277"/>
                  </a:cubicBezTo>
                  <a:close/>
                  <a:moveTo>
                    <a:pt x="5806" y="4277"/>
                  </a:moveTo>
                  <a:cubicBezTo>
                    <a:pt x="5763" y="4277"/>
                    <a:pt x="5736" y="4299"/>
                    <a:pt x="5736" y="4342"/>
                  </a:cubicBezTo>
                  <a:cubicBezTo>
                    <a:pt x="5736" y="4364"/>
                    <a:pt x="5763" y="4412"/>
                    <a:pt x="5806" y="4412"/>
                  </a:cubicBezTo>
                  <a:cubicBezTo>
                    <a:pt x="5849" y="4412"/>
                    <a:pt x="5871" y="4364"/>
                    <a:pt x="5871" y="4342"/>
                  </a:cubicBezTo>
                  <a:cubicBezTo>
                    <a:pt x="5871" y="4299"/>
                    <a:pt x="5849" y="4277"/>
                    <a:pt x="5806" y="4277"/>
                  </a:cubicBezTo>
                  <a:close/>
                  <a:moveTo>
                    <a:pt x="6076" y="4277"/>
                  </a:moveTo>
                  <a:cubicBezTo>
                    <a:pt x="6033" y="4277"/>
                    <a:pt x="6006" y="4299"/>
                    <a:pt x="6006" y="4342"/>
                  </a:cubicBezTo>
                  <a:cubicBezTo>
                    <a:pt x="6006" y="4364"/>
                    <a:pt x="6033" y="4412"/>
                    <a:pt x="6076" y="4412"/>
                  </a:cubicBezTo>
                  <a:cubicBezTo>
                    <a:pt x="6119" y="4412"/>
                    <a:pt x="6141" y="4364"/>
                    <a:pt x="6141" y="4342"/>
                  </a:cubicBezTo>
                  <a:cubicBezTo>
                    <a:pt x="6141" y="4299"/>
                    <a:pt x="6119" y="4277"/>
                    <a:pt x="6076" y="4277"/>
                  </a:cubicBezTo>
                  <a:close/>
                  <a:moveTo>
                    <a:pt x="6346" y="4277"/>
                  </a:moveTo>
                  <a:cubicBezTo>
                    <a:pt x="6303" y="4277"/>
                    <a:pt x="6276" y="4299"/>
                    <a:pt x="6276" y="4342"/>
                  </a:cubicBezTo>
                  <a:cubicBezTo>
                    <a:pt x="6276" y="4364"/>
                    <a:pt x="6303" y="4412"/>
                    <a:pt x="6346" y="4412"/>
                  </a:cubicBezTo>
                  <a:cubicBezTo>
                    <a:pt x="6389" y="4412"/>
                    <a:pt x="6411" y="4364"/>
                    <a:pt x="6411" y="4342"/>
                  </a:cubicBezTo>
                  <a:cubicBezTo>
                    <a:pt x="6411" y="4299"/>
                    <a:pt x="6389" y="4277"/>
                    <a:pt x="6346" y="4277"/>
                  </a:cubicBezTo>
                  <a:close/>
                  <a:moveTo>
                    <a:pt x="6616" y="4277"/>
                  </a:moveTo>
                  <a:cubicBezTo>
                    <a:pt x="6573" y="4277"/>
                    <a:pt x="6546" y="4299"/>
                    <a:pt x="6546" y="4342"/>
                  </a:cubicBezTo>
                  <a:cubicBezTo>
                    <a:pt x="6546" y="4364"/>
                    <a:pt x="6573" y="4412"/>
                    <a:pt x="6616" y="4412"/>
                  </a:cubicBezTo>
                  <a:cubicBezTo>
                    <a:pt x="6659" y="4412"/>
                    <a:pt x="6681" y="4364"/>
                    <a:pt x="6681" y="4342"/>
                  </a:cubicBezTo>
                  <a:cubicBezTo>
                    <a:pt x="6681" y="4299"/>
                    <a:pt x="6659" y="4277"/>
                    <a:pt x="6616" y="4277"/>
                  </a:cubicBezTo>
                  <a:close/>
                  <a:moveTo>
                    <a:pt x="6886" y="4277"/>
                  </a:moveTo>
                  <a:cubicBezTo>
                    <a:pt x="6843" y="4277"/>
                    <a:pt x="6816" y="4299"/>
                    <a:pt x="6816" y="4342"/>
                  </a:cubicBezTo>
                  <a:cubicBezTo>
                    <a:pt x="6816" y="4364"/>
                    <a:pt x="6843" y="4412"/>
                    <a:pt x="6886" y="4412"/>
                  </a:cubicBezTo>
                  <a:cubicBezTo>
                    <a:pt x="6930" y="4412"/>
                    <a:pt x="6951" y="4364"/>
                    <a:pt x="6951" y="4342"/>
                  </a:cubicBezTo>
                  <a:cubicBezTo>
                    <a:pt x="6951" y="4299"/>
                    <a:pt x="6930" y="4277"/>
                    <a:pt x="6886" y="4277"/>
                  </a:cubicBezTo>
                  <a:close/>
                  <a:moveTo>
                    <a:pt x="7156" y="4277"/>
                  </a:moveTo>
                  <a:cubicBezTo>
                    <a:pt x="7113" y="4277"/>
                    <a:pt x="7086" y="4299"/>
                    <a:pt x="7086" y="4342"/>
                  </a:cubicBezTo>
                  <a:cubicBezTo>
                    <a:pt x="7086" y="4364"/>
                    <a:pt x="7113" y="4412"/>
                    <a:pt x="7156" y="4412"/>
                  </a:cubicBezTo>
                  <a:cubicBezTo>
                    <a:pt x="7200" y="4412"/>
                    <a:pt x="7221" y="4364"/>
                    <a:pt x="7221" y="4342"/>
                  </a:cubicBezTo>
                  <a:cubicBezTo>
                    <a:pt x="7221" y="4299"/>
                    <a:pt x="7200" y="4277"/>
                    <a:pt x="7156" y="4277"/>
                  </a:cubicBezTo>
                  <a:close/>
                  <a:moveTo>
                    <a:pt x="7426" y="4277"/>
                  </a:moveTo>
                  <a:cubicBezTo>
                    <a:pt x="7383" y="4277"/>
                    <a:pt x="7356" y="4299"/>
                    <a:pt x="7356" y="4342"/>
                  </a:cubicBezTo>
                  <a:cubicBezTo>
                    <a:pt x="7356" y="4364"/>
                    <a:pt x="7383" y="4412"/>
                    <a:pt x="7426" y="4412"/>
                  </a:cubicBezTo>
                  <a:cubicBezTo>
                    <a:pt x="7470" y="4412"/>
                    <a:pt x="7491" y="4364"/>
                    <a:pt x="7491" y="4342"/>
                  </a:cubicBezTo>
                  <a:cubicBezTo>
                    <a:pt x="7491" y="4299"/>
                    <a:pt x="7470" y="4277"/>
                    <a:pt x="7426" y="4277"/>
                  </a:cubicBezTo>
                  <a:close/>
                  <a:moveTo>
                    <a:pt x="7696" y="4277"/>
                  </a:moveTo>
                  <a:cubicBezTo>
                    <a:pt x="7653" y="4277"/>
                    <a:pt x="7626" y="4299"/>
                    <a:pt x="7626" y="4342"/>
                  </a:cubicBezTo>
                  <a:cubicBezTo>
                    <a:pt x="7626" y="4364"/>
                    <a:pt x="7653" y="4412"/>
                    <a:pt x="7696" y="4412"/>
                  </a:cubicBezTo>
                  <a:cubicBezTo>
                    <a:pt x="7740" y="4412"/>
                    <a:pt x="7761" y="4364"/>
                    <a:pt x="7761" y="4342"/>
                  </a:cubicBezTo>
                  <a:cubicBezTo>
                    <a:pt x="7761" y="4299"/>
                    <a:pt x="7740" y="4277"/>
                    <a:pt x="7696" y="4277"/>
                  </a:cubicBezTo>
                  <a:close/>
                  <a:moveTo>
                    <a:pt x="7966" y="4277"/>
                  </a:moveTo>
                  <a:cubicBezTo>
                    <a:pt x="7923" y="4277"/>
                    <a:pt x="7896" y="4299"/>
                    <a:pt x="7896" y="4342"/>
                  </a:cubicBezTo>
                  <a:cubicBezTo>
                    <a:pt x="7896" y="4364"/>
                    <a:pt x="7923" y="4412"/>
                    <a:pt x="7966" y="4412"/>
                  </a:cubicBezTo>
                  <a:cubicBezTo>
                    <a:pt x="8010" y="4412"/>
                    <a:pt x="8031" y="4364"/>
                    <a:pt x="8031" y="4342"/>
                  </a:cubicBezTo>
                  <a:cubicBezTo>
                    <a:pt x="8031" y="4299"/>
                    <a:pt x="8010" y="4277"/>
                    <a:pt x="7966" y="4277"/>
                  </a:cubicBezTo>
                  <a:close/>
                  <a:moveTo>
                    <a:pt x="8236" y="4277"/>
                  </a:moveTo>
                  <a:cubicBezTo>
                    <a:pt x="8193" y="4277"/>
                    <a:pt x="8166" y="4299"/>
                    <a:pt x="8166" y="4342"/>
                  </a:cubicBezTo>
                  <a:cubicBezTo>
                    <a:pt x="8166" y="4364"/>
                    <a:pt x="8193" y="4412"/>
                    <a:pt x="8236" y="4412"/>
                  </a:cubicBezTo>
                  <a:cubicBezTo>
                    <a:pt x="8280" y="4412"/>
                    <a:pt x="8301" y="4364"/>
                    <a:pt x="8301" y="4342"/>
                  </a:cubicBezTo>
                  <a:cubicBezTo>
                    <a:pt x="8301" y="4299"/>
                    <a:pt x="8280" y="4277"/>
                    <a:pt x="8236" y="4277"/>
                  </a:cubicBezTo>
                  <a:close/>
                  <a:moveTo>
                    <a:pt x="8506" y="4277"/>
                  </a:moveTo>
                  <a:cubicBezTo>
                    <a:pt x="8463" y="4277"/>
                    <a:pt x="8436" y="4299"/>
                    <a:pt x="8436" y="4342"/>
                  </a:cubicBezTo>
                  <a:cubicBezTo>
                    <a:pt x="8436" y="4364"/>
                    <a:pt x="8463" y="4412"/>
                    <a:pt x="8506" y="4412"/>
                  </a:cubicBezTo>
                  <a:cubicBezTo>
                    <a:pt x="8550" y="4412"/>
                    <a:pt x="8571" y="4364"/>
                    <a:pt x="8571" y="4342"/>
                  </a:cubicBezTo>
                  <a:cubicBezTo>
                    <a:pt x="8571" y="4299"/>
                    <a:pt x="8550" y="4277"/>
                    <a:pt x="8506" y="4277"/>
                  </a:cubicBezTo>
                  <a:close/>
                  <a:moveTo>
                    <a:pt x="8776" y="4277"/>
                  </a:moveTo>
                  <a:cubicBezTo>
                    <a:pt x="8733" y="4277"/>
                    <a:pt x="8706" y="4299"/>
                    <a:pt x="8706" y="4342"/>
                  </a:cubicBezTo>
                  <a:cubicBezTo>
                    <a:pt x="8706" y="4364"/>
                    <a:pt x="8733" y="4412"/>
                    <a:pt x="8776" y="4412"/>
                  </a:cubicBezTo>
                  <a:cubicBezTo>
                    <a:pt x="8820" y="4412"/>
                    <a:pt x="8841" y="4364"/>
                    <a:pt x="8841" y="4342"/>
                  </a:cubicBezTo>
                  <a:cubicBezTo>
                    <a:pt x="8841" y="4299"/>
                    <a:pt x="8820" y="4277"/>
                    <a:pt x="8776" y="4277"/>
                  </a:cubicBezTo>
                  <a:close/>
                  <a:moveTo>
                    <a:pt x="9046" y="4277"/>
                  </a:moveTo>
                  <a:cubicBezTo>
                    <a:pt x="9003" y="4277"/>
                    <a:pt x="8976" y="4299"/>
                    <a:pt x="8976" y="4342"/>
                  </a:cubicBezTo>
                  <a:cubicBezTo>
                    <a:pt x="8976" y="4364"/>
                    <a:pt x="9003" y="4412"/>
                    <a:pt x="9046" y="4412"/>
                  </a:cubicBezTo>
                  <a:cubicBezTo>
                    <a:pt x="9090" y="4412"/>
                    <a:pt x="9111" y="4364"/>
                    <a:pt x="9111" y="4342"/>
                  </a:cubicBezTo>
                  <a:cubicBezTo>
                    <a:pt x="9111" y="4299"/>
                    <a:pt x="9090" y="4277"/>
                    <a:pt x="9046" y="4277"/>
                  </a:cubicBezTo>
                  <a:close/>
                  <a:moveTo>
                    <a:pt x="9316" y="4277"/>
                  </a:moveTo>
                  <a:cubicBezTo>
                    <a:pt x="9273" y="4277"/>
                    <a:pt x="9246" y="4299"/>
                    <a:pt x="9246" y="4342"/>
                  </a:cubicBezTo>
                  <a:cubicBezTo>
                    <a:pt x="9246" y="4364"/>
                    <a:pt x="9273" y="4412"/>
                    <a:pt x="9316" y="4412"/>
                  </a:cubicBezTo>
                  <a:cubicBezTo>
                    <a:pt x="9360" y="4412"/>
                    <a:pt x="9381" y="4364"/>
                    <a:pt x="9381" y="4342"/>
                  </a:cubicBezTo>
                  <a:cubicBezTo>
                    <a:pt x="9381" y="4299"/>
                    <a:pt x="9360" y="4277"/>
                    <a:pt x="9316" y="4277"/>
                  </a:cubicBezTo>
                  <a:close/>
                  <a:moveTo>
                    <a:pt x="9586" y="4277"/>
                  </a:moveTo>
                  <a:cubicBezTo>
                    <a:pt x="9543" y="4277"/>
                    <a:pt x="9516" y="4299"/>
                    <a:pt x="9516" y="4342"/>
                  </a:cubicBezTo>
                  <a:cubicBezTo>
                    <a:pt x="9516" y="4364"/>
                    <a:pt x="9543" y="4412"/>
                    <a:pt x="9586" y="4412"/>
                  </a:cubicBezTo>
                  <a:cubicBezTo>
                    <a:pt x="9630" y="4412"/>
                    <a:pt x="9651" y="4364"/>
                    <a:pt x="9651" y="4342"/>
                  </a:cubicBezTo>
                  <a:cubicBezTo>
                    <a:pt x="9651" y="4299"/>
                    <a:pt x="9630" y="4277"/>
                    <a:pt x="9586" y="4277"/>
                  </a:cubicBezTo>
                  <a:close/>
                  <a:moveTo>
                    <a:pt x="9856" y="4277"/>
                  </a:moveTo>
                  <a:cubicBezTo>
                    <a:pt x="9813" y="4277"/>
                    <a:pt x="9786" y="4299"/>
                    <a:pt x="9786" y="4342"/>
                  </a:cubicBezTo>
                  <a:cubicBezTo>
                    <a:pt x="9786" y="4364"/>
                    <a:pt x="9813" y="4412"/>
                    <a:pt x="9856" y="4412"/>
                  </a:cubicBezTo>
                  <a:cubicBezTo>
                    <a:pt x="9900" y="4412"/>
                    <a:pt x="9921" y="4364"/>
                    <a:pt x="9921" y="4342"/>
                  </a:cubicBezTo>
                  <a:cubicBezTo>
                    <a:pt x="9921" y="4299"/>
                    <a:pt x="9900" y="4277"/>
                    <a:pt x="9856" y="4277"/>
                  </a:cubicBezTo>
                  <a:close/>
                  <a:moveTo>
                    <a:pt x="10126" y="4277"/>
                  </a:moveTo>
                  <a:cubicBezTo>
                    <a:pt x="10083" y="4277"/>
                    <a:pt x="10056" y="4299"/>
                    <a:pt x="10056" y="4342"/>
                  </a:cubicBezTo>
                  <a:cubicBezTo>
                    <a:pt x="10056" y="4364"/>
                    <a:pt x="10083" y="4412"/>
                    <a:pt x="10126" y="4412"/>
                  </a:cubicBezTo>
                  <a:cubicBezTo>
                    <a:pt x="10170" y="4412"/>
                    <a:pt x="10191" y="4364"/>
                    <a:pt x="10191" y="4342"/>
                  </a:cubicBezTo>
                  <a:cubicBezTo>
                    <a:pt x="10191" y="4299"/>
                    <a:pt x="10170" y="4277"/>
                    <a:pt x="10126" y="4277"/>
                  </a:cubicBezTo>
                  <a:close/>
                  <a:moveTo>
                    <a:pt x="10396" y="4277"/>
                  </a:moveTo>
                  <a:cubicBezTo>
                    <a:pt x="10353" y="4277"/>
                    <a:pt x="10326" y="4299"/>
                    <a:pt x="10326" y="4342"/>
                  </a:cubicBezTo>
                  <a:cubicBezTo>
                    <a:pt x="10326" y="4364"/>
                    <a:pt x="10353" y="4412"/>
                    <a:pt x="10396" y="4412"/>
                  </a:cubicBezTo>
                  <a:cubicBezTo>
                    <a:pt x="10440" y="4412"/>
                    <a:pt x="10461" y="4364"/>
                    <a:pt x="10461" y="4342"/>
                  </a:cubicBezTo>
                  <a:cubicBezTo>
                    <a:pt x="10461" y="4299"/>
                    <a:pt x="10440" y="4277"/>
                    <a:pt x="10396" y="4277"/>
                  </a:cubicBezTo>
                  <a:close/>
                  <a:moveTo>
                    <a:pt x="10666" y="4277"/>
                  </a:moveTo>
                  <a:cubicBezTo>
                    <a:pt x="10623" y="4277"/>
                    <a:pt x="10596" y="4299"/>
                    <a:pt x="10596" y="4342"/>
                  </a:cubicBezTo>
                  <a:cubicBezTo>
                    <a:pt x="10596" y="4364"/>
                    <a:pt x="10623" y="4412"/>
                    <a:pt x="10666" y="4412"/>
                  </a:cubicBezTo>
                  <a:cubicBezTo>
                    <a:pt x="10710" y="4412"/>
                    <a:pt x="10731" y="4364"/>
                    <a:pt x="10731" y="4342"/>
                  </a:cubicBezTo>
                  <a:cubicBezTo>
                    <a:pt x="10731" y="4299"/>
                    <a:pt x="10710" y="4277"/>
                    <a:pt x="10666" y="4277"/>
                  </a:cubicBezTo>
                  <a:close/>
                  <a:moveTo>
                    <a:pt x="10937" y="4277"/>
                  </a:moveTo>
                  <a:cubicBezTo>
                    <a:pt x="10893" y="4277"/>
                    <a:pt x="10866" y="4299"/>
                    <a:pt x="10866" y="4342"/>
                  </a:cubicBezTo>
                  <a:cubicBezTo>
                    <a:pt x="10866" y="4364"/>
                    <a:pt x="10893" y="4412"/>
                    <a:pt x="10937" y="4412"/>
                  </a:cubicBezTo>
                  <a:cubicBezTo>
                    <a:pt x="10980" y="4412"/>
                    <a:pt x="11001" y="4364"/>
                    <a:pt x="11001" y="4342"/>
                  </a:cubicBezTo>
                  <a:cubicBezTo>
                    <a:pt x="11001" y="4299"/>
                    <a:pt x="10980" y="4277"/>
                    <a:pt x="10937" y="4277"/>
                  </a:cubicBezTo>
                  <a:close/>
                  <a:moveTo>
                    <a:pt x="11207" y="4277"/>
                  </a:moveTo>
                  <a:cubicBezTo>
                    <a:pt x="11163" y="4277"/>
                    <a:pt x="11136" y="4299"/>
                    <a:pt x="11136" y="4342"/>
                  </a:cubicBezTo>
                  <a:cubicBezTo>
                    <a:pt x="11136" y="4364"/>
                    <a:pt x="11163" y="4412"/>
                    <a:pt x="11207" y="4412"/>
                  </a:cubicBezTo>
                  <a:cubicBezTo>
                    <a:pt x="11250" y="4412"/>
                    <a:pt x="11271" y="4364"/>
                    <a:pt x="11271" y="4342"/>
                  </a:cubicBezTo>
                  <a:cubicBezTo>
                    <a:pt x="11271" y="4299"/>
                    <a:pt x="11250" y="4277"/>
                    <a:pt x="11207" y="4277"/>
                  </a:cubicBezTo>
                  <a:close/>
                  <a:moveTo>
                    <a:pt x="11477" y="4277"/>
                  </a:moveTo>
                  <a:cubicBezTo>
                    <a:pt x="11433" y="4277"/>
                    <a:pt x="11406" y="4299"/>
                    <a:pt x="11406" y="4342"/>
                  </a:cubicBezTo>
                  <a:cubicBezTo>
                    <a:pt x="11406" y="4364"/>
                    <a:pt x="11433" y="4412"/>
                    <a:pt x="11477" y="4412"/>
                  </a:cubicBezTo>
                  <a:cubicBezTo>
                    <a:pt x="11520" y="4412"/>
                    <a:pt x="11541" y="4364"/>
                    <a:pt x="11541" y="4342"/>
                  </a:cubicBezTo>
                  <a:cubicBezTo>
                    <a:pt x="11541" y="4299"/>
                    <a:pt x="11520" y="4277"/>
                    <a:pt x="11477" y="4277"/>
                  </a:cubicBezTo>
                  <a:close/>
                  <a:moveTo>
                    <a:pt x="11747" y="4277"/>
                  </a:moveTo>
                  <a:cubicBezTo>
                    <a:pt x="11703" y="4277"/>
                    <a:pt x="11676" y="4299"/>
                    <a:pt x="11676" y="4342"/>
                  </a:cubicBezTo>
                  <a:cubicBezTo>
                    <a:pt x="11676" y="4364"/>
                    <a:pt x="11703" y="4412"/>
                    <a:pt x="11747" y="4412"/>
                  </a:cubicBezTo>
                  <a:cubicBezTo>
                    <a:pt x="11790" y="4412"/>
                    <a:pt x="11811" y="4364"/>
                    <a:pt x="11811" y="4342"/>
                  </a:cubicBezTo>
                  <a:cubicBezTo>
                    <a:pt x="11811" y="4299"/>
                    <a:pt x="11790" y="4277"/>
                    <a:pt x="11747" y="4277"/>
                  </a:cubicBezTo>
                  <a:close/>
                  <a:moveTo>
                    <a:pt x="12017" y="4277"/>
                  </a:moveTo>
                  <a:cubicBezTo>
                    <a:pt x="11973" y="4277"/>
                    <a:pt x="11946" y="4299"/>
                    <a:pt x="11946" y="4342"/>
                  </a:cubicBezTo>
                  <a:cubicBezTo>
                    <a:pt x="11946" y="4364"/>
                    <a:pt x="11973" y="4412"/>
                    <a:pt x="12017" y="4412"/>
                  </a:cubicBezTo>
                  <a:cubicBezTo>
                    <a:pt x="12060" y="4412"/>
                    <a:pt x="12081" y="4364"/>
                    <a:pt x="12081" y="4342"/>
                  </a:cubicBezTo>
                  <a:cubicBezTo>
                    <a:pt x="12081" y="4299"/>
                    <a:pt x="12060" y="4277"/>
                    <a:pt x="12017" y="4277"/>
                  </a:cubicBezTo>
                  <a:close/>
                  <a:moveTo>
                    <a:pt x="12287" y="4277"/>
                  </a:moveTo>
                  <a:cubicBezTo>
                    <a:pt x="12243" y="4277"/>
                    <a:pt x="12216" y="4299"/>
                    <a:pt x="12216" y="4342"/>
                  </a:cubicBezTo>
                  <a:cubicBezTo>
                    <a:pt x="12216" y="4364"/>
                    <a:pt x="12243" y="4412"/>
                    <a:pt x="12287" y="4412"/>
                  </a:cubicBezTo>
                  <a:cubicBezTo>
                    <a:pt x="12330" y="4412"/>
                    <a:pt x="12351" y="4364"/>
                    <a:pt x="12351" y="4342"/>
                  </a:cubicBezTo>
                  <a:cubicBezTo>
                    <a:pt x="12351" y="4299"/>
                    <a:pt x="12330" y="4277"/>
                    <a:pt x="12287" y="4277"/>
                  </a:cubicBezTo>
                  <a:close/>
                  <a:moveTo>
                    <a:pt x="12557" y="4277"/>
                  </a:moveTo>
                  <a:cubicBezTo>
                    <a:pt x="12513" y="4277"/>
                    <a:pt x="12486" y="4299"/>
                    <a:pt x="12486" y="4342"/>
                  </a:cubicBezTo>
                  <a:cubicBezTo>
                    <a:pt x="12486" y="4364"/>
                    <a:pt x="12513" y="4412"/>
                    <a:pt x="12557" y="4412"/>
                  </a:cubicBezTo>
                  <a:cubicBezTo>
                    <a:pt x="12600" y="4412"/>
                    <a:pt x="12621" y="4364"/>
                    <a:pt x="12621" y="4342"/>
                  </a:cubicBezTo>
                  <a:cubicBezTo>
                    <a:pt x="12621" y="4299"/>
                    <a:pt x="12600" y="4277"/>
                    <a:pt x="12557" y="4277"/>
                  </a:cubicBezTo>
                  <a:close/>
                  <a:moveTo>
                    <a:pt x="12827" y="4277"/>
                  </a:moveTo>
                  <a:cubicBezTo>
                    <a:pt x="12783" y="4277"/>
                    <a:pt x="12756" y="4299"/>
                    <a:pt x="12756" y="4342"/>
                  </a:cubicBezTo>
                  <a:cubicBezTo>
                    <a:pt x="12756" y="4364"/>
                    <a:pt x="12783" y="4412"/>
                    <a:pt x="12827" y="4412"/>
                  </a:cubicBezTo>
                  <a:cubicBezTo>
                    <a:pt x="12870" y="4412"/>
                    <a:pt x="12891" y="4364"/>
                    <a:pt x="12891" y="4342"/>
                  </a:cubicBezTo>
                  <a:cubicBezTo>
                    <a:pt x="12891" y="4299"/>
                    <a:pt x="12870" y="4277"/>
                    <a:pt x="12827" y="4277"/>
                  </a:cubicBezTo>
                  <a:close/>
                  <a:moveTo>
                    <a:pt x="13097" y="4277"/>
                  </a:moveTo>
                  <a:cubicBezTo>
                    <a:pt x="13053" y="4277"/>
                    <a:pt x="13026" y="4299"/>
                    <a:pt x="13026" y="4342"/>
                  </a:cubicBezTo>
                  <a:cubicBezTo>
                    <a:pt x="13026" y="4364"/>
                    <a:pt x="13053" y="4412"/>
                    <a:pt x="13097" y="4412"/>
                  </a:cubicBezTo>
                  <a:cubicBezTo>
                    <a:pt x="13140" y="4412"/>
                    <a:pt x="13161" y="4364"/>
                    <a:pt x="13161" y="4342"/>
                  </a:cubicBezTo>
                  <a:cubicBezTo>
                    <a:pt x="13161" y="4299"/>
                    <a:pt x="13140" y="4277"/>
                    <a:pt x="13097" y="4277"/>
                  </a:cubicBezTo>
                  <a:close/>
                  <a:moveTo>
                    <a:pt x="13367" y="4277"/>
                  </a:moveTo>
                  <a:cubicBezTo>
                    <a:pt x="13323" y="4277"/>
                    <a:pt x="13296" y="4299"/>
                    <a:pt x="13296" y="4342"/>
                  </a:cubicBezTo>
                  <a:cubicBezTo>
                    <a:pt x="13296" y="4364"/>
                    <a:pt x="13323" y="4412"/>
                    <a:pt x="13367" y="4412"/>
                  </a:cubicBezTo>
                  <a:cubicBezTo>
                    <a:pt x="13410" y="4412"/>
                    <a:pt x="13431" y="4364"/>
                    <a:pt x="13431" y="4342"/>
                  </a:cubicBezTo>
                  <a:cubicBezTo>
                    <a:pt x="13431" y="4299"/>
                    <a:pt x="13410" y="4277"/>
                    <a:pt x="13367" y="4277"/>
                  </a:cubicBezTo>
                  <a:close/>
                  <a:moveTo>
                    <a:pt x="13637" y="4277"/>
                  </a:moveTo>
                  <a:cubicBezTo>
                    <a:pt x="13593" y="4277"/>
                    <a:pt x="13566" y="4299"/>
                    <a:pt x="13566" y="4342"/>
                  </a:cubicBezTo>
                  <a:cubicBezTo>
                    <a:pt x="13566" y="4364"/>
                    <a:pt x="13593" y="4412"/>
                    <a:pt x="13637" y="4412"/>
                  </a:cubicBezTo>
                  <a:cubicBezTo>
                    <a:pt x="13680" y="4412"/>
                    <a:pt x="13701" y="4364"/>
                    <a:pt x="13701" y="4342"/>
                  </a:cubicBezTo>
                  <a:cubicBezTo>
                    <a:pt x="13701" y="4299"/>
                    <a:pt x="13680" y="4277"/>
                    <a:pt x="13637" y="4277"/>
                  </a:cubicBezTo>
                  <a:close/>
                  <a:moveTo>
                    <a:pt x="13907" y="4277"/>
                  </a:moveTo>
                  <a:cubicBezTo>
                    <a:pt x="13863" y="4277"/>
                    <a:pt x="13836" y="4299"/>
                    <a:pt x="13836" y="4342"/>
                  </a:cubicBezTo>
                  <a:cubicBezTo>
                    <a:pt x="13836" y="4364"/>
                    <a:pt x="13863" y="4412"/>
                    <a:pt x="13907" y="4412"/>
                  </a:cubicBezTo>
                  <a:cubicBezTo>
                    <a:pt x="13950" y="4412"/>
                    <a:pt x="13971" y="4364"/>
                    <a:pt x="13971" y="4342"/>
                  </a:cubicBezTo>
                  <a:cubicBezTo>
                    <a:pt x="13971" y="4299"/>
                    <a:pt x="13950" y="4277"/>
                    <a:pt x="13907" y="4277"/>
                  </a:cubicBezTo>
                  <a:close/>
                  <a:moveTo>
                    <a:pt x="14177" y="4277"/>
                  </a:moveTo>
                  <a:cubicBezTo>
                    <a:pt x="14133" y="4277"/>
                    <a:pt x="14106" y="4299"/>
                    <a:pt x="14106" y="4342"/>
                  </a:cubicBezTo>
                  <a:cubicBezTo>
                    <a:pt x="14106" y="4364"/>
                    <a:pt x="14133" y="4412"/>
                    <a:pt x="14177" y="4412"/>
                  </a:cubicBezTo>
                  <a:cubicBezTo>
                    <a:pt x="14220" y="4412"/>
                    <a:pt x="14241" y="4364"/>
                    <a:pt x="14241" y="4342"/>
                  </a:cubicBezTo>
                  <a:cubicBezTo>
                    <a:pt x="14241" y="4299"/>
                    <a:pt x="14220" y="4277"/>
                    <a:pt x="14177" y="4277"/>
                  </a:cubicBezTo>
                  <a:close/>
                  <a:moveTo>
                    <a:pt x="14447" y="4277"/>
                  </a:moveTo>
                  <a:cubicBezTo>
                    <a:pt x="14403" y="4277"/>
                    <a:pt x="14376" y="4299"/>
                    <a:pt x="14376" y="4342"/>
                  </a:cubicBezTo>
                  <a:cubicBezTo>
                    <a:pt x="14376" y="4364"/>
                    <a:pt x="14403" y="4412"/>
                    <a:pt x="14447" y="4412"/>
                  </a:cubicBezTo>
                  <a:cubicBezTo>
                    <a:pt x="14490" y="4412"/>
                    <a:pt x="14511" y="4364"/>
                    <a:pt x="14511" y="4342"/>
                  </a:cubicBezTo>
                  <a:cubicBezTo>
                    <a:pt x="14511" y="4299"/>
                    <a:pt x="14490" y="4277"/>
                    <a:pt x="14447" y="4277"/>
                  </a:cubicBezTo>
                  <a:close/>
                  <a:moveTo>
                    <a:pt x="14717" y="4277"/>
                  </a:moveTo>
                  <a:cubicBezTo>
                    <a:pt x="14673" y="4277"/>
                    <a:pt x="14646" y="4299"/>
                    <a:pt x="14646" y="4342"/>
                  </a:cubicBezTo>
                  <a:cubicBezTo>
                    <a:pt x="14646" y="4364"/>
                    <a:pt x="14673" y="4412"/>
                    <a:pt x="14717" y="4412"/>
                  </a:cubicBezTo>
                  <a:cubicBezTo>
                    <a:pt x="14760" y="4412"/>
                    <a:pt x="14781" y="4364"/>
                    <a:pt x="14781" y="4342"/>
                  </a:cubicBezTo>
                  <a:cubicBezTo>
                    <a:pt x="14781" y="4299"/>
                    <a:pt x="14760" y="4277"/>
                    <a:pt x="14717" y="4277"/>
                  </a:cubicBezTo>
                  <a:close/>
                  <a:moveTo>
                    <a:pt x="14987" y="4277"/>
                  </a:moveTo>
                  <a:cubicBezTo>
                    <a:pt x="14944" y="4277"/>
                    <a:pt x="14917" y="4299"/>
                    <a:pt x="14917" y="4342"/>
                  </a:cubicBezTo>
                  <a:cubicBezTo>
                    <a:pt x="14917" y="4364"/>
                    <a:pt x="14944" y="4412"/>
                    <a:pt x="14987" y="4412"/>
                  </a:cubicBezTo>
                  <a:cubicBezTo>
                    <a:pt x="15030" y="4412"/>
                    <a:pt x="15052" y="4364"/>
                    <a:pt x="15052" y="4342"/>
                  </a:cubicBezTo>
                  <a:cubicBezTo>
                    <a:pt x="15052" y="4299"/>
                    <a:pt x="15030" y="4277"/>
                    <a:pt x="14987" y="4277"/>
                  </a:cubicBezTo>
                  <a:close/>
                  <a:moveTo>
                    <a:pt x="15257" y="4277"/>
                  </a:moveTo>
                  <a:cubicBezTo>
                    <a:pt x="15214" y="4277"/>
                    <a:pt x="15187" y="4299"/>
                    <a:pt x="15187" y="4342"/>
                  </a:cubicBezTo>
                  <a:cubicBezTo>
                    <a:pt x="15187" y="4364"/>
                    <a:pt x="15214" y="4412"/>
                    <a:pt x="15257" y="4412"/>
                  </a:cubicBezTo>
                  <a:cubicBezTo>
                    <a:pt x="15300" y="4412"/>
                    <a:pt x="15322" y="4364"/>
                    <a:pt x="15322" y="4342"/>
                  </a:cubicBezTo>
                  <a:cubicBezTo>
                    <a:pt x="15322" y="4299"/>
                    <a:pt x="15300" y="4277"/>
                    <a:pt x="15257" y="4277"/>
                  </a:cubicBezTo>
                  <a:close/>
                  <a:moveTo>
                    <a:pt x="15527" y="4277"/>
                  </a:moveTo>
                  <a:cubicBezTo>
                    <a:pt x="15484" y="4277"/>
                    <a:pt x="15457" y="4299"/>
                    <a:pt x="15457" y="4342"/>
                  </a:cubicBezTo>
                  <a:cubicBezTo>
                    <a:pt x="15457" y="4364"/>
                    <a:pt x="15484" y="4412"/>
                    <a:pt x="15527" y="4412"/>
                  </a:cubicBezTo>
                  <a:cubicBezTo>
                    <a:pt x="15570" y="4412"/>
                    <a:pt x="15592" y="4364"/>
                    <a:pt x="15592" y="4342"/>
                  </a:cubicBezTo>
                  <a:cubicBezTo>
                    <a:pt x="15592" y="4299"/>
                    <a:pt x="15570" y="4277"/>
                    <a:pt x="15527" y="4277"/>
                  </a:cubicBezTo>
                  <a:close/>
                  <a:moveTo>
                    <a:pt x="15797" y="4277"/>
                  </a:moveTo>
                  <a:cubicBezTo>
                    <a:pt x="15754" y="4277"/>
                    <a:pt x="15727" y="4299"/>
                    <a:pt x="15727" y="4342"/>
                  </a:cubicBezTo>
                  <a:cubicBezTo>
                    <a:pt x="15727" y="4364"/>
                    <a:pt x="15754" y="4412"/>
                    <a:pt x="15797" y="4412"/>
                  </a:cubicBezTo>
                  <a:cubicBezTo>
                    <a:pt x="15840" y="4412"/>
                    <a:pt x="15862" y="4364"/>
                    <a:pt x="15862" y="4342"/>
                  </a:cubicBezTo>
                  <a:cubicBezTo>
                    <a:pt x="15862" y="4299"/>
                    <a:pt x="15840" y="4277"/>
                    <a:pt x="15797" y="4277"/>
                  </a:cubicBezTo>
                  <a:close/>
                  <a:moveTo>
                    <a:pt x="16067" y="4277"/>
                  </a:moveTo>
                  <a:cubicBezTo>
                    <a:pt x="16024" y="4277"/>
                    <a:pt x="15997" y="4299"/>
                    <a:pt x="15997" y="4342"/>
                  </a:cubicBezTo>
                  <a:cubicBezTo>
                    <a:pt x="15997" y="4364"/>
                    <a:pt x="16024" y="4412"/>
                    <a:pt x="16067" y="4412"/>
                  </a:cubicBezTo>
                  <a:cubicBezTo>
                    <a:pt x="16110" y="4412"/>
                    <a:pt x="16132" y="4364"/>
                    <a:pt x="16132" y="4342"/>
                  </a:cubicBezTo>
                  <a:cubicBezTo>
                    <a:pt x="16132" y="4299"/>
                    <a:pt x="16110" y="4277"/>
                    <a:pt x="16067" y="4277"/>
                  </a:cubicBezTo>
                  <a:close/>
                  <a:moveTo>
                    <a:pt x="16337" y="4277"/>
                  </a:moveTo>
                  <a:cubicBezTo>
                    <a:pt x="16294" y="4277"/>
                    <a:pt x="16267" y="4299"/>
                    <a:pt x="16267" y="4342"/>
                  </a:cubicBezTo>
                  <a:cubicBezTo>
                    <a:pt x="16267" y="4364"/>
                    <a:pt x="16294" y="4412"/>
                    <a:pt x="16337" y="4412"/>
                  </a:cubicBezTo>
                  <a:cubicBezTo>
                    <a:pt x="16380" y="4412"/>
                    <a:pt x="16402" y="4364"/>
                    <a:pt x="16402" y="4342"/>
                  </a:cubicBezTo>
                  <a:cubicBezTo>
                    <a:pt x="16402" y="4299"/>
                    <a:pt x="16380" y="4277"/>
                    <a:pt x="16337" y="4277"/>
                  </a:cubicBezTo>
                  <a:close/>
                  <a:moveTo>
                    <a:pt x="16607" y="4277"/>
                  </a:moveTo>
                  <a:cubicBezTo>
                    <a:pt x="16564" y="4277"/>
                    <a:pt x="16537" y="4299"/>
                    <a:pt x="16537" y="4342"/>
                  </a:cubicBezTo>
                  <a:cubicBezTo>
                    <a:pt x="16537" y="4364"/>
                    <a:pt x="16564" y="4412"/>
                    <a:pt x="16607" y="4412"/>
                  </a:cubicBezTo>
                  <a:cubicBezTo>
                    <a:pt x="16650" y="4412"/>
                    <a:pt x="16672" y="4364"/>
                    <a:pt x="16672" y="4342"/>
                  </a:cubicBezTo>
                  <a:cubicBezTo>
                    <a:pt x="16672" y="4299"/>
                    <a:pt x="16650" y="4277"/>
                    <a:pt x="16607" y="4277"/>
                  </a:cubicBezTo>
                  <a:close/>
                  <a:moveTo>
                    <a:pt x="16877" y="4277"/>
                  </a:moveTo>
                  <a:cubicBezTo>
                    <a:pt x="16834" y="4277"/>
                    <a:pt x="16807" y="4299"/>
                    <a:pt x="16807" y="4342"/>
                  </a:cubicBezTo>
                  <a:cubicBezTo>
                    <a:pt x="16807" y="4364"/>
                    <a:pt x="16834" y="4412"/>
                    <a:pt x="16877" y="4412"/>
                  </a:cubicBezTo>
                  <a:cubicBezTo>
                    <a:pt x="16920" y="4412"/>
                    <a:pt x="16942" y="4364"/>
                    <a:pt x="16942" y="4342"/>
                  </a:cubicBezTo>
                  <a:cubicBezTo>
                    <a:pt x="16942" y="4299"/>
                    <a:pt x="16920" y="4277"/>
                    <a:pt x="16877" y="4277"/>
                  </a:cubicBezTo>
                  <a:close/>
                  <a:moveTo>
                    <a:pt x="17147" y="4277"/>
                  </a:moveTo>
                  <a:cubicBezTo>
                    <a:pt x="17104" y="4277"/>
                    <a:pt x="17077" y="4299"/>
                    <a:pt x="17077" y="4342"/>
                  </a:cubicBezTo>
                  <a:cubicBezTo>
                    <a:pt x="17077" y="4364"/>
                    <a:pt x="17104" y="4412"/>
                    <a:pt x="17147" y="4412"/>
                  </a:cubicBezTo>
                  <a:cubicBezTo>
                    <a:pt x="17190" y="4412"/>
                    <a:pt x="17212" y="4364"/>
                    <a:pt x="17212" y="4342"/>
                  </a:cubicBezTo>
                  <a:cubicBezTo>
                    <a:pt x="17212" y="4299"/>
                    <a:pt x="17190" y="4277"/>
                    <a:pt x="17147" y="4277"/>
                  </a:cubicBezTo>
                  <a:close/>
                  <a:moveTo>
                    <a:pt x="17417" y="4277"/>
                  </a:moveTo>
                  <a:cubicBezTo>
                    <a:pt x="17374" y="4277"/>
                    <a:pt x="17347" y="4299"/>
                    <a:pt x="17347" y="4342"/>
                  </a:cubicBezTo>
                  <a:cubicBezTo>
                    <a:pt x="17347" y="4364"/>
                    <a:pt x="17374" y="4412"/>
                    <a:pt x="17417" y="4412"/>
                  </a:cubicBezTo>
                  <a:cubicBezTo>
                    <a:pt x="17460" y="4412"/>
                    <a:pt x="17482" y="4364"/>
                    <a:pt x="17482" y="4342"/>
                  </a:cubicBezTo>
                  <a:cubicBezTo>
                    <a:pt x="17482" y="4299"/>
                    <a:pt x="17460" y="4277"/>
                    <a:pt x="17417" y="4277"/>
                  </a:cubicBezTo>
                  <a:close/>
                  <a:moveTo>
                    <a:pt x="17687" y="4277"/>
                  </a:moveTo>
                  <a:cubicBezTo>
                    <a:pt x="17644" y="4277"/>
                    <a:pt x="17617" y="4299"/>
                    <a:pt x="17617" y="4342"/>
                  </a:cubicBezTo>
                  <a:cubicBezTo>
                    <a:pt x="17617" y="4364"/>
                    <a:pt x="17644" y="4412"/>
                    <a:pt x="17687" y="4412"/>
                  </a:cubicBezTo>
                  <a:cubicBezTo>
                    <a:pt x="17730" y="4412"/>
                    <a:pt x="17752" y="4364"/>
                    <a:pt x="17752" y="4342"/>
                  </a:cubicBezTo>
                  <a:cubicBezTo>
                    <a:pt x="17752" y="4299"/>
                    <a:pt x="17730" y="4277"/>
                    <a:pt x="17687" y="4277"/>
                  </a:cubicBezTo>
                  <a:close/>
                  <a:moveTo>
                    <a:pt x="17957" y="4277"/>
                  </a:moveTo>
                  <a:cubicBezTo>
                    <a:pt x="17914" y="4277"/>
                    <a:pt x="17887" y="4299"/>
                    <a:pt x="17887" y="4342"/>
                  </a:cubicBezTo>
                  <a:cubicBezTo>
                    <a:pt x="17887" y="4364"/>
                    <a:pt x="17914" y="4412"/>
                    <a:pt x="17957" y="4412"/>
                  </a:cubicBezTo>
                  <a:cubicBezTo>
                    <a:pt x="18000" y="4412"/>
                    <a:pt x="18022" y="4364"/>
                    <a:pt x="18022" y="4342"/>
                  </a:cubicBezTo>
                  <a:cubicBezTo>
                    <a:pt x="18022" y="4299"/>
                    <a:pt x="18000" y="4277"/>
                    <a:pt x="17957" y="4277"/>
                  </a:cubicBezTo>
                  <a:close/>
                  <a:moveTo>
                    <a:pt x="18227" y="4277"/>
                  </a:moveTo>
                  <a:cubicBezTo>
                    <a:pt x="18184" y="4277"/>
                    <a:pt x="18157" y="4299"/>
                    <a:pt x="18157" y="4342"/>
                  </a:cubicBezTo>
                  <a:cubicBezTo>
                    <a:pt x="18157" y="4364"/>
                    <a:pt x="18184" y="4412"/>
                    <a:pt x="18227" y="4412"/>
                  </a:cubicBezTo>
                  <a:cubicBezTo>
                    <a:pt x="18270" y="4412"/>
                    <a:pt x="18292" y="4364"/>
                    <a:pt x="18292" y="4342"/>
                  </a:cubicBezTo>
                  <a:cubicBezTo>
                    <a:pt x="18292" y="4299"/>
                    <a:pt x="18270" y="4277"/>
                    <a:pt x="18227" y="4277"/>
                  </a:cubicBezTo>
                  <a:close/>
                  <a:moveTo>
                    <a:pt x="18497" y="4277"/>
                  </a:moveTo>
                  <a:cubicBezTo>
                    <a:pt x="18454" y="4277"/>
                    <a:pt x="18427" y="4299"/>
                    <a:pt x="18427" y="4342"/>
                  </a:cubicBezTo>
                  <a:cubicBezTo>
                    <a:pt x="18427" y="4364"/>
                    <a:pt x="18454" y="4412"/>
                    <a:pt x="18497" y="4412"/>
                  </a:cubicBezTo>
                  <a:cubicBezTo>
                    <a:pt x="18540" y="4412"/>
                    <a:pt x="18562" y="4364"/>
                    <a:pt x="18562" y="4342"/>
                  </a:cubicBezTo>
                  <a:cubicBezTo>
                    <a:pt x="18562" y="4299"/>
                    <a:pt x="18540" y="4277"/>
                    <a:pt x="18497" y="4277"/>
                  </a:cubicBezTo>
                  <a:close/>
                  <a:moveTo>
                    <a:pt x="18767" y="4277"/>
                  </a:moveTo>
                  <a:cubicBezTo>
                    <a:pt x="18724" y="4277"/>
                    <a:pt x="18697" y="4299"/>
                    <a:pt x="18697" y="4342"/>
                  </a:cubicBezTo>
                  <a:cubicBezTo>
                    <a:pt x="18697" y="4364"/>
                    <a:pt x="18724" y="4412"/>
                    <a:pt x="18767" y="4412"/>
                  </a:cubicBezTo>
                  <a:cubicBezTo>
                    <a:pt x="18810" y="4412"/>
                    <a:pt x="18832" y="4364"/>
                    <a:pt x="18832" y="4342"/>
                  </a:cubicBezTo>
                  <a:cubicBezTo>
                    <a:pt x="18832" y="4299"/>
                    <a:pt x="18810" y="4277"/>
                    <a:pt x="18767" y="4277"/>
                  </a:cubicBezTo>
                  <a:close/>
                  <a:moveTo>
                    <a:pt x="19037" y="4277"/>
                  </a:moveTo>
                  <a:cubicBezTo>
                    <a:pt x="18994" y="4277"/>
                    <a:pt x="18967" y="4299"/>
                    <a:pt x="18967" y="4342"/>
                  </a:cubicBezTo>
                  <a:cubicBezTo>
                    <a:pt x="18967" y="4364"/>
                    <a:pt x="18994" y="4412"/>
                    <a:pt x="19037" y="4412"/>
                  </a:cubicBezTo>
                  <a:cubicBezTo>
                    <a:pt x="19080" y="4412"/>
                    <a:pt x="19102" y="4364"/>
                    <a:pt x="19102" y="4342"/>
                  </a:cubicBezTo>
                  <a:cubicBezTo>
                    <a:pt x="19102" y="4299"/>
                    <a:pt x="19080" y="4277"/>
                    <a:pt x="19037" y="4277"/>
                  </a:cubicBezTo>
                  <a:close/>
                  <a:moveTo>
                    <a:pt x="19307" y="4277"/>
                  </a:moveTo>
                  <a:cubicBezTo>
                    <a:pt x="19264" y="4277"/>
                    <a:pt x="19237" y="4299"/>
                    <a:pt x="19237" y="4342"/>
                  </a:cubicBezTo>
                  <a:cubicBezTo>
                    <a:pt x="19237" y="4364"/>
                    <a:pt x="19264" y="4412"/>
                    <a:pt x="19307" y="4412"/>
                  </a:cubicBezTo>
                  <a:cubicBezTo>
                    <a:pt x="19350" y="4412"/>
                    <a:pt x="19372" y="4364"/>
                    <a:pt x="19372" y="4342"/>
                  </a:cubicBezTo>
                  <a:cubicBezTo>
                    <a:pt x="19372" y="4299"/>
                    <a:pt x="19350" y="4277"/>
                    <a:pt x="19307" y="4277"/>
                  </a:cubicBezTo>
                  <a:close/>
                  <a:moveTo>
                    <a:pt x="19577" y="4277"/>
                  </a:moveTo>
                  <a:cubicBezTo>
                    <a:pt x="19534" y="4277"/>
                    <a:pt x="19507" y="4299"/>
                    <a:pt x="19507" y="4342"/>
                  </a:cubicBezTo>
                  <a:cubicBezTo>
                    <a:pt x="19507" y="4364"/>
                    <a:pt x="19534" y="4412"/>
                    <a:pt x="19577" y="4412"/>
                  </a:cubicBezTo>
                  <a:cubicBezTo>
                    <a:pt x="19620" y="4412"/>
                    <a:pt x="19642" y="4364"/>
                    <a:pt x="19642" y="4342"/>
                  </a:cubicBezTo>
                  <a:cubicBezTo>
                    <a:pt x="19642" y="4299"/>
                    <a:pt x="19620" y="4277"/>
                    <a:pt x="19577" y="4277"/>
                  </a:cubicBezTo>
                  <a:close/>
                  <a:moveTo>
                    <a:pt x="19847" y="4277"/>
                  </a:moveTo>
                  <a:cubicBezTo>
                    <a:pt x="19804" y="4277"/>
                    <a:pt x="19777" y="4299"/>
                    <a:pt x="19777" y="4342"/>
                  </a:cubicBezTo>
                  <a:cubicBezTo>
                    <a:pt x="19777" y="4364"/>
                    <a:pt x="19804" y="4412"/>
                    <a:pt x="19847" y="4412"/>
                  </a:cubicBezTo>
                  <a:cubicBezTo>
                    <a:pt x="19890" y="4412"/>
                    <a:pt x="19912" y="4364"/>
                    <a:pt x="19912" y="4342"/>
                  </a:cubicBezTo>
                  <a:cubicBezTo>
                    <a:pt x="19912" y="4299"/>
                    <a:pt x="19890" y="4277"/>
                    <a:pt x="19847" y="4277"/>
                  </a:cubicBezTo>
                  <a:close/>
                  <a:moveTo>
                    <a:pt x="20117" y="4277"/>
                  </a:moveTo>
                  <a:cubicBezTo>
                    <a:pt x="20074" y="4277"/>
                    <a:pt x="20047" y="4299"/>
                    <a:pt x="20047" y="4342"/>
                  </a:cubicBezTo>
                  <a:cubicBezTo>
                    <a:pt x="20047" y="4364"/>
                    <a:pt x="20074" y="4412"/>
                    <a:pt x="20117" y="4412"/>
                  </a:cubicBezTo>
                  <a:cubicBezTo>
                    <a:pt x="20160" y="4412"/>
                    <a:pt x="20182" y="4364"/>
                    <a:pt x="20182" y="4342"/>
                  </a:cubicBezTo>
                  <a:cubicBezTo>
                    <a:pt x="20182" y="4299"/>
                    <a:pt x="20160" y="4277"/>
                    <a:pt x="20117" y="4277"/>
                  </a:cubicBezTo>
                  <a:close/>
                  <a:moveTo>
                    <a:pt x="20387" y="4277"/>
                  </a:moveTo>
                  <a:cubicBezTo>
                    <a:pt x="20344" y="4277"/>
                    <a:pt x="20317" y="4299"/>
                    <a:pt x="20317" y="4342"/>
                  </a:cubicBezTo>
                  <a:cubicBezTo>
                    <a:pt x="20317" y="4364"/>
                    <a:pt x="20344" y="4412"/>
                    <a:pt x="20387" y="4412"/>
                  </a:cubicBezTo>
                  <a:cubicBezTo>
                    <a:pt x="20430" y="4412"/>
                    <a:pt x="20452" y="4364"/>
                    <a:pt x="20452" y="4342"/>
                  </a:cubicBezTo>
                  <a:cubicBezTo>
                    <a:pt x="20452" y="4299"/>
                    <a:pt x="20430" y="4277"/>
                    <a:pt x="20387" y="4277"/>
                  </a:cubicBezTo>
                  <a:close/>
                  <a:moveTo>
                    <a:pt x="20657" y="4277"/>
                  </a:moveTo>
                  <a:cubicBezTo>
                    <a:pt x="20614" y="4277"/>
                    <a:pt x="20587" y="4299"/>
                    <a:pt x="20587" y="4342"/>
                  </a:cubicBezTo>
                  <a:cubicBezTo>
                    <a:pt x="20587" y="4364"/>
                    <a:pt x="20614" y="4412"/>
                    <a:pt x="20657" y="4412"/>
                  </a:cubicBezTo>
                  <a:cubicBezTo>
                    <a:pt x="20700" y="4412"/>
                    <a:pt x="20722" y="4364"/>
                    <a:pt x="20722" y="4342"/>
                  </a:cubicBezTo>
                  <a:cubicBezTo>
                    <a:pt x="20722" y="4299"/>
                    <a:pt x="20700" y="4277"/>
                    <a:pt x="20657" y="4277"/>
                  </a:cubicBezTo>
                  <a:close/>
                  <a:moveTo>
                    <a:pt x="20927" y="4277"/>
                  </a:moveTo>
                  <a:cubicBezTo>
                    <a:pt x="20884" y="4277"/>
                    <a:pt x="20857" y="4299"/>
                    <a:pt x="20857" y="4342"/>
                  </a:cubicBezTo>
                  <a:cubicBezTo>
                    <a:pt x="20857" y="4364"/>
                    <a:pt x="20884" y="4412"/>
                    <a:pt x="20927" y="4412"/>
                  </a:cubicBezTo>
                  <a:cubicBezTo>
                    <a:pt x="20970" y="4412"/>
                    <a:pt x="20992" y="4364"/>
                    <a:pt x="20992" y="4342"/>
                  </a:cubicBezTo>
                  <a:cubicBezTo>
                    <a:pt x="20992" y="4299"/>
                    <a:pt x="20970" y="4277"/>
                    <a:pt x="20927" y="4277"/>
                  </a:cubicBezTo>
                  <a:close/>
                  <a:moveTo>
                    <a:pt x="20992" y="4477"/>
                  </a:moveTo>
                  <a:cubicBezTo>
                    <a:pt x="20949" y="4477"/>
                    <a:pt x="20927" y="4499"/>
                    <a:pt x="20927" y="4547"/>
                  </a:cubicBezTo>
                  <a:cubicBezTo>
                    <a:pt x="20927" y="4569"/>
                    <a:pt x="20949" y="4612"/>
                    <a:pt x="20992" y="4612"/>
                  </a:cubicBezTo>
                  <a:cubicBezTo>
                    <a:pt x="21040" y="4612"/>
                    <a:pt x="21062" y="4569"/>
                    <a:pt x="21062" y="4547"/>
                  </a:cubicBezTo>
                  <a:cubicBezTo>
                    <a:pt x="21062" y="4499"/>
                    <a:pt x="21040" y="4477"/>
                    <a:pt x="20992" y="4477"/>
                  </a:cubicBezTo>
                  <a:close/>
                  <a:moveTo>
                    <a:pt x="20992" y="4747"/>
                  </a:moveTo>
                  <a:cubicBezTo>
                    <a:pt x="20949" y="4747"/>
                    <a:pt x="20927" y="4769"/>
                    <a:pt x="20927" y="4817"/>
                  </a:cubicBezTo>
                  <a:cubicBezTo>
                    <a:pt x="20927" y="4839"/>
                    <a:pt x="20949" y="4882"/>
                    <a:pt x="20992" y="4882"/>
                  </a:cubicBezTo>
                  <a:cubicBezTo>
                    <a:pt x="21040" y="4882"/>
                    <a:pt x="21062" y="4839"/>
                    <a:pt x="21062" y="4817"/>
                  </a:cubicBezTo>
                  <a:cubicBezTo>
                    <a:pt x="21062" y="4769"/>
                    <a:pt x="21040" y="4747"/>
                    <a:pt x="20992" y="4747"/>
                  </a:cubicBezTo>
                  <a:close/>
                  <a:moveTo>
                    <a:pt x="20992" y="5017"/>
                  </a:moveTo>
                  <a:cubicBezTo>
                    <a:pt x="20949" y="5017"/>
                    <a:pt x="20927" y="5039"/>
                    <a:pt x="20927" y="5087"/>
                  </a:cubicBezTo>
                  <a:cubicBezTo>
                    <a:pt x="20927" y="5109"/>
                    <a:pt x="20949" y="5152"/>
                    <a:pt x="20992" y="5152"/>
                  </a:cubicBezTo>
                  <a:cubicBezTo>
                    <a:pt x="21040" y="5152"/>
                    <a:pt x="21062" y="5109"/>
                    <a:pt x="21062" y="5087"/>
                  </a:cubicBezTo>
                  <a:cubicBezTo>
                    <a:pt x="21062" y="5039"/>
                    <a:pt x="21040" y="5017"/>
                    <a:pt x="20992" y="5017"/>
                  </a:cubicBezTo>
                  <a:close/>
                  <a:moveTo>
                    <a:pt x="20992" y="5287"/>
                  </a:moveTo>
                  <a:cubicBezTo>
                    <a:pt x="20949" y="5287"/>
                    <a:pt x="20927" y="5309"/>
                    <a:pt x="20927" y="5357"/>
                  </a:cubicBezTo>
                  <a:cubicBezTo>
                    <a:pt x="20927" y="5379"/>
                    <a:pt x="20949" y="5422"/>
                    <a:pt x="20992" y="5422"/>
                  </a:cubicBezTo>
                  <a:cubicBezTo>
                    <a:pt x="21040" y="5422"/>
                    <a:pt x="21062" y="5379"/>
                    <a:pt x="21062" y="5357"/>
                  </a:cubicBezTo>
                  <a:cubicBezTo>
                    <a:pt x="21062" y="5309"/>
                    <a:pt x="21040" y="5287"/>
                    <a:pt x="20992" y="5287"/>
                  </a:cubicBezTo>
                  <a:close/>
                  <a:moveTo>
                    <a:pt x="20992" y="5557"/>
                  </a:moveTo>
                  <a:cubicBezTo>
                    <a:pt x="20949" y="5557"/>
                    <a:pt x="20927" y="5579"/>
                    <a:pt x="20927" y="5627"/>
                  </a:cubicBezTo>
                  <a:cubicBezTo>
                    <a:pt x="20927" y="5649"/>
                    <a:pt x="20949" y="5692"/>
                    <a:pt x="20992" y="5692"/>
                  </a:cubicBezTo>
                  <a:cubicBezTo>
                    <a:pt x="21040" y="5692"/>
                    <a:pt x="21062" y="5649"/>
                    <a:pt x="21062" y="5627"/>
                  </a:cubicBezTo>
                  <a:cubicBezTo>
                    <a:pt x="21062" y="5579"/>
                    <a:pt x="21040" y="5557"/>
                    <a:pt x="20992" y="5557"/>
                  </a:cubicBezTo>
                  <a:close/>
                  <a:moveTo>
                    <a:pt x="20992" y="5827"/>
                  </a:moveTo>
                  <a:cubicBezTo>
                    <a:pt x="20949" y="5827"/>
                    <a:pt x="20927" y="5849"/>
                    <a:pt x="20927" y="5897"/>
                  </a:cubicBezTo>
                  <a:cubicBezTo>
                    <a:pt x="20927" y="5919"/>
                    <a:pt x="20949" y="5962"/>
                    <a:pt x="20992" y="5962"/>
                  </a:cubicBezTo>
                  <a:cubicBezTo>
                    <a:pt x="21040" y="5962"/>
                    <a:pt x="21062" y="5919"/>
                    <a:pt x="21062" y="5897"/>
                  </a:cubicBezTo>
                  <a:cubicBezTo>
                    <a:pt x="21062" y="5849"/>
                    <a:pt x="21040" y="5827"/>
                    <a:pt x="20992" y="5827"/>
                  </a:cubicBezTo>
                  <a:close/>
                  <a:moveTo>
                    <a:pt x="20992" y="6097"/>
                  </a:moveTo>
                  <a:cubicBezTo>
                    <a:pt x="20949" y="6097"/>
                    <a:pt x="20927" y="6119"/>
                    <a:pt x="20927" y="6167"/>
                  </a:cubicBezTo>
                  <a:cubicBezTo>
                    <a:pt x="20927" y="6189"/>
                    <a:pt x="20949" y="6232"/>
                    <a:pt x="20992" y="6232"/>
                  </a:cubicBezTo>
                  <a:cubicBezTo>
                    <a:pt x="21040" y="6232"/>
                    <a:pt x="21062" y="6189"/>
                    <a:pt x="21062" y="6167"/>
                  </a:cubicBezTo>
                  <a:cubicBezTo>
                    <a:pt x="21062" y="6119"/>
                    <a:pt x="21040" y="6097"/>
                    <a:pt x="20992" y="6097"/>
                  </a:cubicBezTo>
                  <a:close/>
                  <a:moveTo>
                    <a:pt x="20992" y="6367"/>
                  </a:moveTo>
                  <a:cubicBezTo>
                    <a:pt x="20949" y="6367"/>
                    <a:pt x="20927" y="6389"/>
                    <a:pt x="20927" y="6437"/>
                  </a:cubicBezTo>
                  <a:cubicBezTo>
                    <a:pt x="20927" y="6459"/>
                    <a:pt x="20949" y="6502"/>
                    <a:pt x="20992" y="6502"/>
                  </a:cubicBezTo>
                  <a:cubicBezTo>
                    <a:pt x="21040" y="6502"/>
                    <a:pt x="21062" y="6459"/>
                    <a:pt x="21062" y="6437"/>
                  </a:cubicBezTo>
                  <a:cubicBezTo>
                    <a:pt x="21062" y="6389"/>
                    <a:pt x="21040" y="6367"/>
                    <a:pt x="20992" y="6367"/>
                  </a:cubicBezTo>
                  <a:close/>
                  <a:moveTo>
                    <a:pt x="20992" y="6637"/>
                  </a:moveTo>
                  <a:cubicBezTo>
                    <a:pt x="20949" y="6637"/>
                    <a:pt x="20927" y="6659"/>
                    <a:pt x="20927" y="6707"/>
                  </a:cubicBezTo>
                  <a:cubicBezTo>
                    <a:pt x="20927" y="6729"/>
                    <a:pt x="20949" y="6772"/>
                    <a:pt x="20992" y="6772"/>
                  </a:cubicBezTo>
                  <a:cubicBezTo>
                    <a:pt x="21040" y="6772"/>
                    <a:pt x="21062" y="6729"/>
                    <a:pt x="21062" y="6707"/>
                  </a:cubicBezTo>
                  <a:cubicBezTo>
                    <a:pt x="21062" y="6659"/>
                    <a:pt x="21040" y="6637"/>
                    <a:pt x="20992" y="6637"/>
                  </a:cubicBezTo>
                  <a:close/>
                  <a:moveTo>
                    <a:pt x="20992" y="6907"/>
                  </a:moveTo>
                  <a:cubicBezTo>
                    <a:pt x="20949" y="6907"/>
                    <a:pt x="20927" y="6929"/>
                    <a:pt x="20927" y="6977"/>
                  </a:cubicBezTo>
                  <a:cubicBezTo>
                    <a:pt x="20927" y="6999"/>
                    <a:pt x="20949" y="7042"/>
                    <a:pt x="20992" y="7042"/>
                  </a:cubicBezTo>
                  <a:cubicBezTo>
                    <a:pt x="21040" y="7042"/>
                    <a:pt x="21062" y="6999"/>
                    <a:pt x="21062" y="6977"/>
                  </a:cubicBezTo>
                  <a:cubicBezTo>
                    <a:pt x="21062" y="6929"/>
                    <a:pt x="21040" y="6907"/>
                    <a:pt x="20992" y="6907"/>
                  </a:cubicBezTo>
                  <a:close/>
                  <a:moveTo>
                    <a:pt x="20992" y="7177"/>
                  </a:moveTo>
                  <a:cubicBezTo>
                    <a:pt x="20949" y="7177"/>
                    <a:pt x="20927" y="7199"/>
                    <a:pt x="20927" y="7248"/>
                  </a:cubicBezTo>
                  <a:cubicBezTo>
                    <a:pt x="20927" y="7269"/>
                    <a:pt x="20949" y="7312"/>
                    <a:pt x="20992" y="7312"/>
                  </a:cubicBezTo>
                  <a:cubicBezTo>
                    <a:pt x="21040" y="7312"/>
                    <a:pt x="21062" y="7269"/>
                    <a:pt x="21062" y="7248"/>
                  </a:cubicBezTo>
                  <a:cubicBezTo>
                    <a:pt x="21062" y="7199"/>
                    <a:pt x="21040" y="7177"/>
                    <a:pt x="20992" y="7177"/>
                  </a:cubicBezTo>
                  <a:close/>
                  <a:moveTo>
                    <a:pt x="20992" y="7447"/>
                  </a:moveTo>
                  <a:cubicBezTo>
                    <a:pt x="20949" y="7447"/>
                    <a:pt x="20927" y="7469"/>
                    <a:pt x="20927" y="7518"/>
                  </a:cubicBezTo>
                  <a:cubicBezTo>
                    <a:pt x="20927" y="7539"/>
                    <a:pt x="20949" y="7582"/>
                    <a:pt x="20992" y="7582"/>
                  </a:cubicBezTo>
                  <a:cubicBezTo>
                    <a:pt x="21040" y="7582"/>
                    <a:pt x="21062" y="7539"/>
                    <a:pt x="21062" y="7518"/>
                  </a:cubicBezTo>
                  <a:cubicBezTo>
                    <a:pt x="21062" y="7469"/>
                    <a:pt x="21040" y="7447"/>
                    <a:pt x="20992" y="7447"/>
                  </a:cubicBezTo>
                  <a:close/>
                  <a:moveTo>
                    <a:pt x="20992" y="7717"/>
                  </a:moveTo>
                  <a:cubicBezTo>
                    <a:pt x="20949" y="7717"/>
                    <a:pt x="20927" y="7739"/>
                    <a:pt x="20927" y="7788"/>
                  </a:cubicBezTo>
                  <a:cubicBezTo>
                    <a:pt x="20927" y="7809"/>
                    <a:pt x="20949" y="7852"/>
                    <a:pt x="20992" y="7852"/>
                  </a:cubicBezTo>
                  <a:cubicBezTo>
                    <a:pt x="21040" y="7852"/>
                    <a:pt x="21062" y="7809"/>
                    <a:pt x="21062" y="7788"/>
                  </a:cubicBezTo>
                  <a:cubicBezTo>
                    <a:pt x="21062" y="7739"/>
                    <a:pt x="21040" y="7717"/>
                    <a:pt x="20992" y="7717"/>
                  </a:cubicBezTo>
                  <a:close/>
                  <a:moveTo>
                    <a:pt x="20992" y="7987"/>
                  </a:moveTo>
                  <a:cubicBezTo>
                    <a:pt x="20949" y="7987"/>
                    <a:pt x="20927" y="8009"/>
                    <a:pt x="20927" y="8058"/>
                  </a:cubicBezTo>
                  <a:cubicBezTo>
                    <a:pt x="20927" y="8079"/>
                    <a:pt x="20949" y="8122"/>
                    <a:pt x="20992" y="8122"/>
                  </a:cubicBezTo>
                  <a:cubicBezTo>
                    <a:pt x="21040" y="8122"/>
                    <a:pt x="21062" y="8079"/>
                    <a:pt x="21062" y="8058"/>
                  </a:cubicBezTo>
                  <a:cubicBezTo>
                    <a:pt x="21062" y="8009"/>
                    <a:pt x="21040" y="7987"/>
                    <a:pt x="20992" y="7987"/>
                  </a:cubicBezTo>
                  <a:close/>
                  <a:moveTo>
                    <a:pt x="20992" y="8257"/>
                  </a:moveTo>
                  <a:cubicBezTo>
                    <a:pt x="20949" y="8257"/>
                    <a:pt x="20927" y="8279"/>
                    <a:pt x="20927" y="8328"/>
                  </a:cubicBezTo>
                  <a:cubicBezTo>
                    <a:pt x="20927" y="8349"/>
                    <a:pt x="20949" y="8392"/>
                    <a:pt x="20992" y="8392"/>
                  </a:cubicBezTo>
                  <a:cubicBezTo>
                    <a:pt x="21040" y="8392"/>
                    <a:pt x="21062" y="8349"/>
                    <a:pt x="21062" y="8328"/>
                  </a:cubicBezTo>
                  <a:cubicBezTo>
                    <a:pt x="21062" y="8279"/>
                    <a:pt x="21040" y="8257"/>
                    <a:pt x="20992" y="8257"/>
                  </a:cubicBezTo>
                  <a:close/>
                  <a:moveTo>
                    <a:pt x="20992" y="8527"/>
                  </a:moveTo>
                  <a:cubicBezTo>
                    <a:pt x="20949" y="8527"/>
                    <a:pt x="20927" y="8549"/>
                    <a:pt x="20927" y="8598"/>
                  </a:cubicBezTo>
                  <a:cubicBezTo>
                    <a:pt x="20927" y="8619"/>
                    <a:pt x="20949" y="8662"/>
                    <a:pt x="20992" y="8662"/>
                  </a:cubicBezTo>
                  <a:cubicBezTo>
                    <a:pt x="21040" y="8662"/>
                    <a:pt x="21062" y="8619"/>
                    <a:pt x="21062" y="8598"/>
                  </a:cubicBezTo>
                  <a:cubicBezTo>
                    <a:pt x="21062" y="8549"/>
                    <a:pt x="21040" y="8527"/>
                    <a:pt x="20992" y="8527"/>
                  </a:cubicBezTo>
                  <a:close/>
                  <a:moveTo>
                    <a:pt x="20992" y="8797"/>
                  </a:moveTo>
                  <a:cubicBezTo>
                    <a:pt x="20949" y="8797"/>
                    <a:pt x="20927" y="8819"/>
                    <a:pt x="20927" y="8868"/>
                  </a:cubicBezTo>
                  <a:cubicBezTo>
                    <a:pt x="20927" y="8889"/>
                    <a:pt x="20949" y="8932"/>
                    <a:pt x="20992" y="8932"/>
                  </a:cubicBezTo>
                  <a:cubicBezTo>
                    <a:pt x="21040" y="8932"/>
                    <a:pt x="21062" y="8889"/>
                    <a:pt x="21062" y="8868"/>
                  </a:cubicBezTo>
                  <a:cubicBezTo>
                    <a:pt x="21062" y="8819"/>
                    <a:pt x="21040" y="8797"/>
                    <a:pt x="20992" y="8797"/>
                  </a:cubicBezTo>
                  <a:close/>
                  <a:moveTo>
                    <a:pt x="20992" y="9067"/>
                  </a:moveTo>
                  <a:cubicBezTo>
                    <a:pt x="20949" y="9067"/>
                    <a:pt x="20927" y="9089"/>
                    <a:pt x="20927" y="9138"/>
                  </a:cubicBezTo>
                  <a:cubicBezTo>
                    <a:pt x="20927" y="9159"/>
                    <a:pt x="20949" y="9202"/>
                    <a:pt x="20992" y="9202"/>
                  </a:cubicBezTo>
                  <a:cubicBezTo>
                    <a:pt x="21040" y="9202"/>
                    <a:pt x="21062" y="9159"/>
                    <a:pt x="21062" y="9138"/>
                  </a:cubicBezTo>
                  <a:cubicBezTo>
                    <a:pt x="21062" y="9089"/>
                    <a:pt x="21040" y="9067"/>
                    <a:pt x="20992" y="9067"/>
                  </a:cubicBezTo>
                  <a:close/>
                  <a:moveTo>
                    <a:pt x="20992" y="9337"/>
                  </a:moveTo>
                  <a:cubicBezTo>
                    <a:pt x="20949" y="9337"/>
                    <a:pt x="20927" y="9359"/>
                    <a:pt x="20927" y="9408"/>
                  </a:cubicBezTo>
                  <a:cubicBezTo>
                    <a:pt x="20927" y="9429"/>
                    <a:pt x="20949" y="9472"/>
                    <a:pt x="20992" y="9472"/>
                  </a:cubicBezTo>
                  <a:cubicBezTo>
                    <a:pt x="21040" y="9472"/>
                    <a:pt x="21062" y="9429"/>
                    <a:pt x="21062" y="9408"/>
                  </a:cubicBezTo>
                  <a:cubicBezTo>
                    <a:pt x="21062" y="9359"/>
                    <a:pt x="21040" y="9337"/>
                    <a:pt x="20992" y="9337"/>
                  </a:cubicBezTo>
                  <a:close/>
                  <a:moveTo>
                    <a:pt x="20992" y="9607"/>
                  </a:moveTo>
                  <a:cubicBezTo>
                    <a:pt x="20949" y="9607"/>
                    <a:pt x="20927" y="9629"/>
                    <a:pt x="20927" y="9678"/>
                  </a:cubicBezTo>
                  <a:cubicBezTo>
                    <a:pt x="20927" y="9699"/>
                    <a:pt x="20949" y="9742"/>
                    <a:pt x="20992" y="9742"/>
                  </a:cubicBezTo>
                  <a:cubicBezTo>
                    <a:pt x="21040" y="9742"/>
                    <a:pt x="21062" y="9699"/>
                    <a:pt x="21062" y="9678"/>
                  </a:cubicBezTo>
                  <a:cubicBezTo>
                    <a:pt x="21062" y="9629"/>
                    <a:pt x="21040" y="9607"/>
                    <a:pt x="20992" y="9607"/>
                  </a:cubicBezTo>
                  <a:close/>
                  <a:moveTo>
                    <a:pt x="20992" y="9877"/>
                  </a:moveTo>
                  <a:cubicBezTo>
                    <a:pt x="20949" y="9877"/>
                    <a:pt x="20927" y="9899"/>
                    <a:pt x="20927" y="9948"/>
                  </a:cubicBezTo>
                  <a:cubicBezTo>
                    <a:pt x="20927" y="9969"/>
                    <a:pt x="20949" y="10012"/>
                    <a:pt x="20992" y="10012"/>
                  </a:cubicBezTo>
                  <a:cubicBezTo>
                    <a:pt x="21040" y="10012"/>
                    <a:pt x="21062" y="9969"/>
                    <a:pt x="21062" y="9948"/>
                  </a:cubicBezTo>
                  <a:cubicBezTo>
                    <a:pt x="21062" y="9899"/>
                    <a:pt x="21040" y="9877"/>
                    <a:pt x="20992" y="9877"/>
                  </a:cubicBezTo>
                  <a:close/>
                  <a:moveTo>
                    <a:pt x="20992" y="10147"/>
                  </a:moveTo>
                  <a:cubicBezTo>
                    <a:pt x="20949" y="10147"/>
                    <a:pt x="20927" y="10169"/>
                    <a:pt x="20927" y="10218"/>
                  </a:cubicBezTo>
                  <a:cubicBezTo>
                    <a:pt x="20927" y="10239"/>
                    <a:pt x="20949" y="10282"/>
                    <a:pt x="20992" y="10282"/>
                  </a:cubicBezTo>
                  <a:cubicBezTo>
                    <a:pt x="21040" y="10282"/>
                    <a:pt x="21062" y="10239"/>
                    <a:pt x="21062" y="10218"/>
                  </a:cubicBezTo>
                  <a:cubicBezTo>
                    <a:pt x="21062" y="10169"/>
                    <a:pt x="21040" y="10147"/>
                    <a:pt x="20992" y="10147"/>
                  </a:cubicBezTo>
                  <a:close/>
                  <a:moveTo>
                    <a:pt x="20992" y="10417"/>
                  </a:moveTo>
                  <a:cubicBezTo>
                    <a:pt x="20949" y="10417"/>
                    <a:pt x="20927" y="10439"/>
                    <a:pt x="20927" y="10488"/>
                  </a:cubicBezTo>
                  <a:cubicBezTo>
                    <a:pt x="20927" y="10509"/>
                    <a:pt x="20949" y="10552"/>
                    <a:pt x="20992" y="10552"/>
                  </a:cubicBezTo>
                  <a:cubicBezTo>
                    <a:pt x="21040" y="10552"/>
                    <a:pt x="21062" y="10509"/>
                    <a:pt x="21062" y="10488"/>
                  </a:cubicBezTo>
                  <a:cubicBezTo>
                    <a:pt x="21062" y="10439"/>
                    <a:pt x="21040" y="10417"/>
                    <a:pt x="20992" y="10417"/>
                  </a:cubicBezTo>
                  <a:close/>
                  <a:moveTo>
                    <a:pt x="20992" y="10687"/>
                  </a:moveTo>
                  <a:cubicBezTo>
                    <a:pt x="20949" y="10687"/>
                    <a:pt x="20927" y="10709"/>
                    <a:pt x="20927" y="10758"/>
                  </a:cubicBezTo>
                  <a:cubicBezTo>
                    <a:pt x="20927" y="10779"/>
                    <a:pt x="20949" y="10822"/>
                    <a:pt x="20992" y="10822"/>
                  </a:cubicBezTo>
                  <a:cubicBezTo>
                    <a:pt x="21040" y="10822"/>
                    <a:pt x="21062" y="10779"/>
                    <a:pt x="21062" y="10758"/>
                  </a:cubicBezTo>
                  <a:cubicBezTo>
                    <a:pt x="21062" y="10709"/>
                    <a:pt x="21040" y="10687"/>
                    <a:pt x="20992" y="10687"/>
                  </a:cubicBezTo>
                  <a:close/>
                  <a:moveTo>
                    <a:pt x="20992" y="10957"/>
                  </a:moveTo>
                  <a:cubicBezTo>
                    <a:pt x="20949" y="10957"/>
                    <a:pt x="20927" y="10979"/>
                    <a:pt x="20927" y="11028"/>
                  </a:cubicBezTo>
                  <a:cubicBezTo>
                    <a:pt x="20927" y="11049"/>
                    <a:pt x="20949" y="11092"/>
                    <a:pt x="20992" y="11092"/>
                  </a:cubicBezTo>
                  <a:cubicBezTo>
                    <a:pt x="21040" y="11092"/>
                    <a:pt x="21062" y="11049"/>
                    <a:pt x="21062" y="11028"/>
                  </a:cubicBezTo>
                  <a:cubicBezTo>
                    <a:pt x="21062" y="10979"/>
                    <a:pt x="21040" y="10957"/>
                    <a:pt x="20992" y="10957"/>
                  </a:cubicBezTo>
                  <a:close/>
                  <a:moveTo>
                    <a:pt x="20992" y="11227"/>
                  </a:moveTo>
                  <a:cubicBezTo>
                    <a:pt x="20949" y="11227"/>
                    <a:pt x="20927" y="11249"/>
                    <a:pt x="20927" y="11298"/>
                  </a:cubicBezTo>
                  <a:cubicBezTo>
                    <a:pt x="20927" y="11319"/>
                    <a:pt x="20949" y="11362"/>
                    <a:pt x="20992" y="11362"/>
                  </a:cubicBezTo>
                  <a:cubicBezTo>
                    <a:pt x="21040" y="11362"/>
                    <a:pt x="21062" y="11319"/>
                    <a:pt x="21062" y="11298"/>
                  </a:cubicBezTo>
                  <a:cubicBezTo>
                    <a:pt x="21062" y="11249"/>
                    <a:pt x="21040" y="11227"/>
                    <a:pt x="20992" y="11227"/>
                  </a:cubicBezTo>
                  <a:close/>
                  <a:moveTo>
                    <a:pt x="20992" y="11497"/>
                  </a:moveTo>
                  <a:cubicBezTo>
                    <a:pt x="20949" y="11497"/>
                    <a:pt x="20927" y="11519"/>
                    <a:pt x="20927" y="11568"/>
                  </a:cubicBezTo>
                  <a:cubicBezTo>
                    <a:pt x="20927" y="11589"/>
                    <a:pt x="20949" y="11632"/>
                    <a:pt x="20992" y="11632"/>
                  </a:cubicBezTo>
                  <a:cubicBezTo>
                    <a:pt x="21040" y="11632"/>
                    <a:pt x="21062" y="11589"/>
                    <a:pt x="21062" y="11568"/>
                  </a:cubicBezTo>
                  <a:cubicBezTo>
                    <a:pt x="21062" y="11519"/>
                    <a:pt x="21040" y="11497"/>
                    <a:pt x="20992" y="11497"/>
                  </a:cubicBezTo>
                  <a:close/>
                  <a:moveTo>
                    <a:pt x="20992" y="11767"/>
                  </a:moveTo>
                  <a:cubicBezTo>
                    <a:pt x="20949" y="11767"/>
                    <a:pt x="20927" y="11789"/>
                    <a:pt x="20927" y="11838"/>
                  </a:cubicBezTo>
                  <a:cubicBezTo>
                    <a:pt x="20927" y="11859"/>
                    <a:pt x="20949" y="11902"/>
                    <a:pt x="20992" y="11902"/>
                  </a:cubicBezTo>
                  <a:cubicBezTo>
                    <a:pt x="21040" y="11902"/>
                    <a:pt x="21062" y="11859"/>
                    <a:pt x="21062" y="11838"/>
                  </a:cubicBezTo>
                  <a:cubicBezTo>
                    <a:pt x="21062" y="11789"/>
                    <a:pt x="21040" y="11767"/>
                    <a:pt x="20992" y="11767"/>
                  </a:cubicBezTo>
                  <a:close/>
                  <a:moveTo>
                    <a:pt x="20992" y="12038"/>
                  </a:moveTo>
                  <a:cubicBezTo>
                    <a:pt x="20949" y="12038"/>
                    <a:pt x="20927" y="12059"/>
                    <a:pt x="20927" y="12108"/>
                  </a:cubicBezTo>
                  <a:cubicBezTo>
                    <a:pt x="20927" y="12129"/>
                    <a:pt x="20949" y="12173"/>
                    <a:pt x="20992" y="12173"/>
                  </a:cubicBezTo>
                  <a:cubicBezTo>
                    <a:pt x="21040" y="12173"/>
                    <a:pt x="21062" y="12129"/>
                    <a:pt x="21062" y="12108"/>
                  </a:cubicBezTo>
                  <a:cubicBezTo>
                    <a:pt x="21062" y="12059"/>
                    <a:pt x="21040" y="12038"/>
                    <a:pt x="20992" y="12038"/>
                  </a:cubicBezTo>
                  <a:close/>
                  <a:moveTo>
                    <a:pt x="20992" y="12308"/>
                  </a:moveTo>
                  <a:cubicBezTo>
                    <a:pt x="20949" y="12308"/>
                    <a:pt x="20927" y="12329"/>
                    <a:pt x="20927" y="12378"/>
                  </a:cubicBezTo>
                  <a:cubicBezTo>
                    <a:pt x="20927" y="12399"/>
                    <a:pt x="20949" y="12443"/>
                    <a:pt x="20992" y="12443"/>
                  </a:cubicBezTo>
                  <a:cubicBezTo>
                    <a:pt x="21040" y="12443"/>
                    <a:pt x="21062" y="12399"/>
                    <a:pt x="21062" y="12378"/>
                  </a:cubicBezTo>
                  <a:cubicBezTo>
                    <a:pt x="21062" y="12329"/>
                    <a:pt x="21040" y="12308"/>
                    <a:pt x="20992" y="12308"/>
                  </a:cubicBezTo>
                  <a:close/>
                  <a:moveTo>
                    <a:pt x="20992" y="12578"/>
                  </a:moveTo>
                  <a:cubicBezTo>
                    <a:pt x="20949" y="12578"/>
                    <a:pt x="20927" y="12599"/>
                    <a:pt x="20927" y="12648"/>
                  </a:cubicBezTo>
                  <a:cubicBezTo>
                    <a:pt x="20927" y="12669"/>
                    <a:pt x="20949" y="12713"/>
                    <a:pt x="20992" y="12713"/>
                  </a:cubicBezTo>
                  <a:cubicBezTo>
                    <a:pt x="21040" y="12713"/>
                    <a:pt x="21062" y="12669"/>
                    <a:pt x="21062" y="12648"/>
                  </a:cubicBezTo>
                  <a:cubicBezTo>
                    <a:pt x="21062" y="12599"/>
                    <a:pt x="21040" y="12578"/>
                    <a:pt x="20992" y="12578"/>
                  </a:cubicBezTo>
                  <a:close/>
                  <a:moveTo>
                    <a:pt x="20992" y="12848"/>
                  </a:moveTo>
                  <a:cubicBezTo>
                    <a:pt x="20949" y="12848"/>
                    <a:pt x="20927" y="12869"/>
                    <a:pt x="20927" y="12918"/>
                  </a:cubicBezTo>
                  <a:cubicBezTo>
                    <a:pt x="20927" y="12939"/>
                    <a:pt x="20949" y="12983"/>
                    <a:pt x="20992" y="12983"/>
                  </a:cubicBezTo>
                  <a:cubicBezTo>
                    <a:pt x="21040" y="12983"/>
                    <a:pt x="21062" y="12939"/>
                    <a:pt x="21062" y="12918"/>
                  </a:cubicBezTo>
                  <a:cubicBezTo>
                    <a:pt x="21062" y="12869"/>
                    <a:pt x="21040" y="12848"/>
                    <a:pt x="20992" y="12848"/>
                  </a:cubicBezTo>
                  <a:close/>
                  <a:moveTo>
                    <a:pt x="20992" y="13118"/>
                  </a:moveTo>
                  <a:cubicBezTo>
                    <a:pt x="20949" y="13118"/>
                    <a:pt x="20927" y="13139"/>
                    <a:pt x="20927" y="13188"/>
                  </a:cubicBezTo>
                  <a:cubicBezTo>
                    <a:pt x="20927" y="13209"/>
                    <a:pt x="20949" y="13253"/>
                    <a:pt x="20992" y="13253"/>
                  </a:cubicBezTo>
                  <a:cubicBezTo>
                    <a:pt x="21040" y="13253"/>
                    <a:pt x="21062" y="13209"/>
                    <a:pt x="21062" y="13188"/>
                  </a:cubicBezTo>
                  <a:cubicBezTo>
                    <a:pt x="21062" y="13139"/>
                    <a:pt x="21040" y="13118"/>
                    <a:pt x="20992" y="13118"/>
                  </a:cubicBezTo>
                  <a:close/>
                  <a:moveTo>
                    <a:pt x="20992" y="13388"/>
                  </a:moveTo>
                  <a:cubicBezTo>
                    <a:pt x="20949" y="13388"/>
                    <a:pt x="20927" y="13409"/>
                    <a:pt x="20927" y="13458"/>
                  </a:cubicBezTo>
                  <a:cubicBezTo>
                    <a:pt x="20927" y="13479"/>
                    <a:pt x="20949" y="13523"/>
                    <a:pt x="20992" y="13523"/>
                  </a:cubicBezTo>
                  <a:cubicBezTo>
                    <a:pt x="21040" y="13523"/>
                    <a:pt x="21062" y="13479"/>
                    <a:pt x="21062" y="13458"/>
                  </a:cubicBezTo>
                  <a:cubicBezTo>
                    <a:pt x="21062" y="13409"/>
                    <a:pt x="21040" y="13388"/>
                    <a:pt x="20992" y="13388"/>
                  </a:cubicBezTo>
                  <a:close/>
                  <a:moveTo>
                    <a:pt x="20992" y="13658"/>
                  </a:moveTo>
                  <a:cubicBezTo>
                    <a:pt x="20949" y="13658"/>
                    <a:pt x="20927" y="13679"/>
                    <a:pt x="20927" y="13728"/>
                  </a:cubicBezTo>
                  <a:cubicBezTo>
                    <a:pt x="20927" y="13749"/>
                    <a:pt x="20949" y="13793"/>
                    <a:pt x="20992" y="13793"/>
                  </a:cubicBezTo>
                  <a:cubicBezTo>
                    <a:pt x="21040" y="13793"/>
                    <a:pt x="21062" y="13749"/>
                    <a:pt x="21062" y="13728"/>
                  </a:cubicBezTo>
                  <a:cubicBezTo>
                    <a:pt x="21062" y="13679"/>
                    <a:pt x="21040" y="13658"/>
                    <a:pt x="20992" y="13658"/>
                  </a:cubicBezTo>
                  <a:close/>
                  <a:moveTo>
                    <a:pt x="20992" y="13928"/>
                  </a:moveTo>
                  <a:cubicBezTo>
                    <a:pt x="20949" y="13928"/>
                    <a:pt x="20927" y="13949"/>
                    <a:pt x="20927" y="13998"/>
                  </a:cubicBezTo>
                  <a:cubicBezTo>
                    <a:pt x="20927" y="14019"/>
                    <a:pt x="20949" y="14063"/>
                    <a:pt x="20992" y="14063"/>
                  </a:cubicBezTo>
                  <a:cubicBezTo>
                    <a:pt x="21040" y="14063"/>
                    <a:pt x="21062" y="14019"/>
                    <a:pt x="21062" y="13998"/>
                  </a:cubicBezTo>
                  <a:cubicBezTo>
                    <a:pt x="21062" y="13949"/>
                    <a:pt x="21040" y="13928"/>
                    <a:pt x="20992" y="13928"/>
                  </a:cubicBezTo>
                  <a:close/>
                  <a:moveTo>
                    <a:pt x="20992" y="14198"/>
                  </a:moveTo>
                  <a:cubicBezTo>
                    <a:pt x="20949" y="14198"/>
                    <a:pt x="20927" y="14219"/>
                    <a:pt x="20927" y="14268"/>
                  </a:cubicBezTo>
                  <a:cubicBezTo>
                    <a:pt x="20927" y="14289"/>
                    <a:pt x="20949" y="14333"/>
                    <a:pt x="20992" y="14333"/>
                  </a:cubicBezTo>
                  <a:cubicBezTo>
                    <a:pt x="21040" y="14333"/>
                    <a:pt x="21062" y="14289"/>
                    <a:pt x="21062" y="14268"/>
                  </a:cubicBezTo>
                  <a:cubicBezTo>
                    <a:pt x="21062" y="14219"/>
                    <a:pt x="21040" y="14198"/>
                    <a:pt x="20992" y="14198"/>
                  </a:cubicBezTo>
                  <a:close/>
                  <a:moveTo>
                    <a:pt x="20992" y="14468"/>
                  </a:moveTo>
                  <a:cubicBezTo>
                    <a:pt x="20949" y="14468"/>
                    <a:pt x="20927" y="14489"/>
                    <a:pt x="20927" y="14538"/>
                  </a:cubicBezTo>
                  <a:cubicBezTo>
                    <a:pt x="20927" y="14559"/>
                    <a:pt x="20949" y="14603"/>
                    <a:pt x="20992" y="14603"/>
                  </a:cubicBezTo>
                  <a:cubicBezTo>
                    <a:pt x="21040" y="14603"/>
                    <a:pt x="21062" y="14559"/>
                    <a:pt x="21062" y="14538"/>
                  </a:cubicBezTo>
                  <a:cubicBezTo>
                    <a:pt x="21062" y="14489"/>
                    <a:pt x="21040" y="14468"/>
                    <a:pt x="20992" y="14468"/>
                  </a:cubicBezTo>
                  <a:close/>
                  <a:moveTo>
                    <a:pt x="20992" y="14738"/>
                  </a:moveTo>
                  <a:cubicBezTo>
                    <a:pt x="20949" y="14738"/>
                    <a:pt x="20927" y="14759"/>
                    <a:pt x="20927" y="14808"/>
                  </a:cubicBezTo>
                  <a:cubicBezTo>
                    <a:pt x="20927" y="14829"/>
                    <a:pt x="20949" y="14873"/>
                    <a:pt x="20992" y="14873"/>
                  </a:cubicBezTo>
                  <a:cubicBezTo>
                    <a:pt x="21040" y="14873"/>
                    <a:pt x="21062" y="14829"/>
                    <a:pt x="21062" y="14808"/>
                  </a:cubicBezTo>
                  <a:cubicBezTo>
                    <a:pt x="21062" y="14759"/>
                    <a:pt x="21040" y="14738"/>
                    <a:pt x="20992" y="14738"/>
                  </a:cubicBezTo>
                  <a:close/>
                  <a:moveTo>
                    <a:pt x="20992" y="15008"/>
                  </a:moveTo>
                  <a:cubicBezTo>
                    <a:pt x="20970" y="15008"/>
                    <a:pt x="20949" y="15008"/>
                    <a:pt x="20949" y="15029"/>
                  </a:cubicBezTo>
                  <a:lnTo>
                    <a:pt x="20949" y="15078"/>
                  </a:lnTo>
                  <a:lnTo>
                    <a:pt x="20949" y="15121"/>
                  </a:lnTo>
                  <a:cubicBezTo>
                    <a:pt x="20949" y="15121"/>
                    <a:pt x="20970" y="15143"/>
                    <a:pt x="20992" y="15143"/>
                  </a:cubicBezTo>
                  <a:cubicBezTo>
                    <a:pt x="21040" y="15143"/>
                    <a:pt x="21062" y="15099"/>
                    <a:pt x="21062" y="15078"/>
                  </a:cubicBezTo>
                  <a:cubicBezTo>
                    <a:pt x="21062" y="15029"/>
                    <a:pt x="21040" y="15008"/>
                    <a:pt x="20992" y="15008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3f131e4dc8c_0_507"/>
            <p:cNvSpPr/>
            <p:nvPr/>
          </p:nvSpPr>
          <p:spPr>
            <a:xfrm>
              <a:off x="-134329" y="2728614"/>
              <a:ext cx="1015458" cy="828581"/>
            </a:xfrm>
            <a:custGeom>
              <a:rect b="b" l="l" r="r" t="t"/>
              <a:pathLst>
                <a:path extrusionOk="0" h="17957" w="22007">
                  <a:moveTo>
                    <a:pt x="13836" y="1"/>
                  </a:moveTo>
                  <a:cubicBezTo>
                    <a:pt x="13815" y="1"/>
                    <a:pt x="13771" y="22"/>
                    <a:pt x="13771" y="71"/>
                  </a:cubicBezTo>
                  <a:cubicBezTo>
                    <a:pt x="13771" y="92"/>
                    <a:pt x="13815" y="136"/>
                    <a:pt x="13836" y="136"/>
                  </a:cubicBezTo>
                  <a:cubicBezTo>
                    <a:pt x="13879" y="136"/>
                    <a:pt x="13906" y="92"/>
                    <a:pt x="13906" y="71"/>
                  </a:cubicBezTo>
                  <a:cubicBezTo>
                    <a:pt x="13906" y="22"/>
                    <a:pt x="13879" y="1"/>
                    <a:pt x="13836" y="1"/>
                  </a:cubicBezTo>
                  <a:close/>
                  <a:moveTo>
                    <a:pt x="14106" y="1"/>
                  </a:moveTo>
                  <a:cubicBezTo>
                    <a:pt x="14085" y="1"/>
                    <a:pt x="14041" y="22"/>
                    <a:pt x="14041" y="71"/>
                  </a:cubicBezTo>
                  <a:cubicBezTo>
                    <a:pt x="14041" y="92"/>
                    <a:pt x="14085" y="136"/>
                    <a:pt x="14106" y="136"/>
                  </a:cubicBezTo>
                  <a:cubicBezTo>
                    <a:pt x="14149" y="136"/>
                    <a:pt x="14176" y="92"/>
                    <a:pt x="14176" y="71"/>
                  </a:cubicBezTo>
                  <a:cubicBezTo>
                    <a:pt x="14176" y="22"/>
                    <a:pt x="14149" y="1"/>
                    <a:pt x="14106" y="1"/>
                  </a:cubicBezTo>
                  <a:close/>
                  <a:moveTo>
                    <a:pt x="14376" y="1"/>
                  </a:moveTo>
                  <a:cubicBezTo>
                    <a:pt x="14355" y="1"/>
                    <a:pt x="14311" y="22"/>
                    <a:pt x="14311" y="71"/>
                  </a:cubicBezTo>
                  <a:cubicBezTo>
                    <a:pt x="14311" y="92"/>
                    <a:pt x="14355" y="136"/>
                    <a:pt x="14376" y="136"/>
                  </a:cubicBezTo>
                  <a:cubicBezTo>
                    <a:pt x="14419" y="136"/>
                    <a:pt x="14446" y="92"/>
                    <a:pt x="14446" y="71"/>
                  </a:cubicBezTo>
                  <a:cubicBezTo>
                    <a:pt x="14446" y="22"/>
                    <a:pt x="14419" y="1"/>
                    <a:pt x="14376" y="1"/>
                  </a:cubicBezTo>
                  <a:close/>
                  <a:moveTo>
                    <a:pt x="14646" y="1"/>
                  </a:moveTo>
                  <a:cubicBezTo>
                    <a:pt x="14625" y="1"/>
                    <a:pt x="14581" y="22"/>
                    <a:pt x="14581" y="71"/>
                  </a:cubicBezTo>
                  <a:cubicBezTo>
                    <a:pt x="14581" y="92"/>
                    <a:pt x="14625" y="136"/>
                    <a:pt x="14646" y="136"/>
                  </a:cubicBezTo>
                  <a:cubicBezTo>
                    <a:pt x="14689" y="136"/>
                    <a:pt x="14716" y="92"/>
                    <a:pt x="14716" y="71"/>
                  </a:cubicBezTo>
                  <a:cubicBezTo>
                    <a:pt x="14716" y="22"/>
                    <a:pt x="14689" y="1"/>
                    <a:pt x="14646" y="1"/>
                  </a:cubicBezTo>
                  <a:close/>
                  <a:moveTo>
                    <a:pt x="14916" y="1"/>
                  </a:moveTo>
                  <a:cubicBezTo>
                    <a:pt x="14895" y="1"/>
                    <a:pt x="14851" y="22"/>
                    <a:pt x="14851" y="71"/>
                  </a:cubicBezTo>
                  <a:cubicBezTo>
                    <a:pt x="14851" y="92"/>
                    <a:pt x="14895" y="136"/>
                    <a:pt x="14916" y="136"/>
                  </a:cubicBezTo>
                  <a:cubicBezTo>
                    <a:pt x="14959" y="136"/>
                    <a:pt x="14986" y="92"/>
                    <a:pt x="14986" y="71"/>
                  </a:cubicBezTo>
                  <a:cubicBezTo>
                    <a:pt x="14986" y="22"/>
                    <a:pt x="14959" y="1"/>
                    <a:pt x="14916" y="1"/>
                  </a:cubicBezTo>
                  <a:close/>
                  <a:moveTo>
                    <a:pt x="15186" y="1"/>
                  </a:moveTo>
                  <a:cubicBezTo>
                    <a:pt x="15165" y="1"/>
                    <a:pt x="15121" y="22"/>
                    <a:pt x="15121" y="71"/>
                  </a:cubicBezTo>
                  <a:cubicBezTo>
                    <a:pt x="15121" y="92"/>
                    <a:pt x="15165" y="136"/>
                    <a:pt x="15186" y="136"/>
                  </a:cubicBezTo>
                  <a:cubicBezTo>
                    <a:pt x="15229" y="136"/>
                    <a:pt x="15256" y="92"/>
                    <a:pt x="15256" y="71"/>
                  </a:cubicBezTo>
                  <a:cubicBezTo>
                    <a:pt x="15256" y="22"/>
                    <a:pt x="15229" y="1"/>
                    <a:pt x="15186" y="1"/>
                  </a:cubicBezTo>
                  <a:close/>
                  <a:moveTo>
                    <a:pt x="15456" y="1"/>
                  </a:moveTo>
                  <a:cubicBezTo>
                    <a:pt x="15435" y="1"/>
                    <a:pt x="15391" y="22"/>
                    <a:pt x="15391" y="71"/>
                  </a:cubicBezTo>
                  <a:cubicBezTo>
                    <a:pt x="15391" y="92"/>
                    <a:pt x="15435" y="136"/>
                    <a:pt x="15456" y="136"/>
                  </a:cubicBezTo>
                  <a:cubicBezTo>
                    <a:pt x="15499" y="136"/>
                    <a:pt x="15526" y="92"/>
                    <a:pt x="15526" y="71"/>
                  </a:cubicBezTo>
                  <a:cubicBezTo>
                    <a:pt x="15526" y="22"/>
                    <a:pt x="15499" y="1"/>
                    <a:pt x="15456" y="1"/>
                  </a:cubicBezTo>
                  <a:close/>
                  <a:moveTo>
                    <a:pt x="15726" y="1"/>
                  </a:moveTo>
                  <a:cubicBezTo>
                    <a:pt x="15705" y="1"/>
                    <a:pt x="15661" y="22"/>
                    <a:pt x="15661" y="71"/>
                  </a:cubicBezTo>
                  <a:cubicBezTo>
                    <a:pt x="15661" y="92"/>
                    <a:pt x="15705" y="136"/>
                    <a:pt x="15726" y="136"/>
                  </a:cubicBezTo>
                  <a:cubicBezTo>
                    <a:pt x="15769" y="136"/>
                    <a:pt x="15796" y="92"/>
                    <a:pt x="15796" y="71"/>
                  </a:cubicBezTo>
                  <a:cubicBezTo>
                    <a:pt x="15796" y="22"/>
                    <a:pt x="15769" y="1"/>
                    <a:pt x="15726" y="1"/>
                  </a:cubicBezTo>
                  <a:close/>
                  <a:moveTo>
                    <a:pt x="15996" y="1"/>
                  </a:moveTo>
                  <a:cubicBezTo>
                    <a:pt x="15975" y="1"/>
                    <a:pt x="15931" y="22"/>
                    <a:pt x="15931" y="71"/>
                  </a:cubicBezTo>
                  <a:cubicBezTo>
                    <a:pt x="15931" y="92"/>
                    <a:pt x="15975" y="136"/>
                    <a:pt x="15996" y="136"/>
                  </a:cubicBezTo>
                  <a:cubicBezTo>
                    <a:pt x="16039" y="136"/>
                    <a:pt x="16066" y="92"/>
                    <a:pt x="16066" y="71"/>
                  </a:cubicBezTo>
                  <a:cubicBezTo>
                    <a:pt x="16066" y="22"/>
                    <a:pt x="16039" y="1"/>
                    <a:pt x="15996" y="1"/>
                  </a:cubicBezTo>
                  <a:close/>
                  <a:moveTo>
                    <a:pt x="16266" y="1"/>
                  </a:moveTo>
                  <a:cubicBezTo>
                    <a:pt x="16245" y="1"/>
                    <a:pt x="16201" y="22"/>
                    <a:pt x="16201" y="71"/>
                  </a:cubicBezTo>
                  <a:cubicBezTo>
                    <a:pt x="16201" y="92"/>
                    <a:pt x="16245" y="136"/>
                    <a:pt x="16266" y="136"/>
                  </a:cubicBezTo>
                  <a:cubicBezTo>
                    <a:pt x="16309" y="136"/>
                    <a:pt x="16336" y="92"/>
                    <a:pt x="16336" y="71"/>
                  </a:cubicBezTo>
                  <a:cubicBezTo>
                    <a:pt x="16336" y="22"/>
                    <a:pt x="16309" y="1"/>
                    <a:pt x="16266" y="1"/>
                  </a:cubicBezTo>
                  <a:close/>
                  <a:moveTo>
                    <a:pt x="16536" y="1"/>
                  </a:moveTo>
                  <a:cubicBezTo>
                    <a:pt x="16515" y="1"/>
                    <a:pt x="16471" y="22"/>
                    <a:pt x="16471" y="71"/>
                  </a:cubicBezTo>
                  <a:cubicBezTo>
                    <a:pt x="16471" y="92"/>
                    <a:pt x="16515" y="136"/>
                    <a:pt x="16536" y="136"/>
                  </a:cubicBezTo>
                  <a:cubicBezTo>
                    <a:pt x="16579" y="136"/>
                    <a:pt x="16606" y="92"/>
                    <a:pt x="16606" y="71"/>
                  </a:cubicBezTo>
                  <a:cubicBezTo>
                    <a:pt x="16606" y="22"/>
                    <a:pt x="16579" y="1"/>
                    <a:pt x="16536" y="1"/>
                  </a:cubicBezTo>
                  <a:close/>
                  <a:moveTo>
                    <a:pt x="16806" y="1"/>
                  </a:moveTo>
                  <a:cubicBezTo>
                    <a:pt x="16785" y="1"/>
                    <a:pt x="16741" y="22"/>
                    <a:pt x="16741" y="71"/>
                  </a:cubicBezTo>
                  <a:cubicBezTo>
                    <a:pt x="16741" y="92"/>
                    <a:pt x="16785" y="136"/>
                    <a:pt x="16806" y="136"/>
                  </a:cubicBezTo>
                  <a:cubicBezTo>
                    <a:pt x="16849" y="136"/>
                    <a:pt x="16876" y="92"/>
                    <a:pt x="16876" y="71"/>
                  </a:cubicBezTo>
                  <a:cubicBezTo>
                    <a:pt x="16876" y="22"/>
                    <a:pt x="16849" y="1"/>
                    <a:pt x="16806" y="1"/>
                  </a:cubicBezTo>
                  <a:close/>
                  <a:moveTo>
                    <a:pt x="17076" y="1"/>
                  </a:moveTo>
                  <a:cubicBezTo>
                    <a:pt x="17055" y="1"/>
                    <a:pt x="17011" y="22"/>
                    <a:pt x="17011" y="71"/>
                  </a:cubicBezTo>
                  <a:cubicBezTo>
                    <a:pt x="17011" y="92"/>
                    <a:pt x="17055" y="136"/>
                    <a:pt x="17076" y="136"/>
                  </a:cubicBezTo>
                  <a:cubicBezTo>
                    <a:pt x="17120" y="136"/>
                    <a:pt x="17147" y="92"/>
                    <a:pt x="17147" y="71"/>
                  </a:cubicBezTo>
                  <a:cubicBezTo>
                    <a:pt x="17147" y="22"/>
                    <a:pt x="17120" y="1"/>
                    <a:pt x="17076" y="1"/>
                  </a:cubicBezTo>
                  <a:close/>
                  <a:moveTo>
                    <a:pt x="17346" y="1"/>
                  </a:moveTo>
                  <a:cubicBezTo>
                    <a:pt x="17325" y="1"/>
                    <a:pt x="17282" y="22"/>
                    <a:pt x="17282" y="71"/>
                  </a:cubicBezTo>
                  <a:cubicBezTo>
                    <a:pt x="17282" y="92"/>
                    <a:pt x="17325" y="136"/>
                    <a:pt x="17346" y="136"/>
                  </a:cubicBezTo>
                  <a:cubicBezTo>
                    <a:pt x="17390" y="136"/>
                    <a:pt x="17417" y="92"/>
                    <a:pt x="17417" y="71"/>
                  </a:cubicBezTo>
                  <a:cubicBezTo>
                    <a:pt x="17417" y="22"/>
                    <a:pt x="17390" y="1"/>
                    <a:pt x="17346" y="1"/>
                  </a:cubicBezTo>
                  <a:close/>
                  <a:moveTo>
                    <a:pt x="17616" y="1"/>
                  </a:moveTo>
                  <a:cubicBezTo>
                    <a:pt x="17595" y="1"/>
                    <a:pt x="17552" y="22"/>
                    <a:pt x="17552" y="71"/>
                  </a:cubicBezTo>
                  <a:cubicBezTo>
                    <a:pt x="17552" y="92"/>
                    <a:pt x="17595" y="136"/>
                    <a:pt x="17616" y="136"/>
                  </a:cubicBezTo>
                  <a:cubicBezTo>
                    <a:pt x="17660" y="136"/>
                    <a:pt x="17687" y="92"/>
                    <a:pt x="17687" y="71"/>
                  </a:cubicBezTo>
                  <a:cubicBezTo>
                    <a:pt x="17687" y="22"/>
                    <a:pt x="17660" y="1"/>
                    <a:pt x="17616" y="1"/>
                  </a:cubicBezTo>
                  <a:close/>
                  <a:moveTo>
                    <a:pt x="17886" y="1"/>
                  </a:moveTo>
                  <a:cubicBezTo>
                    <a:pt x="17865" y="1"/>
                    <a:pt x="17822" y="22"/>
                    <a:pt x="17822" y="71"/>
                  </a:cubicBezTo>
                  <a:cubicBezTo>
                    <a:pt x="17822" y="92"/>
                    <a:pt x="17865" y="136"/>
                    <a:pt x="17886" y="136"/>
                  </a:cubicBezTo>
                  <a:cubicBezTo>
                    <a:pt x="17930" y="136"/>
                    <a:pt x="17957" y="92"/>
                    <a:pt x="17957" y="71"/>
                  </a:cubicBezTo>
                  <a:cubicBezTo>
                    <a:pt x="17957" y="22"/>
                    <a:pt x="17930" y="1"/>
                    <a:pt x="17886" y="1"/>
                  </a:cubicBezTo>
                  <a:close/>
                  <a:moveTo>
                    <a:pt x="18156" y="1"/>
                  </a:moveTo>
                  <a:cubicBezTo>
                    <a:pt x="18135" y="1"/>
                    <a:pt x="18092" y="22"/>
                    <a:pt x="18092" y="71"/>
                  </a:cubicBezTo>
                  <a:cubicBezTo>
                    <a:pt x="18092" y="92"/>
                    <a:pt x="18135" y="136"/>
                    <a:pt x="18156" y="136"/>
                  </a:cubicBezTo>
                  <a:cubicBezTo>
                    <a:pt x="18200" y="136"/>
                    <a:pt x="18227" y="92"/>
                    <a:pt x="18227" y="71"/>
                  </a:cubicBezTo>
                  <a:cubicBezTo>
                    <a:pt x="18227" y="22"/>
                    <a:pt x="18200" y="1"/>
                    <a:pt x="18156" y="1"/>
                  </a:cubicBezTo>
                  <a:close/>
                  <a:moveTo>
                    <a:pt x="18426" y="1"/>
                  </a:moveTo>
                  <a:cubicBezTo>
                    <a:pt x="18405" y="1"/>
                    <a:pt x="18362" y="22"/>
                    <a:pt x="18362" y="71"/>
                  </a:cubicBezTo>
                  <a:cubicBezTo>
                    <a:pt x="18362" y="92"/>
                    <a:pt x="18405" y="136"/>
                    <a:pt x="18426" y="136"/>
                  </a:cubicBezTo>
                  <a:cubicBezTo>
                    <a:pt x="18470" y="136"/>
                    <a:pt x="18497" y="92"/>
                    <a:pt x="18497" y="71"/>
                  </a:cubicBezTo>
                  <a:cubicBezTo>
                    <a:pt x="18497" y="22"/>
                    <a:pt x="18470" y="1"/>
                    <a:pt x="18426" y="1"/>
                  </a:cubicBezTo>
                  <a:close/>
                  <a:moveTo>
                    <a:pt x="18696" y="1"/>
                  </a:moveTo>
                  <a:cubicBezTo>
                    <a:pt x="18675" y="1"/>
                    <a:pt x="18632" y="22"/>
                    <a:pt x="18632" y="71"/>
                  </a:cubicBezTo>
                  <a:cubicBezTo>
                    <a:pt x="18632" y="92"/>
                    <a:pt x="18675" y="136"/>
                    <a:pt x="18696" y="136"/>
                  </a:cubicBezTo>
                  <a:cubicBezTo>
                    <a:pt x="18740" y="136"/>
                    <a:pt x="18767" y="92"/>
                    <a:pt x="18767" y="71"/>
                  </a:cubicBezTo>
                  <a:cubicBezTo>
                    <a:pt x="18767" y="22"/>
                    <a:pt x="18740" y="1"/>
                    <a:pt x="18696" y="1"/>
                  </a:cubicBezTo>
                  <a:close/>
                  <a:moveTo>
                    <a:pt x="18966" y="1"/>
                  </a:moveTo>
                  <a:cubicBezTo>
                    <a:pt x="18945" y="1"/>
                    <a:pt x="18902" y="22"/>
                    <a:pt x="18902" y="71"/>
                  </a:cubicBezTo>
                  <a:cubicBezTo>
                    <a:pt x="18902" y="92"/>
                    <a:pt x="18945" y="136"/>
                    <a:pt x="18966" y="136"/>
                  </a:cubicBezTo>
                  <a:cubicBezTo>
                    <a:pt x="19010" y="136"/>
                    <a:pt x="19037" y="92"/>
                    <a:pt x="19037" y="71"/>
                  </a:cubicBezTo>
                  <a:cubicBezTo>
                    <a:pt x="19037" y="22"/>
                    <a:pt x="19010" y="1"/>
                    <a:pt x="18966" y="1"/>
                  </a:cubicBezTo>
                  <a:close/>
                  <a:moveTo>
                    <a:pt x="19236" y="1"/>
                  </a:moveTo>
                  <a:cubicBezTo>
                    <a:pt x="19215" y="1"/>
                    <a:pt x="19172" y="22"/>
                    <a:pt x="19172" y="71"/>
                  </a:cubicBezTo>
                  <a:cubicBezTo>
                    <a:pt x="19172" y="92"/>
                    <a:pt x="19215" y="136"/>
                    <a:pt x="19236" y="136"/>
                  </a:cubicBezTo>
                  <a:cubicBezTo>
                    <a:pt x="19280" y="136"/>
                    <a:pt x="19307" y="92"/>
                    <a:pt x="19307" y="71"/>
                  </a:cubicBezTo>
                  <a:cubicBezTo>
                    <a:pt x="19307" y="22"/>
                    <a:pt x="19280" y="1"/>
                    <a:pt x="19236" y="1"/>
                  </a:cubicBezTo>
                  <a:close/>
                  <a:moveTo>
                    <a:pt x="19506" y="1"/>
                  </a:moveTo>
                  <a:cubicBezTo>
                    <a:pt x="19485" y="1"/>
                    <a:pt x="19442" y="22"/>
                    <a:pt x="19442" y="71"/>
                  </a:cubicBezTo>
                  <a:cubicBezTo>
                    <a:pt x="19442" y="92"/>
                    <a:pt x="19485" y="136"/>
                    <a:pt x="19506" y="136"/>
                  </a:cubicBezTo>
                  <a:cubicBezTo>
                    <a:pt x="19550" y="136"/>
                    <a:pt x="19577" y="92"/>
                    <a:pt x="19577" y="71"/>
                  </a:cubicBezTo>
                  <a:cubicBezTo>
                    <a:pt x="19577" y="22"/>
                    <a:pt x="19550" y="1"/>
                    <a:pt x="19506" y="1"/>
                  </a:cubicBezTo>
                  <a:close/>
                  <a:moveTo>
                    <a:pt x="19776" y="1"/>
                  </a:moveTo>
                  <a:cubicBezTo>
                    <a:pt x="19755" y="1"/>
                    <a:pt x="19712" y="22"/>
                    <a:pt x="19712" y="71"/>
                  </a:cubicBezTo>
                  <a:cubicBezTo>
                    <a:pt x="19712" y="92"/>
                    <a:pt x="19755" y="136"/>
                    <a:pt x="19776" y="136"/>
                  </a:cubicBezTo>
                  <a:cubicBezTo>
                    <a:pt x="19820" y="136"/>
                    <a:pt x="19847" y="92"/>
                    <a:pt x="19847" y="71"/>
                  </a:cubicBezTo>
                  <a:cubicBezTo>
                    <a:pt x="19847" y="22"/>
                    <a:pt x="19820" y="1"/>
                    <a:pt x="19776" y="1"/>
                  </a:cubicBezTo>
                  <a:close/>
                  <a:moveTo>
                    <a:pt x="20046" y="1"/>
                  </a:moveTo>
                  <a:cubicBezTo>
                    <a:pt x="20025" y="1"/>
                    <a:pt x="19982" y="22"/>
                    <a:pt x="19982" y="71"/>
                  </a:cubicBezTo>
                  <a:cubicBezTo>
                    <a:pt x="19982" y="92"/>
                    <a:pt x="20025" y="136"/>
                    <a:pt x="20046" y="136"/>
                  </a:cubicBezTo>
                  <a:cubicBezTo>
                    <a:pt x="20090" y="136"/>
                    <a:pt x="20117" y="92"/>
                    <a:pt x="20117" y="71"/>
                  </a:cubicBezTo>
                  <a:cubicBezTo>
                    <a:pt x="20117" y="22"/>
                    <a:pt x="20090" y="1"/>
                    <a:pt x="20046" y="1"/>
                  </a:cubicBezTo>
                  <a:close/>
                  <a:moveTo>
                    <a:pt x="20316" y="1"/>
                  </a:moveTo>
                  <a:cubicBezTo>
                    <a:pt x="20295" y="1"/>
                    <a:pt x="20252" y="22"/>
                    <a:pt x="20252" y="71"/>
                  </a:cubicBezTo>
                  <a:cubicBezTo>
                    <a:pt x="20252" y="92"/>
                    <a:pt x="20295" y="136"/>
                    <a:pt x="20316" y="136"/>
                  </a:cubicBezTo>
                  <a:cubicBezTo>
                    <a:pt x="20360" y="136"/>
                    <a:pt x="20387" y="92"/>
                    <a:pt x="20387" y="71"/>
                  </a:cubicBezTo>
                  <a:cubicBezTo>
                    <a:pt x="20387" y="22"/>
                    <a:pt x="20360" y="1"/>
                    <a:pt x="20316" y="1"/>
                  </a:cubicBezTo>
                  <a:close/>
                  <a:moveTo>
                    <a:pt x="20586" y="1"/>
                  </a:moveTo>
                  <a:cubicBezTo>
                    <a:pt x="20565" y="1"/>
                    <a:pt x="20522" y="22"/>
                    <a:pt x="20522" y="71"/>
                  </a:cubicBezTo>
                  <a:cubicBezTo>
                    <a:pt x="20522" y="92"/>
                    <a:pt x="20565" y="136"/>
                    <a:pt x="20586" y="136"/>
                  </a:cubicBezTo>
                  <a:cubicBezTo>
                    <a:pt x="20630" y="136"/>
                    <a:pt x="20657" y="92"/>
                    <a:pt x="20657" y="71"/>
                  </a:cubicBezTo>
                  <a:cubicBezTo>
                    <a:pt x="20657" y="22"/>
                    <a:pt x="20630" y="1"/>
                    <a:pt x="20586" y="1"/>
                  </a:cubicBezTo>
                  <a:close/>
                  <a:moveTo>
                    <a:pt x="20856" y="1"/>
                  </a:moveTo>
                  <a:cubicBezTo>
                    <a:pt x="20835" y="1"/>
                    <a:pt x="20792" y="22"/>
                    <a:pt x="20792" y="71"/>
                  </a:cubicBezTo>
                  <a:cubicBezTo>
                    <a:pt x="20792" y="92"/>
                    <a:pt x="20835" y="136"/>
                    <a:pt x="20856" y="136"/>
                  </a:cubicBezTo>
                  <a:cubicBezTo>
                    <a:pt x="20900" y="136"/>
                    <a:pt x="20927" y="92"/>
                    <a:pt x="20927" y="71"/>
                  </a:cubicBezTo>
                  <a:cubicBezTo>
                    <a:pt x="20927" y="22"/>
                    <a:pt x="20900" y="1"/>
                    <a:pt x="20856" y="1"/>
                  </a:cubicBezTo>
                  <a:close/>
                  <a:moveTo>
                    <a:pt x="21127" y="1"/>
                  </a:moveTo>
                  <a:cubicBezTo>
                    <a:pt x="21105" y="1"/>
                    <a:pt x="21062" y="22"/>
                    <a:pt x="21062" y="71"/>
                  </a:cubicBezTo>
                  <a:cubicBezTo>
                    <a:pt x="21062" y="92"/>
                    <a:pt x="21105" y="136"/>
                    <a:pt x="21127" y="136"/>
                  </a:cubicBezTo>
                  <a:cubicBezTo>
                    <a:pt x="21170" y="136"/>
                    <a:pt x="21197" y="92"/>
                    <a:pt x="21197" y="71"/>
                  </a:cubicBezTo>
                  <a:cubicBezTo>
                    <a:pt x="21197" y="22"/>
                    <a:pt x="21170" y="1"/>
                    <a:pt x="21127" y="1"/>
                  </a:cubicBezTo>
                  <a:close/>
                  <a:moveTo>
                    <a:pt x="21397" y="1"/>
                  </a:moveTo>
                  <a:cubicBezTo>
                    <a:pt x="21375" y="1"/>
                    <a:pt x="21332" y="22"/>
                    <a:pt x="21332" y="71"/>
                  </a:cubicBezTo>
                  <a:cubicBezTo>
                    <a:pt x="21332" y="92"/>
                    <a:pt x="21375" y="136"/>
                    <a:pt x="21397" y="136"/>
                  </a:cubicBezTo>
                  <a:cubicBezTo>
                    <a:pt x="21440" y="136"/>
                    <a:pt x="21467" y="92"/>
                    <a:pt x="21467" y="71"/>
                  </a:cubicBezTo>
                  <a:cubicBezTo>
                    <a:pt x="21467" y="22"/>
                    <a:pt x="21440" y="1"/>
                    <a:pt x="21397" y="1"/>
                  </a:cubicBezTo>
                  <a:close/>
                  <a:moveTo>
                    <a:pt x="21667" y="1"/>
                  </a:moveTo>
                  <a:cubicBezTo>
                    <a:pt x="21645" y="1"/>
                    <a:pt x="21602" y="22"/>
                    <a:pt x="21602" y="71"/>
                  </a:cubicBezTo>
                  <a:cubicBezTo>
                    <a:pt x="21602" y="92"/>
                    <a:pt x="21645" y="136"/>
                    <a:pt x="21667" y="136"/>
                  </a:cubicBezTo>
                  <a:cubicBezTo>
                    <a:pt x="21710" y="136"/>
                    <a:pt x="21737" y="92"/>
                    <a:pt x="21737" y="71"/>
                  </a:cubicBezTo>
                  <a:cubicBezTo>
                    <a:pt x="21737" y="22"/>
                    <a:pt x="21710" y="1"/>
                    <a:pt x="21667" y="1"/>
                  </a:cubicBezTo>
                  <a:close/>
                  <a:moveTo>
                    <a:pt x="21937" y="1"/>
                  </a:moveTo>
                  <a:cubicBezTo>
                    <a:pt x="21915" y="1"/>
                    <a:pt x="21872" y="22"/>
                    <a:pt x="21872" y="71"/>
                  </a:cubicBezTo>
                  <a:cubicBezTo>
                    <a:pt x="21872" y="92"/>
                    <a:pt x="21915" y="136"/>
                    <a:pt x="21937" y="136"/>
                  </a:cubicBezTo>
                  <a:cubicBezTo>
                    <a:pt x="21980" y="136"/>
                    <a:pt x="22007" y="92"/>
                    <a:pt x="22007" y="71"/>
                  </a:cubicBezTo>
                  <a:cubicBezTo>
                    <a:pt x="22007" y="22"/>
                    <a:pt x="21980" y="1"/>
                    <a:pt x="21937" y="1"/>
                  </a:cubicBezTo>
                  <a:close/>
                  <a:moveTo>
                    <a:pt x="13658" y="71"/>
                  </a:moveTo>
                  <a:cubicBezTo>
                    <a:pt x="13609" y="71"/>
                    <a:pt x="13588" y="92"/>
                    <a:pt x="13588" y="136"/>
                  </a:cubicBezTo>
                  <a:cubicBezTo>
                    <a:pt x="13588" y="157"/>
                    <a:pt x="13609" y="206"/>
                    <a:pt x="13658" y="206"/>
                  </a:cubicBezTo>
                  <a:cubicBezTo>
                    <a:pt x="13680" y="206"/>
                    <a:pt x="13723" y="157"/>
                    <a:pt x="13723" y="136"/>
                  </a:cubicBezTo>
                  <a:cubicBezTo>
                    <a:pt x="13723" y="92"/>
                    <a:pt x="13680" y="71"/>
                    <a:pt x="13658" y="71"/>
                  </a:cubicBezTo>
                  <a:close/>
                  <a:moveTo>
                    <a:pt x="13658" y="341"/>
                  </a:moveTo>
                  <a:cubicBezTo>
                    <a:pt x="13609" y="341"/>
                    <a:pt x="13588" y="362"/>
                    <a:pt x="13588" y="406"/>
                  </a:cubicBezTo>
                  <a:cubicBezTo>
                    <a:pt x="13588" y="427"/>
                    <a:pt x="13609" y="476"/>
                    <a:pt x="13658" y="476"/>
                  </a:cubicBezTo>
                  <a:cubicBezTo>
                    <a:pt x="13680" y="476"/>
                    <a:pt x="13723" y="427"/>
                    <a:pt x="13723" y="406"/>
                  </a:cubicBezTo>
                  <a:cubicBezTo>
                    <a:pt x="13723" y="362"/>
                    <a:pt x="13680" y="341"/>
                    <a:pt x="13658" y="341"/>
                  </a:cubicBezTo>
                  <a:close/>
                  <a:moveTo>
                    <a:pt x="13658" y="611"/>
                  </a:moveTo>
                  <a:cubicBezTo>
                    <a:pt x="13609" y="611"/>
                    <a:pt x="13588" y="632"/>
                    <a:pt x="13588" y="676"/>
                  </a:cubicBezTo>
                  <a:cubicBezTo>
                    <a:pt x="13588" y="697"/>
                    <a:pt x="13609" y="746"/>
                    <a:pt x="13658" y="746"/>
                  </a:cubicBezTo>
                  <a:cubicBezTo>
                    <a:pt x="13680" y="746"/>
                    <a:pt x="13723" y="697"/>
                    <a:pt x="13723" y="676"/>
                  </a:cubicBezTo>
                  <a:cubicBezTo>
                    <a:pt x="13723" y="632"/>
                    <a:pt x="13680" y="611"/>
                    <a:pt x="13658" y="611"/>
                  </a:cubicBezTo>
                  <a:close/>
                  <a:moveTo>
                    <a:pt x="13658" y="881"/>
                  </a:moveTo>
                  <a:cubicBezTo>
                    <a:pt x="13609" y="881"/>
                    <a:pt x="13588" y="903"/>
                    <a:pt x="13588" y="946"/>
                  </a:cubicBezTo>
                  <a:cubicBezTo>
                    <a:pt x="13588" y="967"/>
                    <a:pt x="13609" y="1016"/>
                    <a:pt x="13658" y="1016"/>
                  </a:cubicBezTo>
                  <a:cubicBezTo>
                    <a:pt x="13680" y="1016"/>
                    <a:pt x="13723" y="967"/>
                    <a:pt x="13723" y="946"/>
                  </a:cubicBezTo>
                  <a:cubicBezTo>
                    <a:pt x="13723" y="903"/>
                    <a:pt x="13680" y="881"/>
                    <a:pt x="13658" y="881"/>
                  </a:cubicBezTo>
                  <a:close/>
                  <a:moveTo>
                    <a:pt x="13658" y="1151"/>
                  </a:moveTo>
                  <a:cubicBezTo>
                    <a:pt x="13609" y="1151"/>
                    <a:pt x="13588" y="1173"/>
                    <a:pt x="13588" y="1216"/>
                  </a:cubicBezTo>
                  <a:cubicBezTo>
                    <a:pt x="13588" y="1237"/>
                    <a:pt x="13609" y="1286"/>
                    <a:pt x="13658" y="1286"/>
                  </a:cubicBezTo>
                  <a:cubicBezTo>
                    <a:pt x="13680" y="1286"/>
                    <a:pt x="13723" y="1237"/>
                    <a:pt x="13723" y="1216"/>
                  </a:cubicBezTo>
                  <a:cubicBezTo>
                    <a:pt x="13723" y="1173"/>
                    <a:pt x="13680" y="1151"/>
                    <a:pt x="13658" y="1151"/>
                  </a:cubicBezTo>
                  <a:close/>
                  <a:moveTo>
                    <a:pt x="13658" y="1421"/>
                  </a:moveTo>
                  <a:cubicBezTo>
                    <a:pt x="13609" y="1421"/>
                    <a:pt x="13588" y="1443"/>
                    <a:pt x="13588" y="1486"/>
                  </a:cubicBezTo>
                  <a:cubicBezTo>
                    <a:pt x="13588" y="1507"/>
                    <a:pt x="13609" y="1556"/>
                    <a:pt x="13658" y="1556"/>
                  </a:cubicBezTo>
                  <a:cubicBezTo>
                    <a:pt x="13680" y="1556"/>
                    <a:pt x="13723" y="1507"/>
                    <a:pt x="13723" y="1486"/>
                  </a:cubicBezTo>
                  <a:cubicBezTo>
                    <a:pt x="13723" y="1443"/>
                    <a:pt x="13680" y="1421"/>
                    <a:pt x="13658" y="1421"/>
                  </a:cubicBezTo>
                  <a:close/>
                  <a:moveTo>
                    <a:pt x="13658" y="1691"/>
                  </a:moveTo>
                  <a:cubicBezTo>
                    <a:pt x="13609" y="1691"/>
                    <a:pt x="13588" y="1713"/>
                    <a:pt x="13588" y="1756"/>
                  </a:cubicBezTo>
                  <a:cubicBezTo>
                    <a:pt x="13588" y="1777"/>
                    <a:pt x="13609" y="1826"/>
                    <a:pt x="13658" y="1826"/>
                  </a:cubicBezTo>
                  <a:cubicBezTo>
                    <a:pt x="13680" y="1826"/>
                    <a:pt x="13723" y="1777"/>
                    <a:pt x="13723" y="1756"/>
                  </a:cubicBezTo>
                  <a:cubicBezTo>
                    <a:pt x="13723" y="1713"/>
                    <a:pt x="13680" y="1691"/>
                    <a:pt x="13658" y="1691"/>
                  </a:cubicBezTo>
                  <a:close/>
                  <a:moveTo>
                    <a:pt x="13658" y="1961"/>
                  </a:moveTo>
                  <a:cubicBezTo>
                    <a:pt x="13609" y="1961"/>
                    <a:pt x="13588" y="1983"/>
                    <a:pt x="13588" y="2026"/>
                  </a:cubicBezTo>
                  <a:cubicBezTo>
                    <a:pt x="13588" y="2047"/>
                    <a:pt x="13609" y="2096"/>
                    <a:pt x="13658" y="2096"/>
                  </a:cubicBezTo>
                  <a:cubicBezTo>
                    <a:pt x="13680" y="2096"/>
                    <a:pt x="13723" y="2047"/>
                    <a:pt x="13723" y="2026"/>
                  </a:cubicBezTo>
                  <a:cubicBezTo>
                    <a:pt x="13723" y="1983"/>
                    <a:pt x="13680" y="1961"/>
                    <a:pt x="13658" y="1961"/>
                  </a:cubicBezTo>
                  <a:close/>
                  <a:moveTo>
                    <a:pt x="13658" y="2231"/>
                  </a:moveTo>
                  <a:cubicBezTo>
                    <a:pt x="13609" y="2231"/>
                    <a:pt x="13588" y="2253"/>
                    <a:pt x="13588" y="2296"/>
                  </a:cubicBezTo>
                  <a:cubicBezTo>
                    <a:pt x="13588" y="2317"/>
                    <a:pt x="13609" y="2366"/>
                    <a:pt x="13658" y="2366"/>
                  </a:cubicBezTo>
                  <a:cubicBezTo>
                    <a:pt x="13680" y="2366"/>
                    <a:pt x="13723" y="2317"/>
                    <a:pt x="13723" y="2296"/>
                  </a:cubicBezTo>
                  <a:cubicBezTo>
                    <a:pt x="13723" y="2253"/>
                    <a:pt x="13680" y="2231"/>
                    <a:pt x="13658" y="2231"/>
                  </a:cubicBezTo>
                  <a:close/>
                  <a:moveTo>
                    <a:pt x="13658" y="2501"/>
                  </a:moveTo>
                  <a:cubicBezTo>
                    <a:pt x="13609" y="2501"/>
                    <a:pt x="13588" y="2523"/>
                    <a:pt x="13588" y="2566"/>
                  </a:cubicBezTo>
                  <a:cubicBezTo>
                    <a:pt x="13588" y="2587"/>
                    <a:pt x="13609" y="2636"/>
                    <a:pt x="13658" y="2636"/>
                  </a:cubicBezTo>
                  <a:cubicBezTo>
                    <a:pt x="13680" y="2636"/>
                    <a:pt x="13723" y="2587"/>
                    <a:pt x="13723" y="2566"/>
                  </a:cubicBezTo>
                  <a:cubicBezTo>
                    <a:pt x="13723" y="2523"/>
                    <a:pt x="13680" y="2501"/>
                    <a:pt x="13658" y="2501"/>
                  </a:cubicBezTo>
                  <a:close/>
                  <a:moveTo>
                    <a:pt x="13658" y="2771"/>
                  </a:moveTo>
                  <a:cubicBezTo>
                    <a:pt x="13609" y="2771"/>
                    <a:pt x="13588" y="2793"/>
                    <a:pt x="13588" y="2836"/>
                  </a:cubicBezTo>
                  <a:cubicBezTo>
                    <a:pt x="13588" y="2857"/>
                    <a:pt x="13609" y="2906"/>
                    <a:pt x="13658" y="2906"/>
                  </a:cubicBezTo>
                  <a:cubicBezTo>
                    <a:pt x="13680" y="2906"/>
                    <a:pt x="13723" y="2857"/>
                    <a:pt x="13723" y="2836"/>
                  </a:cubicBezTo>
                  <a:cubicBezTo>
                    <a:pt x="13723" y="2793"/>
                    <a:pt x="13680" y="2771"/>
                    <a:pt x="13658" y="2771"/>
                  </a:cubicBezTo>
                  <a:close/>
                  <a:moveTo>
                    <a:pt x="13658" y="3041"/>
                  </a:moveTo>
                  <a:cubicBezTo>
                    <a:pt x="13609" y="3041"/>
                    <a:pt x="13588" y="3063"/>
                    <a:pt x="13588" y="3106"/>
                  </a:cubicBezTo>
                  <a:cubicBezTo>
                    <a:pt x="13588" y="3127"/>
                    <a:pt x="13609" y="3176"/>
                    <a:pt x="13658" y="3176"/>
                  </a:cubicBezTo>
                  <a:cubicBezTo>
                    <a:pt x="13680" y="3176"/>
                    <a:pt x="13723" y="3127"/>
                    <a:pt x="13723" y="3106"/>
                  </a:cubicBezTo>
                  <a:cubicBezTo>
                    <a:pt x="13723" y="3063"/>
                    <a:pt x="13680" y="3041"/>
                    <a:pt x="13658" y="3041"/>
                  </a:cubicBezTo>
                  <a:close/>
                  <a:moveTo>
                    <a:pt x="5601" y="3106"/>
                  </a:moveTo>
                  <a:cubicBezTo>
                    <a:pt x="5579" y="3106"/>
                    <a:pt x="5536" y="3127"/>
                    <a:pt x="5536" y="3176"/>
                  </a:cubicBezTo>
                  <a:cubicBezTo>
                    <a:pt x="5536" y="3198"/>
                    <a:pt x="5579" y="3241"/>
                    <a:pt x="5601" y="3241"/>
                  </a:cubicBezTo>
                  <a:cubicBezTo>
                    <a:pt x="5644" y="3241"/>
                    <a:pt x="5671" y="3198"/>
                    <a:pt x="5671" y="3176"/>
                  </a:cubicBezTo>
                  <a:cubicBezTo>
                    <a:pt x="5671" y="3127"/>
                    <a:pt x="5644" y="3106"/>
                    <a:pt x="5601" y="3106"/>
                  </a:cubicBezTo>
                  <a:close/>
                  <a:moveTo>
                    <a:pt x="5871" y="3106"/>
                  </a:moveTo>
                  <a:cubicBezTo>
                    <a:pt x="5849" y="3106"/>
                    <a:pt x="5806" y="3127"/>
                    <a:pt x="5806" y="3176"/>
                  </a:cubicBezTo>
                  <a:cubicBezTo>
                    <a:pt x="5806" y="3198"/>
                    <a:pt x="5849" y="3241"/>
                    <a:pt x="5871" y="3241"/>
                  </a:cubicBezTo>
                  <a:cubicBezTo>
                    <a:pt x="5914" y="3241"/>
                    <a:pt x="5941" y="3198"/>
                    <a:pt x="5941" y="3176"/>
                  </a:cubicBezTo>
                  <a:cubicBezTo>
                    <a:pt x="5941" y="3127"/>
                    <a:pt x="5914" y="3106"/>
                    <a:pt x="5871" y="3106"/>
                  </a:cubicBezTo>
                  <a:close/>
                  <a:moveTo>
                    <a:pt x="6141" y="3106"/>
                  </a:moveTo>
                  <a:cubicBezTo>
                    <a:pt x="6119" y="3106"/>
                    <a:pt x="6076" y="3127"/>
                    <a:pt x="6076" y="3176"/>
                  </a:cubicBezTo>
                  <a:cubicBezTo>
                    <a:pt x="6076" y="3198"/>
                    <a:pt x="6119" y="3241"/>
                    <a:pt x="6141" y="3241"/>
                  </a:cubicBezTo>
                  <a:cubicBezTo>
                    <a:pt x="6184" y="3241"/>
                    <a:pt x="6211" y="3198"/>
                    <a:pt x="6211" y="3176"/>
                  </a:cubicBezTo>
                  <a:cubicBezTo>
                    <a:pt x="6211" y="3127"/>
                    <a:pt x="6184" y="3106"/>
                    <a:pt x="6141" y="3106"/>
                  </a:cubicBezTo>
                  <a:close/>
                  <a:moveTo>
                    <a:pt x="6411" y="3106"/>
                  </a:moveTo>
                  <a:cubicBezTo>
                    <a:pt x="6389" y="3106"/>
                    <a:pt x="6346" y="3127"/>
                    <a:pt x="6346" y="3176"/>
                  </a:cubicBezTo>
                  <a:cubicBezTo>
                    <a:pt x="6346" y="3198"/>
                    <a:pt x="6389" y="3241"/>
                    <a:pt x="6411" y="3241"/>
                  </a:cubicBezTo>
                  <a:cubicBezTo>
                    <a:pt x="6454" y="3241"/>
                    <a:pt x="6481" y="3198"/>
                    <a:pt x="6481" y="3176"/>
                  </a:cubicBezTo>
                  <a:cubicBezTo>
                    <a:pt x="6481" y="3127"/>
                    <a:pt x="6454" y="3106"/>
                    <a:pt x="6411" y="3106"/>
                  </a:cubicBezTo>
                  <a:close/>
                  <a:moveTo>
                    <a:pt x="6681" y="3106"/>
                  </a:moveTo>
                  <a:cubicBezTo>
                    <a:pt x="6659" y="3106"/>
                    <a:pt x="6616" y="3127"/>
                    <a:pt x="6616" y="3176"/>
                  </a:cubicBezTo>
                  <a:cubicBezTo>
                    <a:pt x="6616" y="3198"/>
                    <a:pt x="6659" y="3241"/>
                    <a:pt x="6681" y="3241"/>
                  </a:cubicBezTo>
                  <a:cubicBezTo>
                    <a:pt x="6724" y="3241"/>
                    <a:pt x="6751" y="3198"/>
                    <a:pt x="6751" y="3176"/>
                  </a:cubicBezTo>
                  <a:cubicBezTo>
                    <a:pt x="6751" y="3127"/>
                    <a:pt x="6724" y="3106"/>
                    <a:pt x="6681" y="3106"/>
                  </a:cubicBezTo>
                  <a:close/>
                  <a:moveTo>
                    <a:pt x="6951" y="3106"/>
                  </a:moveTo>
                  <a:cubicBezTo>
                    <a:pt x="6929" y="3106"/>
                    <a:pt x="6886" y="3127"/>
                    <a:pt x="6886" y="3176"/>
                  </a:cubicBezTo>
                  <a:cubicBezTo>
                    <a:pt x="6886" y="3198"/>
                    <a:pt x="6929" y="3241"/>
                    <a:pt x="6951" y="3241"/>
                  </a:cubicBezTo>
                  <a:cubicBezTo>
                    <a:pt x="6994" y="3241"/>
                    <a:pt x="7021" y="3198"/>
                    <a:pt x="7021" y="3176"/>
                  </a:cubicBezTo>
                  <a:cubicBezTo>
                    <a:pt x="7021" y="3127"/>
                    <a:pt x="6994" y="3106"/>
                    <a:pt x="6951" y="3106"/>
                  </a:cubicBezTo>
                  <a:close/>
                  <a:moveTo>
                    <a:pt x="7221" y="3106"/>
                  </a:moveTo>
                  <a:cubicBezTo>
                    <a:pt x="7199" y="3106"/>
                    <a:pt x="7156" y="3127"/>
                    <a:pt x="7156" y="3176"/>
                  </a:cubicBezTo>
                  <a:cubicBezTo>
                    <a:pt x="7156" y="3198"/>
                    <a:pt x="7199" y="3241"/>
                    <a:pt x="7221" y="3241"/>
                  </a:cubicBezTo>
                  <a:cubicBezTo>
                    <a:pt x="7264" y="3241"/>
                    <a:pt x="7291" y="3198"/>
                    <a:pt x="7291" y="3176"/>
                  </a:cubicBezTo>
                  <a:cubicBezTo>
                    <a:pt x="7291" y="3127"/>
                    <a:pt x="7264" y="3106"/>
                    <a:pt x="7221" y="3106"/>
                  </a:cubicBezTo>
                  <a:close/>
                  <a:moveTo>
                    <a:pt x="7491" y="3106"/>
                  </a:moveTo>
                  <a:cubicBezTo>
                    <a:pt x="7469" y="3106"/>
                    <a:pt x="7426" y="3127"/>
                    <a:pt x="7426" y="3176"/>
                  </a:cubicBezTo>
                  <a:cubicBezTo>
                    <a:pt x="7426" y="3198"/>
                    <a:pt x="7469" y="3241"/>
                    <a:pt x="7491" y="3241"/>
                  </a:cubicBezTo>
                  <a:cubicBezTo>
                    <a:pt x="7534" y="3241"/>
                    <a:pt x="7561" y="3198"/>
                    <a:pt x="7561" y="3176"/>
                  </a:cubicBezTo>
                  <a:cubicBezTo>
                    <a:pt x="7561" y="3127"/>
                    <a:pt x="7534" y="3106"/>
                    <a:pt x="7491" y="3106"/>
                  </a:cubicBezTo>
                  <a:close/>
                  <a:moveTo>
                    <a:pt x="7761" y="3106"/>
                  </a:moveTo>
                  <a:cubicBezTo>
                    <a:pt x="7739" y="3106"/>
                    <a:pt x="7696" y="3127"/>
                    <a:pt x="7696" y="3176"/>
                  </a:cubicBezTo>
                  <a:cubicBezTo>
                    <a:pt x="7696" y="3198"/>
                    <a:pt x="7739" y="3241"/>
                    <a:pt x="7761" y="3241"/>
                  </a:cubicBezTo>
                  <a:cubicBezTo>
                    <a:pt x="7804" y="3241"/>
                    <a:pt x="7831" y="3198"/>
                    <a:pt x="7831" y="3176"/>
                  </a:cubicBezTo>
                  <a:cubicBezTo>
                    <a:pt x="7831" y="3127"/>
                    <a:pt x="7804" y="3106"/>
                    <a:pt x="7761" y="3106"/>
                  </a:cubicBezTo>
                  <a:close/>
                  <a:moveTo>
                    <a:pt x="8031" y="3106"/>
                  </a:moveTo>
                  <a:cubicBezTo>
                    <a:pt x="8009" y="3106"/>
                    <a:pt x="7966" y="3127"/>
                    <a:pt x="7966" y="3176"/>
                  </a:cubicBezTo>
                  <a:cubicBezTo>
                    <a:pt x="7966" y="3198"/>
                    <a:pt x="8009" y="3241"/>
                    <a:pt x="8031" y="3241"/>
                  </a:cubicBezTo>
                  <a:cubicBezTo>
                    <a:pt x="8074" y="3241"/>
                    <a:pt x="8101" y="3198"/>
                    <a:pt x="8101" y="3176"/>
                  </a:cubicBezTo>
                  <a:cubicBezTo>
                    <a:pt x="8101" y="3127"/>
                    <a:pt x="8074" y="3106"/>
                    <a:pt x="8031" y="3106"/>
                  </a:cubicBezTo>
                  <a:close/>
                  <a:moveTo>
                    <a:pt x="8301" y="3106"/>
                  </a:moveTo>
                  <a:cubicBezTo>
                    <a:pt x="8279" y="3106"/>
                    <a:pt x="8236" y="3127"/>
                    <a:pt x="8236" y="3176"/>
                  </a:cubicBezTo>
                  <a:cubicBezTo>
                    <a:pt x="8236" y="3198"/>
                    <a:pt x="8279" y="3241"/>
                    <a:pt x="8301" y="3241"/>
                  </a:cubicBezTo>
                  <a:cubicBezTo>
                    <a:pt x="8344" y="3241"/>
                    <a:pt x="8371" y="3198"/>
                    <a:pt x="8371" y="3176"/>
                  </a:cubicBezTo>
                  <a:cubicBezTo>
                    <a:pt x="8371" y="3127"/>
                    <a:pt x="8344" y="3106"/>
                    <a:pt x="8301" y="3106"/>
                  </a:cubicBezTo>
                  <a:close/>
                  <a:moveTo>
                    <a:pt x="8571" y="3106"/>
                  </a:moveTo>
                  <a:cubicBezTo>
                    <a:pt x="8549" y="3106"/>
                    <a:pt x="8506" y="3127"/>
                    <a:pt x="8506" y="3176"/>
                  </a:cubicBezTo>
                  <a:cubicBezTo>
                    <a:pt x="8506" y="3198"/>
                    <a:pt x="8549" y="3241"/>
                    <a:pt x="8571" y="3241"/>
                  </a:cubicBezTo>
                  <a:cubicBezTo>
                    <a:pt x="8614" y="3241"/>
                    <a:pt x="8641" y="3198"/>
                    <a:pt x="8641" y="3176"/>
                  </a:cubicBezTo>
                  <a:cubicBezTo>
                    <a:pt x="8641" y="3127"/>
                    <a:pt x="8614" y="3106"/>
                    <a:pt x="8571" y="3106"/>
                  </a:cubicBezTo>
                  <a:close/>
                  <a:moveTo>
                    <a:pt x="8841" y="3106"/>
                  </a:moveTo>
                  <a:cubicBezTo>
                    <a:pt x="8819" y="3106"/>
                    <a:pt x="8776" y="3127"/>
                    <a:pt x="8776" y="3176"/>
                  </a:cubicBezTo>
                  <a:cubicBezTo>
                    <a:pt x="8776" y="3198"/>
                    <a:pt x="8819" y="3241"/>
                    <a:pt x="8841" y="3241"/>
                  </a:cubicBezTo>
                  <a:cubicBezTo>
                    <a:pt x="8884" y="3241"/>
                    <a:pt x="8911" y="3198"/>
                    <a:pt x="8911" y="3176"/>
                  </a:cubicBezTo>
                  <a:cubicBezTo>
                    <a:pt x="8911" y="3127"/>
                    <a:pt x="8884" y="3106"/>
                    <a:pt x="8841" y="3106"/>
                  </a:cubicBezTo>
                  <a:close/>
                  <a:moveTo>
                    <a:pt x="9111" y="3106"/>
                  </a:moveTo>
                  <a:cubicBezTo>
                    <a:pt x="9089" y="3106"/>
                    <a:pt x="9046" y="3127"/>
                    <a:pt x="9046" y="3176"/>
                  </a:cubicBezTo>
                  <a:cubicBezTo>
                    <a:pt x="9046" y="3198"/>
                    <a:pt x="9089" y="3241"/>
                    <a:pt x="9111" y="3241"/>
                  </a:cubicBezTo>
                  <a:cubicBezTo>
                    <a:pt x="9154" y="3241"/>
                    <a:pt x="9181" y="3198"/>
                    <a:pt x="9181" y="3176"/>
                  </a:cubicBezTo>
                  <a:cubicBezTo>
                    <a:pt x="9181" y="3127"/>
                    <a:pt x="9154" y="3106"/>
                    <a:pt x="9111" y="3106"/>
                  </a:cubicBezTo>
                  <a:close/>
                  <a:moveTo>
                    <a:pt x="9381" y="3106"/>
                  </a:moveTo>
                  <a:cubicBezTo>
                    <a:pt x="9359" y="3106"/>
                    <a:pt x="9316" y="3127"/>
                    <a:pt x="9316" y="3176"/>
                  </a:cubicBezTo>
                  <a:cubicBezTo>
                    <a:pt x="9316" y="3198"/>
                    <a:pt x="9359" y="3241"/>
                    <a:pt x="9381" y="3241"/>
                  </a:cubicBezTo>
                  <a:cubicBezTo>
                    <a:pt x="9424" y="3241"/>
                    <a:pt x="9451" y="3198"/>
                    <a:pt x="9451" y="3176"/>
                  </a:cubicBezTo>
                  <a:cubicBezTo>
                    <a:pt x="9451" y="3127"/>
                    <a:pt x="9424" y="3106"/>
                    <a:pt x="9381" y="3106"/>
                  </a:cubicBezTo>
                  <a:close/>
                  <a:moveTo>
                    <a:pt x="9651" y="3106"/>
                  </a:moveTo>
                  <a:cubicBezTo>
                    <a:pt x="9629" y="3106"/>
                    <a:pt x="9586" y="3127"/>
                    <a:pt x="9586" y="3176"/>
                  </a:cubicBezTo>
                  <a:cubicBezTo>
                    <a:pt x="9586" y="3198"/>
                    <a:pt x="9629" y="3241"/>
                    <a:pt x="9651" y="3241"/>
                  </a:cubicBezTo>
                  <a:cubicBezTo>
                    <a:pt x="9694" y="3241"/>
                    <a:pt x="9721" y="3198"/>
                    <a:pt x="9721" y="3176"/>
                  </a:cubicBezTo>
                  <a:cubicBezTo>
                    <a:pt x="9721" y="3127"/>
                    <a:pt x="9694" y="3106"/>
                    <a:pt x="9651" y="3106"/>
                  </a:cubicBezTo>
                  <a:close/>
                  <a:moveTo>
                    <a:pt x="9921" y="3106"/>
                  </a:moveTo>
                  <a:cubicBezTo>
                    <a:pt x="9899" y="3106"/>
                    <a:pt x="9856" y="3127"/>
                    <a:pt x="9856" y="3176"/>
                  </a:cubicBezTo>
                  <a:cubicBezTo>
                    <a:pt x="9856" y="3198"/>
                    <a:pt x="9899" y="3241"/>
                    <a:pt x="9921" y="3241"/>
                  </a:cubicBezTo>
                  <a:cubicBezTo>
                    <a:pt x="9964" y="3241"/>
                    <a:pt x="9991" y="3198"/>
                    <a:pt x="9991" y="3176"/>
                  </a:cubicBezTo>
                  <a:cubicBezTo>
                    <a:pt x="9991" y="3127"/>
                    <a:pt x="9964" y="3106"/>
                    <a:pt x="9921" y="3106"/>
                  </a:cubicBezTo>
                  <a:close/>
                  <a:moveTo>
                    <a:pt x="10191" y="3106"/>
                  </a:moveTo>
                  <a:cubicBezTo>
                    <a:pt x="10169" y="3106"/>
                    <a:pt x="10126" y="3127"/>
                    <a:pt x="10126" y="3176"/>
                  </a:cubicBezTo>
                  <a:cubicBezTo>
                    <a:pt x="10126" y="3198"/>
                    <a:pt x="10169" y="3241"/>
                    <a:pt x="10191" y="3241"/>
                  </a:cubicBezTo>
                  <a:cubicBezTo>
                    <a:pt x="10234" y="3241"/>
                    <a:pt x="10261" y="3198"/>
                    <a:pt x="10261" y="3176"/>
                  </a:cubicBezTo>
                  <a:cubicBezTo>
                    <a:pt x="10261" y="3127"/>
                    <a:pt x="10234" y="3106"/>
                    <a:pt x="10191" y="3106"/>
                  </a:cubicBezTo>
                  <a:close/>
                  <a:moveTo>
                    <a:pt x="10461" y="3106"/>
                  </a:moveTo>
                  <a:cubicBezTo>
                    <a:pt x="10439" y="3106"/>
                    <a:pt x="10396" y="3127"/>
                    <a:pt x="10396" y="3176"/>
                  </a:cubicBezTo>
                  <a:cubicBezTo>
                    <a:pt x="10396" y="3198"/>
                    <a:pt x="10439" y="3241"/>
                    <a:pt x="10461" y="3241"/>
                  </a:cubicBezTo>
                  <a:cubicBezTo>
                    <a:pt x="10504" y="3241"/>
                    <a:pt x="10531" y="3198"/>
                    <a:pt x="10531" y="3176"/>
                  </a:cubicBezTo>
                  <a:cubicBezTo>
                    <a:pt x="10531" y="3127"/>
                    <a:pt x="10504" y="3106"/>
                    <a:pt x="10461" y="3106"/>
                  </a:cubicBezTo>
                  <a:close/>
                  <a:moveTo>
                    <a:pt x="10731" y="3106"/>
                  </a:moveTo>
                  <a:cubicBezTo>
                    <a:pt x="10709" y="3106"/>
                    <a:pt x="10666" y="3127"/>
                    <a:pt x="10666" y="3176"/>
                  </a:cubicBezTo>
                  <a:cubicBezTo>
                    <a:pt x="10666" y="3198"/>
                    <a:pt x="10709" y="3241"/>
                    <a:pt x="10731" y="3241"/>
                  </a:cubicBezTo>
                  <a:cubicBezTo>
                    <a:pt x="10774" y="3241"/>
                    <a:pt x="10801" y="3198"/>
                    <a:pt x="10801" y="3176"/>
                  </a:cubicBezTo>
                  <a:cubicBezTo>
                    <a:pt x="10801" y="3127"/>
                    <a:pt x="10774" y="3106"/>
                    <a:pt x="10731" y="3106"/>
                  </a:cubicBezTo>
                  <a:close/>
                  <a:moveTo>
                    <a:pt x="11001" y="3106"/>
                  </a:moveTo>
                  <a:cubicBezTo>
                    <a:pt x="10979" y="3106"/>
                    <a:pt x="10936" y="3127"/>
                    <a:pt x="10936" y="3176"/>
                  </a:cubicBezTo>
                  <a:cubicBezTo>
                    <a:pt x="10936" y="3198"/>
                    <a:pt x="10979" y="3241"/>
                    <a:pt x="11001" y="3241"/>
                  </a:cubicBezTo>
                  <a:cubicBezTo>
                    <a:pt x="11044" y="3241"/>
                    <a:pt x="11071" y="3198"/>
                    <a:pt x="11071" y="3176"/>
                  </a:cubicBezTo>
                  <a:cubicBezTo>
                    <a:pt x="11071" y="3127"/>
                    <a:pt x="11044" y="3106"/>
                    <a:pt x="11001" y="3106"/>
                  </a:cubicBezTo>
                  <a:close/>
                  <a:moveTo>
                    <a:pt x="11271" y="3106"/>
                  </a:moveTo>
                  <a:cubicBezTo>
                    <a:pt x="11249" y="3106"/>
                    <a:pt x="11206" y="3127"/>
                    <a:pt x="11206" y="3176"/>
                  </a:cubicBezTo>
                  <a:cubicBezTo>
                    <a:pt x="11206" y="3198"/>
                    <a:pt x="11249" y="3241"/>
                    <a:pt x="11271" y="3241"/>
                  </a:cubicBezTo>
                  <a:cubicBezTo>
                    <a:pt x="11314" y="3241"/>
                    <a:pt x="11341" y="3198"/>
                    <a:pt x="11341" y="3176"/>
                  </a:cubicBezTo>
                  <a:cubicBezTo>
                    <a:pt x="11341" y="3127"/>
                    <a:pt x="11314" y="3106"/>
                    <a:pt x="11271" y="3106"/>
                  </a:cubicBezTo>
                  <a:close/>
                  <a:moveTo>
                    <a:pt x="11541" y="3106"/>
                  </a:moveTo>
                  <a:cubicBezTo>
                    <a:pt x="11519" y="3106"/>
                    <a:pt x="11476" y="3127"/>
                    <a:pt x="11476" y="3176"/>
                  </a:cubicBezTo>
                  <a:cubicBezTo>
                    <a:pt x="11476" y="3198"/>
                    <a:pt x="11519" y="3241"/>
                    <a:pt x="11541" y="3241"/>
                  </a:cubicBezTo>
                  <a:cubicBezTo>
                    <a:pt x="11584" y="3241"/>
                    <a:pt x="11611" y="3198"/>
                    <a:pt x="11611" y="3176"/>
                  </a:cubicBezTo>
                  <a:cubicBezTo>
                    <a:pt x="11611" y="3127"/>
                    <a:pt x="11584" y="3106"/>
                    <a:pt x="11541" y="3106"/>
                  </a:cubicBezTo>
                  <a:close/>
                  <a:moveTo>
                    <a:pt x="11811" y="3106"/>
                  </a:moveTo>
                  <a:cubicBezTo>
                    <a:pt x="11789" y="3106"/>
                    <a:pt x="11746" y="3127"/>
                    <a:pt x="11746" y="3176"/>
                  </a:cubicBezTo>
                  <a:cubicBezTo>
                    <a:pt x="11746" y="3198"/>
                    <a:pt x="11789" y="3241"/>
                    <a:pt x="11811" y="3241"/>
                  </a:cubicBezTo>
                  <a:cubicBezTo>
                    <a:pt x="11854" y="3241"/>
                    <a:pt x="11881" y="3198"/>
                    <a:pt x="11881" y="3176"/>
                  </a:cubicBezTo>
                  <a:cubicBezTo>
                    <a:pt x="11881" y="3127"/>
                    <a:pt x="11854" y="3106"/>
                    <a:pt x="11811" y="3106"/>
                  </a:cubicBezTo>
                  <a:close/>
                  <a:moveTo>
                    <a:pt x="12081" y="3106"/>
                  </a:moveTo>
                  <a:cubicBezTo>
                    <a:pt x="12059" y="3106"/>
                    <a:pt x="12016" y="3127"/>
                    <a:pt x="12016" y="3176"/>
                  </a:cubicBezTo>
                  <a:cubicBezTo>
                    <a:pt x="12016" y="3198"/>
                    <a:pt x="12059" y="3241"/>
                    <a:pt x="12081" y="3241"/>
                  </a:cubicBezTo>
                  <a:cubicBezTo>
                    <a:pt x="12124" y="3241"/>
                    <a:pt x="12151" y="3198"/>
                    <a:pt x="12151" y="3176"/>
                  </a:cubicBezTo>
                  <a:cubicBezTo>
                    <a:pt x="12151" y="3127"/>
                    <a:pt x="12124" y="3106"/>
                    <a:pt x="12081" y="3106"/>
                  </a:cubicBezTo>
                  <a:close/>
                  <a:moveTo>
                    <a:pt x="12351" y="3106"/>
                  </a:moveTo>
                  <a:cubicBezTo>
                    <a:pt x="12329" y="3106"/>
                    <a:pt x="12286" y="3127"/>
                    <a:pt x="12286" y="3176"/>
                  </a:cubicBezTo>
                  <a:cubicBezTo>
                    <a:pt x="12286" y="3198"/>
                    <a:pt x="12329" y="3241"/>
                    <a:pt x="12351" y="3241"/>
                  </a:cubicBezTo>
                  <a:cubicBezTo>
                    <a:pt x="12394" y="3241"/>
                    <a:pt x="12421" y="3198"/>
                    <a:pt x="12421" y="3176"/>
                  </a:cubicBezTo>
                  <a:cubicBezTo>
                    <a:pt x="12421" y="3127"/>
                    <a:pt x="12394" y="3106"/>
                    <a:pt x="12351" y="3106"/>
                  </a:cubicBezTo>
                  <a:close/>
                  <a:moveTo>
                    <a:pt x="12621" y="3106"/>
                  </a:moveTo>
                  <a:cubicBezTo>
                    <a:pt x="12599" y="3106"/>
                    <a:pt x="12556" y="3127"/>
                    <a:pt x="12556" y="3176"/>
                  </a:cubicBezTo>
                  <a:cubicBezTo>
                    <a:pt x="12556" y="3198"/>
                    <a:pt x="12599" y="3241"/>
                    <a:pt x="12621" y="3241"/>
                  </a:cubicBezTo>
                  <a:cubicBezTo>
                    <a:pt x="12664" y="3241"/>
                    <a:pt x="12691" y="3198"/>
                    <a:pt x="12691" y="3176"/>
                  </a:cubicBezTo>
                  <a:cubicBezTo>
                    <a:pt x="12691" y="3127"/>
                    <a:pt x="12664" y="3106"/>
                    <a:pt x="12621" y="3106"/>
                  </a:cubicBezTo>
                  <a:close/>
                  <a:moveTo>
                    <a:pt x="12891" y="3106"/>
                  </a:moveTo>
                  <a:cubicBezTo>
                    <a:pt x="12869" y="3106"/>
                    <a:pt x="12826" y="3127"/>
                    <a:pt x="12826" y="3176"/>
                  </a:cubicBezTo>
                  <a:cubicBezTo>
                    <a:pt x="12826" y="3198"/>
                    <a:pt x="12869" y="3241"/>
                    <a:pt x="12891" y="3241"/>
                  </a:cubicBezTo>
                  <a:cubicBezTo>
                    <a:pt x="12934" y="3241"/>
                    <a:pt x="12961" y="3198"/>
                    <a:pt x="12961" y="3176"/>
                  </a:cubicBezTo>
                  <a:cubicBezTo>
                    <a:pt x="12961" y="3127"/>
                    <a:pt x="12934" y="3106"/>
                    <a:pt x="12891" y="3106"/>
                  </a:cubicBezTo>
                  <a:close/>
                  <a:moveTo>
                    <a:pt x="13161" y="3106"/>
                  </a:moveTo>
                  <a:cubicBezTo>
                    <a:pt x="13140" y="3106"/>
                    <a:pt x="13096" y="3127"/>
                    <a:pt x="13096" y="3176"/>
                  </a:cubicBezTo>
                  <a:cubicBezTo>
                    <a:pt x="13096" y="3198"/>
                    <a:pt x="13140" y="3241"/>
                    <a:pt x="13161" y="3241"/>
                  </a:cubicBezTo>
                  <a:cubicBezTo>
                    <a:pt x="13204" y="3241"/>
                    <a:pt x="13231" y="3198"/>
                    <a:pt x="13231" y="3176"/>
                  </a:cubicBezTo>
                  <a:cubicBezTo>
                    <a:pt x="13231" y="3127"/>
                    <a:pt x="13204" y="3106"/>
                    <a:pt x="13161" y="3106"/>
                  </a:cubicBezTo>
                  <a:close/>
                  <a:moveTo>
                    <a:pt x="13431" y="3106"/>
                  </a:moveTo>
                  <a:cubicBezTo>
                    <a:pt x="13410" y="3106"/>
                    <a:pt x="13366" y="3127"/>
                    <a:pt x="13366" y="3176"/>
                  </a:cubicBezTo>
                  <a:cubicBezTo>
                    <a:pt x="13366" y="3198"/>
                    <a:pt x="13410" y="3241"/>
                    <a:pt x="13431" y="3241"/>
                  </a:cubicBezTo>
                  <a:cubicBezTo>
                    <a:pt x="13474" y="3241"/>
                    <a:pt x="13501" y="3198"/>
                    <a:pt x="13501" y="3176"/>
                  </a:cubicBezTo>
                  <a:cubicBezTo>
                    <a:pt x="13501" y="3127"/>
                    <a:pt x="13474" y="3106"/>
                    <a:pt x="13431" y="3106"/>
                  </a:cubicBezTo>
                  <a:close/>
                  <a:moveTo>
                    <a:pt x="5509" y="3262"/>
                  </a:moveTo>
                  <a:cubicBezTo>
                    <a:pt x="5466" y="3262"/>
                    <a:pt x="5444" y="3289"/>
                    <a:pt x="5444" y="3333"/>
                  </a:cubicBezTo>
                  <a:cubicBezTo>
                    <a:pt x="5444" y="3376"/>
                    <a:pt x="5466" y="3397"/>
                    <a:pt x="5509" y="3397"/>
                  </a:cubicBezTo>
                  <a:cubicBezTo>
                    <a:pt x="5536" y="3397"/>
                    <a:pt x="5579" y="3376"/>
                    <a:pt x="5579" y="3333"/>
                  </a:cubicBezTo>
                  <a:cubicBezTo>
                    <a:pt x="5579" y="3289"/>
                    <a:pt x="5536" y="3262"/>
                    <a:pt x="5509" y="3262"/>
                  </a:cubicBezTo>
                  <a:close/>
                  <a:moveTo>
                    <a:pt x="5509" y="3532"/>
                  </a:moveTo>
                  <a:cubicBezTo>
                    <a:pt x="5466" y="3532"/>
                    <a:pt x="5444" y="3559"/>
                    <a:pt x="5444" y="3603"/>
                  </a:cubicBezTo>
                  <a:cubicBezTo>
                    <a:pt x="5444" y="3646"/>
                    <a:pt x="5466" y="3667"/>
                    <a:pt x="5509" y="3667"/>
                  </a:cubicBezTo>
                  <a:cubicBezTo>
                    <a:pt x="5536" y="3667"/>
                    <a:pt x="5579" y="3646"/>
                    <a:pt x="5579" y="3603"/>
                  </a:cubicBezTo>
                  <a:cubicBezTo>
                    <a:pt x="5579" y="3559"/>
                    <a:pt x="5536" y="3532"/>
                    <a:pt x="5509" y="3532"/>
                  </a:cubicBezTo>
                  <a:close/>
                  <a:moveTo>
                    <a:pt x="5509" y="3802"/>
                  </a:moveTo>
                  <a:cubicBezTo>
                    <a:pt x="5466" y="3802"/>
                    <a:pt x="5444" y="3829"/>
                    <a:pt x="5444" y="3873"/>
                  </a:cubicBezTo>
                  <a:cubicBezTo>
                    <a:pt x="5444" y="3916"/>
                    <a:pt x="5466" y="3937"/>
                    <a:pt x="5509" y="3937"/>
                  </a:cubicBezTo>
                  <a:cubicBezTo>
                    <a:pt x="5536" y="3937"/>
                    <a:pt x="5579" y="3916"/>
                    <a:pt x="5579" y="3873"/>
                  </a:cubicBezTo>
                  <a:cubicBezTo>
                    <a:pt x="5579" y="3829"/>
                    <a:pt x="5536" y="3802"/>
                    <a:pt x="5509" y="3802"/>
                  </a:cubicBezTo>
                  <a:close/>
                  <a:moveTo>
                    <a:pt x="5509" y="4072"/>
                  </a:moveTo>
                  <a:cubicBezTo>
                    <a:pt x="5466" y="4072"/>
                    <a:pt x="5444" y="4099"/>
                    <a:pt x="5444" y="4143"/>
                  </a:cubicBezTo>
                  <a:cubicBezTo>
                    <a:pt x="5444" y="4186"/>
                    <a:pt x="5466" y="4207"/>
                    <a:pt x="5509" y="4207"/>
                  </a:cubicBezTo>
                  <a:cubicBezTo>
                    <a:pt x="5536" y="4207"/>
                    <a:pt x="5579" y="4186"/>
                    <a:pt x="5579" y="4143"/>
                  </a:cubicBezTo>
                  <a:cubicBezTo>
                    <a:pt x="5579" y="4099"/>
                    <a:pt x="5536" y="4072"/>
                    <a:pt x="5509" y="4072"/>
                  </a:cubicBezTo>
                  <a:close/>
                  <a:moveTo>
                    <a:pt x="5509" y="4342"/>
                  </a:moveTo>
                  <a:cubicBezTo>
                    <a:pt x="5466" y="4342"/>
                    <a:pt x="5444" y="4369"/>
                    <a:pt x="5444" y="4413"/>
                  </a:cubicBezTo>
                  <a:cubicBezTo>
                    <a:pt x="5444" y="4456"/>
                    <a:pt x="5466" y="4477"/>
                    <a:pt x="5509" y="4477"/>
                  </a:cubicBezTo>
                  <a:cubicBezTo>
                    <a:pt x="5536" y="4477"/>
                    <a:pt x="5579" y="4456"/>
                    <a:pt x="5579" y="4413"/>
                  </a:cubicBezTo>
                  <a:cubicBezTo>
                    <a:pt x="5579" y="4369"/>
                    <a:pt x="5536" y="4342"/>
                    <a:pt x="5509" y="4342"/>
                  </a:cubicBezTo>
                  <a:close/>
                  <a:moveTo>
                    <a:pt x="5509" y="4612"/>
                  </a:moveTo>
                  <a:cubicBezTo>
                    <a:pt x="5466" y="4612"/>
                    <a:pt x="5444" y="4639"/>
                    <a:pt x="5444" y="4683"/>
                  </a:cubicBezTo>
                  <a:cubicBezTo>
                    <a:pt x="5444" y="4726"/>
                    <a:pt x="5466" y="4747"/>
                    <a:pt x="5509" y="4747"/>
                  </a:cubicBezTo>
                  <a:cubicBezTo>
                    <a:pt x="5536" y="4747"/>
                    <a:pt x="5579" y="4726"/>
                    <a:pt x="5579" y="4683"/>
                  </a:cubicBezTo>
                  <a:cubicBezTo>
                    <a:pt x="5579" y="4639"/>
                    <a:pt x="5536" y="4612"/>
                    <a:pt x="5509" y="4612"/>
                  </a:cubicBezTo>
                  <a:close/>
                  <a:moveTo>
                    <a:pt x="5509" y="4882"/>
                  </a:moveTo>
                  <a:cubicBezTo>
                    <a:pt x="5466" y="4882"/>
                    <a:pt x="5444" y="4909"/>
                    <a:pt x="5444" y="4953"/>
                  </a:cubicBezTo>
                  <a:cubicBezTo>
                    <a:pt x="5444" y="4996"/>
                    <a:pt x="5466" y="5017"/>
                    <a:pt x="5509" y="5017"/>
                  </a:cubicBezTo>
                  <a:cubicBezTo>
                    <a:pt x="5536" y="5017"/>
                    <a:pt x="5579" y="4996"/>
                    <a:pt x="5579" y="4953"/>
                  </a:cubicBezTo>
                  <a:cubicBezTo>
                    <a:pt x="5579" y="4909"/>
                    <a:pt x="5536" y="4882"/>
                    <a:pt x="5509" y="4882"/>
                  </a:cubicBezTo>
                  <a:close/>
                  <a:moveTo>
                    <a:pt x="5509" y="5152"/>
                  </a:moveTo>
                  <a:cubicBezTo>
                    <a:pt x="5466" y="5152"/>
                    <a:pt x="5444" y="5179"/>
                    <a:pt x="5444" y="5223"/>
                  </a:cubicBezTo>
                  <a:cubicBezTo>
                    <a:pt x="5444" y="5266"/>
                    <a:pt x="5466" y="5287"/>
                    <a:pt x="5509" y="5287"/>
                  </a:cubicBezTo>
                  <a:cubicBezTo>
                    <a:pt x="5536" y="5287"/>
                    <a:pt x="5579" y="5266"/>
                    <a:pt x="5579" y="5223"/>
                  </a:cubicBezTo>
                  <a:cubicBezTo>
                    <a:pt x="5579" y="5179"/>
                    <a:pt x="5536" y="5152"/>
                    <a:pt x="5509" y="5152"/>
                  </a:cubicBezTo>
                  <a:close/>
                  <a:moveTo>
                    <a:pt x="5509" y="5422"/>
                  </a:moveTo>
                  <a:cubicBezTo>
                    <a:pt x="5466" y="5422"/>
                    <a:pt x="5444" y="5449"/>
                    <a:pt x="5444" y="5493"/>
                  </a:cubicBezTo>
                  <a:cubicBezTo>
                    <a:pt x="5444" y="5536"/>
                    <a:pt x="5466" y="5557"/>
                    <a:pt x="5509" y="5557"/>
                  </a:cubicBezTo>
                  <a:cubicBezTo>
                    <a:pt x="5536" y="5557"/>
                    <a:pt x="5579" y="5536"/>
                    <a:pt x="5579" y="5493"/>
                  </a:cubicBezTo>
                  <a:cubicBezTo>
                    <a:pt x="5579" y="5449"/>
                    <a:pt x="5536" y="5422"/>
                    <a:pt x="5509" y="5422"/>
                  </a:cubicBezTo>
                  <a:close/>
                  <a:moveTo>
                    <a:pt x="5509" y="5693"/>
                  </a:moveTo>
                  <a:cubicBezTo>
                    <a:pt x="5466" y="5693"/>
                    <a:pt x="5444" y="5720"/>
                    <a:pt x="5444" y="5763"/>
                  </a:cubicBezTo>
                  <a:cubicBezTo>
                    <a:pt x="5444" y="5806"/>
                    <a:pt x="5466" y="5828"/>
                    <a:pt x="5509" y="5828"/>
                  </a:cubicBezTo>
                  <a:cubicBezTo>
                    <a:pt x="5536" y="5828"/>
                    <a:pt x="5579" y="5806"/>
                    <a:pt x="5579" y="5763"/>
                  </a:cubicBezTo>
                  <a:cubicBezTo>
                    <a:pt x="5579" y="5720"/>
                    <a:pt x="5536" y="5693"/>
                    <a:pt x="5509" y="5693"/>
                  </a:cubicBezTo>
                  <a:close/>
                  <a:moveTo>
                    <a:pt x="5509" y="5963"/>
                  </a:moveTo>
                  <a:cubicBezTo>
                    <a:pt x="5466" y="5963"/>
                    <a:pt x="5444" y="5990"/>
                    <a:pt x="5444" y="6033"/>
                  </a:cubicBezTo>
                  <a:cubicBezTo>
                    <a:pt x="5444" y="6076"/>
                    <a:pt x="5466" y="6098"/>
                    <a:pt x="5509" y="6098"/>
                  </a:cubicBezTo>
                  <a:cubicBezTo>
                    <a:pt x="5536" y="6098"/>
                    <a:pt x="5579" y="6076"/>
                    <a:pt x="5579" y="6033"/>
                  </a:cubicBezTo>
                  <a:cubicBezTo>
                    <a:pt x="5579" y="5990"/>
                    <a:pt x="5536" y="5963"/>
                    <a:pt x="5509" y="5963"/>
                  </a:cubicBezTo>
                  <a:close/>
                  <a:moveTo>
                    <a:pt x="5509" y="6233"/>
                  </a:moveTo>
                  <a:cubicBezTo>
                    <a:pt x="5466" y="6233"/>
                    <a:pt x="5444" y="6260"/>
                    <a:pt x="5444" y="6303"/>
                  </a:cubicBezTo>
                  <a:cubicBezTo>
                    <a:pt x="5444" y="6346"/>
                    <a:pt x="5466" y="6368"/>
                    <a:pt x="5509" y="6368"/>
                  </a:cubicBezTo>
                  <a:cubicBezTo>
                    <a:pt x="5536" y="6368"/>
                    <a:pt x="5579" y="6346"/>
                    <a:pt x="5579" y="6303"/>
                  </a:cubicBezTo>
                  <a:cubicBezTo>
                    <a:pt x="5579" y="6260"/>
                    <a:pt x="5536" y="6233"/>
                    <a:pt x="5509" y="6233"/>
                  </a:cubicBezTo>
                  <a:close/>
                  <a:moveTo>
                    <a:pt x="5509" y="6503"/>
                  </a:moveTo>
                  <a:cubicBezTo>
                    <a:pt x="5466" y="6503"/>
                    <a:pt x="5444" y="6530"/>
                    <a:pt x="5444" y="6573"/>
                  </a:cubicBezTo>
                  <a:cubicBezTo>
                    <a:pt x="5444" y="6616"/>
                    <a:pt x="5466" y="6638"/>
                    <a:pt x="5509" y="6638"/>
                  </a:cubicBezTo>
                  <a:cubicBezTo>
                    <a:pt x="5536" y="6638"/>
                    <a:pt x="5579" y="6616"/>
                    <a:pt x="5579" y="6573"/>
                  </a:cubicBezTo>
                  <a:cubicBezTo>
                    <a:pt x="5579" y="6530"/>
                    <a:pt x="5536" y="6503"/>
                    <a:pt x="5509" y="6503"/>
                  </a:cubicBezTo>
                  <a:close/>
                  <a:moveTo>
                    <a:pt x="5509" y="6773"/>
                  </a:moveTo>
                  <a:cubicBezTo>
                    <a:pt x="5466" y="6773"/>
                    <a:pt x="5444" y="6800"/>
                    <a:pt x="5444" y="6843"/>
                  </a:cubicBezTo>
                  <a:cubicBezTo>
                    <a:pt x="5444" y="6886"/>
                    <a:pt x="5466" y="6908"/>
                    <a:pt x="5509" y="6908"/>
                  </a:cubicBezTo>
                  <a:cubicBezTo>
                    <a:pt x="5536" y="6908"/>
                    <a:pt x="5579" y="6886"/>
                    <a:pt x="5579" y="6843"/>
                  </a:cubicBezTo>
                  <a:cubicBezTo>
                    <a:pt x="5579" y="6800"/>
                    <a:pt x="5536" y="6773"/>
                    <a:pt x="5509" y="6773"/>
                  </a:cubicBezTo>
                  <a:close/>
                  <a:moveTo>
                    <a:pt x="5509" y="7043"/>
                  </a:moveTo>
                  <a:cubicBezTo>
                    <a:pt x="5466" y="7043"/>
                    <a:pt x="5444" y="7070"/>
                    <a:pt x="5444" y="7113"/>
                  </a:cubicBezTo>
                  <a:cubicBezTo>
                    <a:pt x="5444" y="7156"/>
                    <a:pt x="5466" y="7178"/>
                    <a:pt x="5509" y="7178"/>
                  </a:cubicBezTo>
                  <a:cubicBezTo>
                    <a:pt x="5536" y="7178"/>
                    <a:pt x="5579" y="7156"/>
                    <a:pt x="5579" y="7113"/>
                  </a:cubicBezTo>
                  <a:cubicBezTo>
                    <a:pt x="5579" y="7070"/>
                    <a:pt x="5536" y="7043"/>
                    <a:pt x="5509" y="7043"/>
                  </a:cubicBezTo>
                  <a:close/>
                  <a:moveTo>
                    <a:pt x="5509" y="7313"/>
                  </a:moveTo>
                  <a:cubicBezTo>
                    <a:pt x="5466" y="7313"/>
                    <a:pt x="5444" y="7340"/>
                    <a:pt x="5444" y="7383"/>
                  </a:cubicBezTo>
                  <a:cubicBezTo>
                    <a:pt x="5444" y="7426"/>
                    <a:pt x="5466" y="7448"/>
                    <a:pt x="5509" y="7448"/>
                  </a:cubicBezTo>
                  <a:cubicBezTo>
                    <a:pt x="5536" y="7448"/>
                    <a:pt x="5579" y="7426"/>
                    <a:pt x="5579" y="7383"/>
                  </a:cubicBezTo>
                  <a:cubicBezTo>
                    <a:pt x="5579" y="7340"/>
                    <a:pt x="5536" y="7313"/>
                    <a:pt x="5509" y="7313"/>
                  </a:cubicBezTo>
                  <a:close/>
                  <a:moveTo>
                    <a:pt x="5509" y="7583"/>
                  </a:moveTo>
                  <a:cubicBezTo>
                    <a:pt x="5466" y="7583"/>
                    <a:pt x="5444" y="7610"/>
                    <a:pt x="5444" y="7653"/>
                  </a:cubicBezTo>
                  <a:cubicBezTo>
                    <a:pt x="5444" y="7696"/>
                    <a:pt x="5466" y="7718"/>
                    <a:pt x="5509" y="7718"/>
                  </a:cubicBezTo>
                  <a:cubicBezTo>
                    <a:pt x="5536" y="7718"/>
                    <a:pt x="5579" y="7696"/>
                    <a:pt x="5579" y="7653"/>
                  </a:cubicBezTo>
                  <a:cubicBezTo>
                    <a:pt x="5579" y="7610"/>
                    <a:pt x="5536" y="7583"/>
                    <a:pt x="5509" y="7583"/>
                  </a:cubicBezTo>
                  <a:close/>
                  <a:moveTo>
                    <a:pt x="5509" y="7853"/>
                  </a:moveTo>
                  <a:cubicBezTo>
                    <a:pt x="5466" y="7853"/>
                    <a:pt x="5444" y="7880"/>
                    <a:pt x="5444" y="7923"/>
                  </a:cubicBezTo>
                  <a:cubicBezTo>
                    <a:pt x="5444" y="7966"/>
                    <a:pt x="5466" y="7988"/>
                    <a:pt x="5509" y="7988"/>
                  </a:cubicBezTo>
                  <a:cubicBezTo>
                    <a:pt x="5536" y="7988"/>
                    <a:pt x="5579" y="7966"/>
                    <a:pt x="5579" y="7923"/>
                  </a:cubicBezTo>
                  <a:cubicBezTo>
                    <a:pt x="5579" y="7880"/>
                    <a:pt x="5536" y="7853"/>
                    <a:pt x="5509" y="7853"/>
                  </a:cubicBezTo>
                  <a:close/>
                  <a:moveTo>
                    <a:pt x="5509" y="8123"/>
                  </a:moveTo>
                  <a:cubicBezTo>
                    <a:pt x="5466" y="8123"/>
                    <a:pt x="5444" y="8150"/>
                    <a:pt x="5444" y="8193"/>
                  </a:cubicBezTo>
                  <a:cubicBezTo>
                    <a:pt x="5444" y="8236"/>
                    <a:pt x="5466" y="8258"/>
                    <a:pt x="5509" y="8258"/>
                  </a:cubicBezTo>
                  <a:cubicBezTo>
                    <a:pt x="5536" y="8258"/>
                    <a:pt x="5579" y="8236"/>
                    <a:pt x="5579" y="8193"/>
                  </a:cubicBezTo>
                  <a:cubicBezTo>
                    <a:pt x="5579" y="8150"/>
                    <a:pt x="5536" y="8123"/>
                    <a:pt x="5509" y="8123"/>
                  </a:cubicBezTo>
                  <a:close/>
                  <a:moveTo>
                    <a:pt x="5509" y="8393"/>
                  </a:moveTo>
                  <a:cubicBezTo>
                    <a:pt x="5466" y="8393"/>
                    <a:pt x="5444" y="8420"/>
                    <a:pt x="5444" y="8463"/>
                  </a:cubicBezTo>
                  <a:cubicBezTo>
                    <a:pt x="5444" y="8506"/>
                    <a:pt x="5466" y="8528"/>
                    <a:pt x="5509" y="8528"/>
                  </a:cubicBezTo>
                  <a:cubicBezTo>
                    <a:pt x="5536" y="8528"/>
                    <a:pt x="5579" y="8506"/>
                    <a:pt x="5579" y="8463"/>
                  </a:cubicBezTo>
                  <a:cubicBezTo>
                    <a:pt x="5579" y="8420"/>
                    <a:pt x="5536" y="8393"/>
                    <a:pt x="5509" y="8393"/>
                  </a:cubicBezTo>
                  <a:close/>
                  <a:moveTo>
                    <a:pt x="5509" y="8663"/>
                  </a:moveTo>
                  <a:cubicBezTo>
                    <a:pt x="5466" y="8663"/>
                    <a:pt x="5444" y="8690"/>
                    <a:pt x="5444" y="8733"/>
                  </a:cubicBezTo>
                  <a:cubicBezTo>
                    <a:pt x="5444" y="8776"/>
                    <a:pt x="5466" y="8798"/>
                    <a:pt x="5509" y="8798"/>
                  </a:cubicBezTo>
                  <a:cubicBezTo>
                    <a:pt x="5536" y="8798"/>
                    <a:pt x="5579" y="8776"/>
                    <a:pt x="5579" y="8733"/>
                  </a:cubicBezTo>
                  <a:cubicBezTo>
                    <a:pt x="5579" y="8690"/>
                    <a:pt x="5536" y="8663"/>
                    <a:pt x="5509" y="8663"/>
                  </a:cubicBezTo>
                  <a:close/>
                  <a:moveTo>
                    <a:pt x="5509" y="8933"/>
                  </a:moveTo>
                  <a:cubicBezTo>
                    <a:pt x="5466" y="8933"/>
                    <a:pt x="5444" y="8960"/>
                    <a:pt x="5444" y="9003"/>
                  </a:cubicBezTo>
                  <a:cubicBezTo>
                    <a:pt x="5444" y="9046"/>
                    <a:pt x="5466" y="9068"/>
                    <a:pt x="5509" y="9068"/>
                  </a:cubicBezTo>
                  <a:cubicBezTo>
                    <a:pt x="5536" y="9068"/>
                    <a:pt x="5579" y="9046"/>
                    <a:pt x="5579" y="9003"/>
                  </a:cubicBezTo>
                  <a:cubicBezTo>
                    <a:pt x="5579" y="8960"/>
                    <a:pt x="5536" y="8933"/>
                    <a:pt x="5509" y="8933"/>
                  </a:cubicBezTo>
                  <a:close/>
                  <a:moveTo>
                    <a:pt x="5509" y="9203"/>
                  </a:moveTo>
                  <a:cubicBezTo>
                    <a:pt x="5466" y="9203"/>
                    <a:pt x="5444" y="9230"/>
                    <a:pt x="5444" y="9273"/>
                  </a:cubicBezTo>
                  <a:cubicBezTo>
                    <a:pt x="5444" y="9316"/>
                    <a:pt x="5466" y="9338"/>
                    <a:pt x="5509" y="9338"/>
                  </a:cubicBezTo>
                  <a:cubicBezTo>
                    <a:pt x="5536" y="9338"/>
                    <a:pt x="5579" y="9316"/>
                    <a:pt x="5579" y="9273"/>
                  </a:cubicBezTo>
                  <a:cubicBezTo>
                    <a:pt x="5579" y="9230"/>
                    <a:pt x="5536" y="9203"/>
                    <a:pt x="5509" y="9203"/>
                  </a:cubicBezTo>
                  <a:close/>
                  <a:moveTo>
                    <a:pt x="5509" y="9473"/>
                  </a:moveTo>
                  <a:cubicBezTo>
                    <a:pt x="5466" y="9473"/>
                    <a:pt x="5444" y="9500"/>
                    <a:pt x="5444" y="9543"/>
                  </a:cubicBezTo>
                  <a:cubicBezTo>
                    <a:pt x="5444" y="9586"/>
                    <a:pt x="5466" y="9608"/>
                    <a:pt x="5509" y="9608"/>
                  </a:cubicBezTo>
                  <a:cubicBezTo>
                    <a:pt x="5536" y="9608"/>
                    <a:pt x="5579" y="9586"/>
                    <a:pt x="5579" y="9543"/>
                  </a:cubicBezTo>
                  <a:cubicBezTo>
                    <a:pt x="5579" y="9500"/>
                    <a:pt x="5536" y="9473"/>
                    <a:pt x="5509" y="9473"/>
                  </a:cubicBezTo>
                  <a:close/>
                  <a:moveTo>
                    <a:pt x="5509" y="9743"/>
                  </a:moveTo>
                  <a:cubicBezTo>
                    <a:pt x="5466" y="9743"/>
                    <a:pt x="5444" y="9770"/>
                    <a:pt x="5444" y="9813"/>
                  </a:cubicBezTo>
                  <a:cubicBezTo>
                    <a:pt x="5444" y="9856"/>
                    <a:pt x="5466" y="9878"/>
                    <a:pt x="5509" y="9878"/>
                  </a:cubicBezTo>
                  <a:cubicBezTo>
                    <a:pt x="5536" y="9878"/>
                    <a:pt x="5579" y="9856"/>
                    <a:pt x="5579" y="9813"/>
                  </a:cubicBezTo>
                  <a:cubicBezTo>
                    <a:pt x="5579" y="9770"/>
                    <a:pt x="5536" y="9743"/>
                    <a:pt x="5509" y="9743"/>
                  </a:cubicBezTo>
                  <a:close/>
                  <a:moveTo>
                    <a:pt x="5509" y="10013"/>
                  </a:moveTo>
                  <a:cubicBezTo>
                    <a:pt x="5466" y="10013"/>
                    <a:pt x="5444" y="10040"/>
                    <a:pt x="5444" y="10083"/>
                  </a:cubicBezTo>
                  <a:cubicBezTo>
                    <a:pt x="5444" y="10126"/>
                    <a:pt x="5466" y="10148"/>
                    <a:pt x="5509" y="10148"/>
                  </a:cubicBezTo>
                  <a:cubicBezTo>
                    <a:pt x="5536" y="10148"/>
                    <a:pt x="5579" y="10126"/>
                    <a:pt x="5579" y="10083"/>
                  </a:cubicBezTo>
                  <a:cubicBezTo>
                    <a:pt x="5579" y="10040"/>
                    <a:pt x="5536" y="10013"/>
                    <a:pt x="5509" y="10013"/>
                  </a:cubicBezTo>
                  <a:close/>
                  <a:moveTo>
                    <a:pt x="5509" y="10283"/>
                  </a:moveTo>
                  <a:cubicBezTo>
                    <a:pt x="5466" y="10283"/>
                    <a:pt x="5444" y="10310"/>
                    <a:pt x="5444" y="10353"/>
                  </a:cubicBezTo>
                  <a:cubicBezTo>
                    <a:pt x="5444" y="10396"/>
                    <a:pt x="5466" y="10418"/>
                    <a:pt x="5509" y="10418"/>
                  </a:cubicBezTo>
                  <a:cubicBezTo>
                    <a:pt x="5536" y="10418"/>
                    <a:pt x="5579" y="10396"/>
                    <a:pt x="5579" y="10353"/>
                  </a:cubicBezTo>
                  <a:cubicBezTo>
                    <a:pt x="5579" y="10310"/>
                    <a:pt x="5536" y="10283"/>
                    <a:pt x="5509" y="10283"/>
                  </a:cubicBezTo>
                  <a:close/>
                  <a:moveTo>
                    <a:pt x="5509" y="10553"/>
                  </a:moveTo>
                  <a:cubicBezTo>
                    <a:pt x="5466" y="10553"/>
                    <a:pt x="5444" y="10580"/>
                    <a:pt x="5444" y="10623"/>
                  </a:cubicBezTo>
                  <a:cubicBezTo>
                    <a:pt x="5444" y="10666"/>
                    <a:pt x="5466" y="10688"/>
                    <a:pt x="5509" y="10688"/>
                  </a:cubicBezTo>
                  <a:cubicBezTo>
                    <a:pt x="5536" y="10688"/>
                    <a:pt x="5579" y="10666"/>
                    <a:pt x="5579" y="10623"/>
                  </a:cubicBezTo>
                  <a:cubicBezTo>
                    <a:pt x="5579" y="10580"/>
                    <a:pt x="5536" y="10553"/>
                    <a:pt x="5509" y="10553"/>
                  </a:cubicBezTo>
                  <a:close/>
                  <a:moveTo>
                    <a:pt x="5509" y="10823"/>
                  </a:moveTo>
                  <a:cubicBezTo>
                    <a:pt x="5466" y="10823"/>
                    <a:pt x="5444" y="10850"/>
                    <a:pt x="5444" y="10893"/>
                  </a:cubicBezTo>
                  <a:cubicBezTo>
                    <a:pt x="5444" y="10936"/>
                    <a:pt x="5466" y="10958"/>
                    <a:pt x="5509" y="10958"/>
                  </a:cubicBezTo>
                  <a:cubicBezTo>
                    <a:pt x="5536" y="10958"/>
                    <a:pt x="5579" y="10936"/>
                    <a:pt x="5579" y="10893"/>
                  </a:cubicBezTo>
                  <a:cubicBezTo>
                    <a:pt x="5579" y="10850"/>
                    <a:pt x="5536" y="10823"/>
                    <a:pt x="5509" y="10823"/>
                  </a:cubicBezTo>
                  <a:close/>
                  <a:moveTo>
                    <a:pt x="5509" y="11093"/>
                  </a:moveTo>
                  <a:cubicBezTo>
                    <a:pt x="5466" y="11093"/>
                    <a:pt x="5444" y="11120"/>
                    <a:pt x="5444" y="11163"/>
                  </a:cubicBezTo>
                  <a:cubicBezTo>
                    <a:pt x="5444" y="11206"/>
                    <a:pt x="5466" y="11228"/>
                    <a:pt x="5509" y="11228"/>
                  </a:cubicBezTo>
                  <a:cubicBezTo>
                    <a:pt x="5536" y="11228"/>
                    <a:pt x="5579" y="11206"/>
                    <a:pt x="5579" y="11163"/>
                  </a:cubicBezTo>
                  <a:cubicBezTo>
                    <a:pt x="5579" y="11120"/>
                    <a:pt x="5536" y="11093"/>
                    <a:pt x="5509" y="11093"/>
                  </a:cubicBezTo>
                  <a:close/>
                  <a:moveTo>
                    <a:pt x="5509" y="11363"/>
                  </a:moveTo>
                  <a:cubicBezTo>
                    <a:pt x="5466" y="11363"/>
                    <a:pt x="5444" y="11390"/>
                    <a:pt x="5444" y="11433"/>
                  </a:cubicBezTo>
                  <a:cubicBezTo>
                    <a:pt x="5444" y="11476"/>
                    <a:pt x="5466" y="11498"/>
                    <a:pt x="5509" y="11498"/>
                  </a:cubicBezTo>
                  <a:cubicBezTo>
                    <a:pt x="5536" y="11498"/>
                    <a:pt x="5579" y="11476"/>
                    <a:pt x="5579" y="11433"/>
                  </a:cubicBezTo>
                  <a:cubicBezTo>
                    <a:pt x="5579" y="11390"/>
                    <a:pt x="5536" y="11363"/>
                    <a:pt x="5509" y="11363"/>
                  </a:cubicBezTo>
                  <a:close/>
                  <a:moveTo>
                    <a:pt x="5509" y="11633"/>
                  </a:moveTo>
                  <a:cubicBezTo>
                    <a:pt x="5466" y="11633"/>
                    <a:pt x="5444" y="11660"/>
                    <a:pt x="5444" y="11703"/>
                  </a:cubicBezTo>
                  <a:cubicBezTo>
                    <a:pt x="5444" y="11746"/>
                    <a:pt x="5466" y="11768"/>
                    <a:pt x="5509" y="11768"/>
                  </a:cubicBezTo>
                  <a:cubicBezTo>
                    <a:pt x="5536" y="11768"/>
                    <a:pt x="5579" y="11746"/>
                    <a:pt x="5579" y="11703"/>
                  </a:cubicBezTo>
                  <a:cubicBezTo>
                    <a:pt x="5579" y="11660"/>
                    <a:pt x="5536" y="11633"/>
                    <a:pt x="5509" y="11633"/>
                  </a:cubicBezTo>
                  <a:close/>
                  <a:moveTo>
                    <a:pt x="5509" y="11903"/>
                  </a:moveTo>
                  <a:cubicBezTo>
                    <a:pt x="5466" y="11903"/>
                    <a:pt x="5444" y="11930"/>
                    <a:pt x="5444" y="11973"/>
                  </a:cubicBezTo>
                  <a:cubicBezTo>
                    <a:pt x="5444" y="12016"/>
                    <a:pt x="5466" y="12038"/>
                    <a:pt x="5509" y="12038"/>
                  </a:cubicBezTo>
                  <a:cubicBezTo>
                    <a:pt x="5536" y="12038"/>
                    <a:pt x="5579" y="12016"/>
                    <a:pt x="5579" y="11973"/>
                  </a:cubicBezTo>
                  <a:cubicBezTo>
                    <a:pt x="5579" y="11930"/>
                    <a:pt x="5536" y="11903"/>
                    <a:pt x="5509" y="11903"/>
                  </a:cubicBezTo>
                  <a:close/>
                  <a:moveTo>
                    <a:pt x="5509" y="12173"/>
                  </a:moveTo>
                  <a:cubicBezTo>
                    <a:pt x="5466" y="12173"/>
                    <a:pt x="5444" y="12200"/>
                    <a:pt x="5444" y="12243"/>
                  </a:cubicBezTo>
                  <a:cubicBezTo>
                    <a:pt x="5444" y="12286"/>
                    <a:pt x="5466" y="12308"/>
                    <a:pt x="5509" y="12308"/>
                  </a:cubicBezTo>
                  <a:cubicBezTo>
                    <a:pt x="5536" y="12308"/>
                    <a:pt x="5579" y="12286"/>
                    <a:pt x="5579" y="12243"/>
                  </a:cubicBezTo>
                  <a:cubicBezTo>
                    <a:pt x="5579" y="12200"/>
                    <a:pt x="5536" y="12173"/>
                    <a:pt x="5509" y="12173"/>
                  </a:cubicBezTo>
                  <a:close/>
                  <a:moveTo>
                    <a:pt x="5509" y="12443"/>
                  </a:moveTo>
                  <a:cubicBezTo>
                    <a:pt x="5466" y="12443"/>
                    <a:pt x="5444" y="12470"/>
                    <a:pt x="5444" y="12513"/>
                  </a:cubicBezTo>
                  <a:cubicBezTo>
                    <a:pt x="5444" y="12556"/>
                    <a:pt x="5466" y="12578"/>
                    <a:pt x="5509" y="12578"/>
                  </a:cubicBezTo>
                  <a:cubicBezTo>
                    <a:pt x="5536" y="12578"/>
                    <a:pt x="5579" y="12556"/>
                    <a:pt x="5579" y="12513"/>
                  </a:cubicBezTo>
                  <a:cubicBezTo>
                    <a:pt x="5579" y="12470"/>
                    <a:pt x="5536" y="12443"/>
                    <a:pt x="5509" y="12443"/>
                  </a:cubicBezTo>
                  <a:close/>
                  <a:moveTo>
                    <a:pt x="5509" y="12713"/>
                  </a:moveTo>
                  <a:cubicBezTo>
                    <a:pt x="5466" y="12713"/>
                    <a:pt x="5444" y="12740"/>
                    <a:pt x="5444" y="12783"/>
                  </a:cubicBezTo>
                  <a:cubicBezTo>
                    <a:pt x="5444" y="12826"/>
                    <a:pt x="5466" y="12848"/>
                    <a:pt x="5509" y="12848"/>
                  </a:cubicBezTo>
                  <a:cubicBezTo>
                    <a:pt x="5536" y="12848"/>
                    <a:pt x="5579" y="12826"/>
                    <a:pt x="5579" y="12783"/>
                  </a:cubicBezTo>
                  <a:cubicBezTo>
                    <a:pt x="5579" y="12740"/>
                    <a:pt x="5536" y="12713"/>
                    <a:pt x="5509" y="12713"/>
                  </a:cubicBezTo>
                  <a:close/>
                  <a:moveTo>
                    <a:pt x="5509" y="12983"/>
                  </a:moveTo>
                  <a:cubicBezTo>
                    <a:pt x="5466" y="12983"/>
                    <a:pt x="5444" y="13010"/>
                    <a:pt x="5444" y="13053"/>
                  </a:cubicBezTo>
                  <a:cubicBezTo>
                    <a:pt x="5444" y="13096"/>
                    <a:pt x="5466" y="13118"/>
                    <a:pt x="5509" y="13118"/>
                  </a:cubicBezTo>
                  <a:cubicBezTo>
                    <a:pt x="5536" y="13118"/>
                    <a:pt x="5579" y="13096"/>
                    <a:pt x="5579" y="13053"/>
                  </a:cubicBezTo>
                  <a:cubicBezTo>
                    <a:pt x="5579" y="13010"/>
                    <a:pt x="5536" y="12983"/>
                    <a:pt x="5509" y="12983"/>
                  </a:cubicBezTo>
                  <a:close/>
                  <a:moveTo>
                    <a:pt x="5509" y="13253"/>
                  </a:moveTo>
                  <a:cubicBezTo>
                    <a:pt x="5466" y="13253"/>
                    <a:pt x="5444" y="13280"/>
                    <a:pt x="5444" y="13323"/>
                  </a:cubicBezTo>
                  <a:cubicBezTo>
                    <a:pt x="5444" y="13366"/>
                    <a:pt x="5466" y="13388"/>
                    <a:pt x="5509" y="13388"/>
                  </a:cubicBezTo>
                  <a:cubicBezTo>
                    <a:pt x="5536" y="13388"/>
                    <a:pt x="5579" y="13366"/>
                    <a:pt x="5579" y="13323"/>
                  </a:cubicBezTo>
                  <a:cubicBezTo>
                    <a:pt x="5579" y="13280"/>
                    <a:pt x="5536" y="13253"/>
                    <a:pt x="5509" y="13253"/>
                  </a:cubicBezTo>
                  <a:close/>
                  <a:moveTo>
                    <a:pt x="5509" y="13523"/>
                  </a:moveTo>
                  <a:cubicBezTo>
                    <a:pt x="5466" y="13523"/>
                    <a:pt x="5444" y="13550"/>
                    <a:pt x="5444" y="13593"/>
                  </a:cubicBezTo>
                  <a:cubicBezTo>
                    <a:pt x="5444" y="13636"/>
                    <a:pt x="5466" y="13658"/>
                    <a:pt x="5509" y="13658"/>
                  </a:cubicBezTo>
                  <a:cubicBezTo>
                    <a:pt x="5536" y="13658"/>
                    <a:pt x="5579" y="13636"/>
                    <a:pt x="5579" y="13593"/>
                  </a:cubicBezTo>
                  <a:cubicBezTo>
                    <a:pt x="5579" y="13550"/>
                    <a:pt x="5536" y="13523"/>
                    <a:pt x="5509" y="13523"/>
                  </a:cubicBezTo>
                  <a:close/>
                  <a:moveTo>
                    <a:pt x="5509" y="13793"/>
                  </a:moveTo>
                  <a:cubicBezTo>
                    <a:pt x="5466" y="13793"/>
                    <a:pt x="5444" y="13820"/>
                    <a:pt x="5444" y="13863"/>
                  </a:cubicBezTo>
                  <a:cubicBezTo>
                    <a:pt x="5444" y="13906"/>
                    <a:pt x="5466" y="13928"/>
                    <a:pt x="5509" y="13928"/>
                  </a:cubicBezTo>
                  <a:cubicBezTo>
                    <a:pt x="5536" y="13928"/>
                    <a:pt x="5579" y="13906"/>
                    <a:pt x="5579" y="13863"/>
                  </a:cubicBezTo>
                  <a:cubicBezTo>
                    <a:pt x="5579" y="13820"/>
                    <a:pt x="5536" y="13793"/>
                    <a:pt x="5509" y="13793"/>
                  </a:cubicBezTo>
                  <a:close/>
                  <a:moveTo>
                    <a:pt x="5509" y="14063"/>
                  </a:moveTo>
                  <a:cubicBezTo>
                    <a:pt x="5466" y="14063"/>
                    <a:pt x="5444" y="14090"/>
                    <a:pt x="5444" y="14133"/>
                  </a:cubicBezTo>
                  <a:cubicBezTo>
                    <a:pt x="5444" y="14176"/>
                    <a:pt x="5466" y="14198"/>
                    <a:pt x="5509" y="14198"/>
                  </a:cubicBezTo>
                  <a:cubicBezTo>
                    <a:pt x="5536" y="14198"/>
                    <a:pt x="5579" y="14176"/>
                    <a:pt x="5579" y="14133"/>
                  </a:cubicBezTo>
                  <a:cubicBezTo>
                    <a:pt x="5579" y="14090"/>
                    <a:pt x="5536" y="14063"/>
                    <a:pt x="5509" y="14063"/>
                  </a:cubicBezTo>
                  <a:close/>
                  <a:moveTo>
                    <a:pt x="5509" y="14333"/>
                  </a:moveTo>
                  <a:cubicBezTo>
                    <a:pt x="5466" y="14333"/>
                    <a:pt x="5444" y="14360"/>
                    <a:pt x="5444" y="14403"/>
                  </a:cubicBezTo>
                  <a:cubicBezTo>
                    <a:pt x="5444" y="14446"/>
                    <a:pt x="5466" y="14468"/>
                    <a:pt x="5509" y="14468"/>
                  </a:cubicBezTo>
                  <a:cubicBezTo>
                    <a:pt x="5536" y="14468"/>
                    <a:pt x="5579" y="14446"/>
                    <a:pt x="5579" y="14403"/>
                  </a:cubicBezTo>
                  <a:cubicBezTo>
                    <a:pt x="5579" y="14360"/>
                    <a:pt x="5536" y="14333"/>
                    <a:pt x="5509" y="14333"/>
                  </a:cubicBezTo>
                  <a:close/>
                  <a:moveTo>
                    <a:pt x="5509" y="14603"/>
                  </a:moveTo>
                  <a:cubicBezTo>
                    <a:pt x="5466" y="14603"/>
                    <a:pt x="5444" y="14630"/>
                    <a:pt x="5444" y="14673"/>
                  </a:cubicBezTo>
                  <a:cubicBezTo>
                    <a:pt x="5444" y="14716"/>
                    <a:pt x="5466" y="14738"/>
                    <a:pt x="5509" y="14738"/>
                  </a:cubicBezTo>
                  <a:cubicBezTo>
                    <a:pt x="5536" y="14738"/>
                    <a:pt x="5579" y="14716"/>
                    <a:pt x="5579" y="14673"/>
                  </a:cubicBezTo>
                  <a:cubicBezTo>
                    <a:pt x="5579" y="14630"/>
                    <a:pt x="5536" y="14603"/>
                    <a:pt x="5509" y="14603"/>
                  </a:cubicBezTo>
                  <a:close/>
                  <a:moveTo>
                    <a:pt x="5509" y="14873"/>
                  </a:moveTo>
                  <a:cubicBezTo>
                    <a:pt x="5466" y="14873"/>
                    <a:pt x="5444" y="14900"/>
                    <a:pt x="5444" y="14943"/>
                  </a:cubicBezTo>
                  <a:cubicBezTo>
                    <a:pt x="5444" y="14986"/>
                    <a:pt x="5466" y="15008"/>
                    <a:pt x="5509" y="15008"/>
                  </a:cubicBezTo>
                  <a:cubicBezTo>
                    <a:pt x="5536" y="15008"/>
                    <a:pt x="5579" y="14986"/>
                    <a:pt x="5579" y="14943"/>
                  </a:cubicBezTo>
                  <a:cubicBezTo>
                    <a:pt x="5579" y="14900"/>
                    <a:pt x="5536" y="14873"/>
                    <a:pt x="5509" y="14873"/>
                  </a:cubicBezTo>
                  <a:close/>
                  <a:moveTo>
                    <a:pt x="5509" y="15143"/>
                  </a:moveTo>
                  <a:cubicBezTo>
                    <a:pt x="5466" y="15143"/>
                    <a:pt x="5444" y="15170"/>
                    <a:pt x="5444" y="15213"/>
                  </a:cubicBezTo>
                  <a:cubicBezTo>
                    <a:pt x="5444" y="15256"/>
                    <a:pt x="5466" y="15278"/>
                    <a:pt x="5509" y="15278"/>
                  </a:cubicBezTo>
                  <a:cubicBezTo>
                    <a:pt x="5536" y="15278"/>
                    <a:pt x="5579" y="15256"/>
                    <a:pt x="5579" y="15213"/>
                  </a:cubicBezTo>
                  <a:cubicBezTo>
                    <a:pt x="5579" y="15170"/>
                    <a:pt x="5536" y="15143"/>
                    <a:pt x="5509" y="15143"/>
                  </a:cubicBezTo>
                  <a:close/>
                  <a:moveTo>
                    <a:pt x="5509" y="15413"/>
                  </a:moveTo>
                  <a:cubicBezTo>
                    <a:pt x="5466" y="15413"/>
                    <a:pt x="5444" y="15440"/>
                    <a:pt x="5444" y="15483"/>
                  </a:cubicBezTo>
                  <a:cubicBezTo>
                    <a:pt x="5444" y="15526"/>
                    <a:pt x="5466" y="15548"/>
                    <a:pt x="5509" y="15548"/>
                  </a:cubicBezTo>
                  <a:cubicBezTo>
                    <a:pt x="5536" y="15548"/>
                    <a:pt x="5579" y="15526"/>
                    <a:pt x="5579" y="15483"/>
                  </a:cubicBezTo>
                  <a:cubicBezTo>
                    <a:pt x="5579" y="15440"/>
                    <a:pt x="5536" y="15413"/>
                    <a:pt x="5509" y="15413"/>
                  </a:cubicBezTo>
                  <a:close/>
                  <a:moveTo>
                    <a:pt x="5509" y="15683"/>
                  </a:moveTo>
                  <a:cubicBezTo>
                    <a:pt x="5466" y="15683"/>
                    <a:pt x="5444" y="15710"/>
                    <a:pt x="5444" y="15753"/>
                  </a:cubicBezTo>
                  <a:cubicBezTo>
                    <a:pt x="5444" y="15796"/>
                    <a:pt x="5466" y="15818"/>
                    <a:pt x="5509" y="15818"/>
                  </a:cubicBezTo>
                  <a:cubicBezTo>
                    <a:pt x="5536" y="15818"/>
                    <a:pt x="5579" y="15796"/>
                    <a:pt x="5579" y="15753"/>
                  </a:cubicBezTo>
                  <a:cubicBezTo>
                    <a:pt x="5579" y="15710"/>
                    <a:pt x="5536" y="15683"/>
                    <a:pt x="5509" y="15683"/>
                  </a:cubicBezTo>
                  <a:close/>
                  <a:moveTo>
                    <a:pt x="5509" y="15953"/>
                  </a:moveTo>
                  <a:cubicBezTo>
                    <a:pt x="5466" y="15953"/>
                    <a:pt x="5444" y="15980"/>
                    <a:pt x="5444" y="16023"/>
                  </a:cubicBezTo>
                  <a:cubicBezTo>
                    <a:pt x="5444" y="16066"/>
                    <a:pt x="5466" y="16088"/>
                    <a:pt x="5509" y="16088"/>
                  </a:cubicBezTo>
                  <a:cubicBezTo>
                    <a:pt x="5536" y="16088"/>
                    <a:pt x="5579" y="16066"/>
                    <a:pt x="5579" y="16023"/>
                  </a:cubicBezTo>
                  <a:cubicBezTo>
                    <a:pt x="5579" y="15980"/>
                    <a:pt x="5536" y="15953"/>
                    <a:pt x="5509" y="15953"/>
                  </a:cubicBezTo>
                  <a:close/>
                  <a:moveTo>
                    <a:pt x="5509" y="16223"/>
                  </a:moveTo>
                  <a:cubicBezTo>
                    <a:pt x="5466" y="16223"/>
                    <a:pt x="5444" y="16250"/>
                    <a:pt x="5444" y="16293"/>
                  </a:cubicBezTo>
                  <a:cubicBezTo>
                    <a:pt x="5444" y="16336"/>
                    <a:pt x="5466" y="16358"/>
                    <a:pt x="5509" y="16358"/>
                  </a:cubicBezTo>
                  <a:cubicBezTo>
                    <a:pt x="5536" y="16358"/>
                    <a:pt x="5579" y="16336"/>
                    <a:pt x="5579" y="16293"/>
                  </a:cubicBezTo>
                  <a:cubicBezTo>
                    <a:pt x="5579" y="16250"/>
                    <a:pt x="5536" y="16223"/>
                    <a:pt x="5509" y="16223"/>
                  </a:cubicBezTo>
                  <a:close/>
                  <a:moveTo>
                    <a:pt x="5509" y="16493"/>
                  </a:moveTo>
                  <a:cubicBezTo>
                    <a:pt x="5466" y="16493"/>
                    <a:pt x="5444" y="16520"/>
                    <a:pt x="5444" y="16563"/>
                  </a:cubicBezTo>
                  <a:cubicBezTo>
                    <a:pt x="5444" y="16606"/>
                    <a:pt x="5466" y="16628"/>
                    <a:pt x="5509" y="16628"/>
                  </a:cubicBezTo>
                  <a:cubicBezTo>
                    <a:pt x="5536" y="16628"/>
                    <a:pt x="5579" y="16606"/>
                    <a:pt x="5579" y="16563"/>
                  </a:cubicBezTo>
                  <a:cubicBezTo>
                    <a:pt x="5579" y="16520"/>
                    <a:pt x="5536" y="16493"/>
                    <a:pt x="5509" y="16493"/>
                  </a:cubicBezTo>
                  <a:close/>
                  <a:moveTo>
                    <a:pt x="5509" y="16763"/>
                  </a:moveTo>
                  <a:cubicBezTo>
                    <a:pt x="5466" y="16763"/>
                    <a:pt x="5444" y="16790"/>
                    <a:pt x="5444" y="16833"/>
                  </a:cubicBezTo>
                  <a:cubicBezTo>
                    <a:pt x="5444" y="16876"/>
                    <a:pt x="5466" y="16898"/>
                    <a:pt x="5509" y="16898"/>
                  </a:cubicBezTo>
                  <a:cubicBezTo>
                    <a:pt x="5536" y="16898"/>
                    <a:pt x="5579" y="16876"/>
                    <a:pt x="5579" y="16833"/>
                  </a:cubicBezTo>
                  <a:cubicBezTo>
                    <a:pt x="5579" y="16790"/>
                    <a:pt x="5536" y="16763"/>
                    <a:pt x="5509" y="16763"/>
                  </a:cubicBezTo>
                  <a:close/>
                  <a:moveTo>
                    <a:pt x="5509" y="17033"/>
                  </a:moveTo>
                  <a:cubicBezTo>
                    <a:pt x="5466" y="17033"/>
                    <a:pt x="5444" y="17060"/>
                    <a:pt x="5444" y="17103"/>
                  </a:cubicBezTo>
                  <a:cubicBezTo>
                    <a:pt x="5444" y="17146"/>
                    <a:pt x="5466" y="17168"/>
                    <a:pt x="5509" y="17168"/>
                  </a:cubicBezTo>
                  <a:cubicBezTo>
                    <a:pt x="5536" y="17168"/>
                    <a:pt x="5579" y="17146"/>
                    <a:pt x="5579" y="17103"/>
                  </a:cubicBezTo>
                  <a:cubicBezTo>
                    <a:pt x="5579" y="17060"/>
                    <a:pt x="5536" y="17033"/>
                    <a:pt x="5509" y="17033"/>
                  </a:cubicBezTo>
                  <a:close/>
                  <a:moveTo>
                    <a:pt x="5509" y="17303"/>
                  </a:moveTo>
                  <a:cubicBezTo>
                    <a:pt x="5466" y="17303"/>
                    <a:pt x="5444" y="17330"/>
                    <a:pt x="5444" y="17373"/>
                  </a:cubicBezTo>
                  <a:cubicBezTo>
                    <a:pt x="5444" y="17416"/>
                    <a:pt x="5466" y="17438"/>
                    <a:pt x="5509" y="17438"/>
                  </a:cubicBezTo>
                  <a:cubicBezTo>
                    <a:pt x="5536" y="17438"/>
                    <a:pt x="5579" y="17416"/>
                    <a:pt x="5579" y="17373"/>
                  </a:cubicBezTo>
                  <a:cubicBezTo>
                    <a:pt x="5579" y="17330"/>
                    <a:pt x="5536" y="17303"/>
                    <a:pt x="5509" y="17303"/>
                  </a:cubicBezTo>
                  <a:close/>
                  <a:moveTo>
                    <a:pt x="5509" y="17573"/>
                  </a:moveTo>
                  <a:cubicBezTo>
                    <a:pt x="5466" y="17573"/>
                    <a:pt x="5444" y="17600"/>
                    <a:pt x="5444" y="17643"/>
                  </a:cubicBezTo>
                  <a:cubicBezTo>
                    <a:pt x="5444" y="17686"/>
                    <a:pt x="5466" y="17708"/>
                    <a:pt x="5509" y="17708"/>
                  </a:cubicBezTo>
                  <a:cubicBezTo>
                    <a:pt x="5536" y="17708"/>
                    <a:pt x="5579" y="17686"/>
                    <a:pt x="5579" y="17643"/>
                  </a:cubicBezTo>
                  <a:cubicBezTo>
                    <a:pt x="5579" y="17600"/>
                    <a:pt x="5536" y="17573"/>
                    <a:pt x="5509" y="17573"/>
                  </a:cubicBezTo>
                  <a:close/>
                  <a:moveTo>
                    <a:pt x="65" y="17821"/>
                  </a:moveTo>
                  <a:cubicBezTo>
                    <a:pt x="44" y="17821"/>
                    <a:pt x="1" y="17843"/>
                    <a:pt x="1" y="17892"/>
                  </a:cubicBezTo>
                  <a:lnTo>
                    <a:pt x="22" y="17892"/>
                  </a:lnTo>
                  <a:cubicBezTo>
                    <a:pt x="22" y="17870"/>
                    <a:pt x="44" y="17843"/>
                    <a:pt x="65" y="17843"/>
                  </a:cubicBezTo>
                  <a:cubicBezTo>
                    <a:pt x="109" y="17843"/>
                    <a:pt x="136" y="17870"/>
                    <a:pt x="136" y="17892"/>
                  </a:cubicBezTo>
                  <a:cubicBezTo>
                    <a:pt x="136" y="17843"/>
                    <a:pt x="109" y="17821"/>
                    <a:pt x="65" y="17821"/>
                  </a:cubicBezTo>
                  <a:close/>
                  <a:moveTo>
                    <a:pt x="335" y="17821"/>
                  </a:moveTo>
                  <a:cubicBezTo>
                    <a:pt x="314" y="17821"/>
                    <a:pt x="271" y="17843"/>
                    <a:pt x="271" y="17892"/>
                  </a:cubicBezTo>
                  <a:cubicBezTo>
                    <a:pt x="271" y="17913"/>
                    <a:pt x="314" y="17956"/>
                    <a:pt x="335" y="17956"/>
                  </a:cubicBezTo>
                  <a:cubicBezTo>
                    <a:pt x="379" y="17956"/>
                    <a:pt x="406" y="17913"/>
                    <a:pt x="406" y="17892"/>
                  </a:cubicBezTo>
                  <a:cubicBezTo>
                    <a:pt x="406" y="17843"/>
                    <a:pt x="379" y="17821"/>
                    <a:pt x="335" y="17821"/>
                  </a:cubicBezTo>
                  <a:close/>
                  <a:moveTo>
                    <a:pt x="605" y="17821"/>
                  </a:moveTo>
                  <a:cubicBezTo>
                    <a:pt x="584" y="17821"/>
                    <a:pt x="541" y="17843"/>
                    <a:pt x="541" y="17892"/>
                  </a:cubicBezTo>
                  <a:cubicBezTo>
                    <a:pt x="541" y="17913"/>
                    <a:pt x="584" y="17956"/>
                    <a:pt x="605" y="17956"/>
                  </a:cubicBezTo>
                  <a:cubicBezTo>
                    <a:pt x="649" y="17956"/>
                    <a:pt x="676" y="17913"/>
                    <a:pt x="676" y="17892"/>
                  </a:cubicBezTo>
                  <a:cubicBezTo>
                    <a:pt x="676" y="17843"/>
                    <a:pt x="649" y="17821"/>
                    <a:pt x="605" y="17821"/>
                  </a:cubicBezTo>
                  <a:close/>
                  <a:moveTo>
                    <a:pt x="875" y="17821"/>
                  </a:moveTo>
                  <a:cubicBezTo>
                    <a:pt x="854" y="17821"/>
                    <a:pt x="811" y="17843"/>
                    <a:pt x="811" y="17892"/>
                  </a:cubicBezTo>
                  <a:cubicBezTo>
                    <a:pt x="811" y="17913"/>
                    <a:pt x="854" y="17956"/>
                    <a:pt x="875" y="17956"/>
                  </a:cubicBezTo>
                  <a:cubicBezTo>
                    <a:pt x="919" y="17956"/>
                    <a:pt x="946" y="17913"/>
                    <a:pt x="946" y="17892"/>
                  </a:cubicBezTo>
                  <a:cubicBezTo>
                    <a:pt x="946" y="17843"/>
                    <a:pt x="919" y="17821"/>
                    <a:pt x="875" y="17821"/>
                  </a:cubicBezTo>
                  <a:close/>
                  <a:moveTo>
                    <a:pt x="1145" y="17821"/>
                  </a:moveTo>
                  <a:cubicBezTo>
                    <a:pt x="1124" y="17821"/>
                    <a:pt x="1081" y="17843"/>
                    <a:pt x="1081" y="17892"/>
                  </a:cubicBezTo>
                  <a:cubicBezTo>
                    <a:pt x="1081" y="17913"/>
                    <a:pt x="1124" y="17956"/>
                    <a:pt x="1145" y="17956"/>
                  </a:cubicBezTo>
                  <a:cubicBezTo>
                    <a:pt x="1189" y="17956"/>
                    <a:pt x="1216" y="17913"/>
                    <a:pt x="1216" y="17892"/>
                  </a:cubicBezTo>
                  <a:cubicBezTo>
                    <a:pt x="1216" y="17843"/>
                    <a:pt x="1189" y="17821"/>
                    <a:pt x="1145" y="17821"/>
                  </a:cubicBezTo>
                  <a:close/>
                  <a:moveTo>
                    <a:pt x="1416" y="17821"/>
                  </a:moveTo>
                  <a:cubicBezTo>
                    <a:pt x="1394" y="17821"/>
                    <a:pt x="1351" y="17843"/>
                    <a:pt x="1351" y="17892"/>
                  </a:cubicBezTo>
                  <a:cubicBezTo>
                    <a:pt x="1351" y="17913"/>
                    <a:pt x="1394" y="17956"/>
                    <a:pt x="1416" y="17956"/>
                  </a:cubicBezTo>
                  <a:cubicBezTo>
                    <a:pt x="1459" y="17956"/>
                    <a:pt x="1486" y="17913"/>
                    <a:pt x="1486" y="17892"/>
                  </a:cubicBezTo>
                  <a:cubicBezTo>
                    <a:pt x="1486" y="17843"/>
                    <a:pt x="1459" y="17821"/>
                    <a:pt x="1416" y="17821"/>
                  </a:cubicBezTo>
                  <a:close/>
                  <a:moveTo>
                    <a:pt x="1686" y="17821"/>
                  </a:moveTo>
                  <a:cubicBezTo>
                    <a:pt x="1664" y="17821"/>
                    <a:pt x="1621" y="17843"/>
                    <a:pt x="1621" y="17892"/>
                  </a:cubicBezTo>
                  <a:cubicBezTo>
                    <a:pt x="1621" y="17913"/>
                    <a:pt x="1664" y="17956"/>
                    <a:pt x="1686" y="17956"/>
                  </a:cubicBezTo>
                  <a:cubicBezTo>
                    <a:pt x="1729" y="17956"/>
                    <a:pt x="1756" y="17913"/>
                    <a:pt x="1756" y="17892"/>
                  </a:cubicBezTo>
                  <a:cubicBezTo>
                    <a:pt x="1756" y="17843"/>
                    <a:pt x="1729" y="17821"/>
                    <a:pt x="1686" y="17821"/>
                  </a:cubicBezTo>
                  <a:close/>
                  <a:moveTo>
                    <a:pt x="1956" y="17821"/>
                  </a:moveTo>
                  <a:cubicBezTo>
                    <a:pt x="1934" y="17821"/>
                    <a:pt x="1891" y="17843"/>
                    <a:pt x="1891" y="17892"/>
                  </a:cubicBezTo>
                  <a:cubicBezTo>
                    <a:pt x="1891" y="17913"/>
                    <a:pt x="1934" y="17956"/>
                    <a:pt x="1956" y="17956"/>
                  </a:cubicBezTo>
                  <a:cubicBezTo>
                    <a:pt x="1999" y="17956"/>
                    <a:pt x="2026" y="17913"/>
                    <a:pt x="2026" y="17892"/>
                  </a:cubicBezTo>
                  <a:cubicBezTo>
                    <a:pt x="2026" y="17843"/>
                    <a:pt x="1999" y="17821"/>
                    <a:pt x="1956" y="17821"/>
                  </a:cubicBezTo>
                  <a:close/>
                  <a:moveTo>
                    <a:pt x="2226" y="17821"/>
                  </a:moveTo>
                  <a:cubicBezTo>
                    <a:pt x="2204" y="17821"/>
                    <a:pt x="2161" y="17843"/>
                    <a:pt x="2161" y="17892"/>
                  </a:cubicBezTo>
                  <a:cubicBezTo>
                    <a:pt x="2161" y="17913"/>
                    <a:pt x="2204" y="17956"/>
                    <a:pt x="2226" y="17956"/>
                  </a:cubicBezTo>
                  <a:cubicBezTo>
                    <a:pt x="2269" y="17956"/>
                    <a:pt x="2296" y="17913"/>
                    <a:pt x="2296" y="17892"/>
                  </a:cubicBezTo>
                  <a:cubicBezTo>
                    <a:pt x="2296" y="17843"/>
                    <a:pt x="2269" y="17821"/>
                    <a:pt x="2226" y="17821"/>
                  </a:cubicBezTo>
                  <a:close/>
                  <a:moveTo>
                    <a:pt x="2496" y="17821"/>
                  </a:moveTo>
                  <a:cubicBezTo>
                    <a:pt x="2474" y="17821"/>
                    <a:pt x="2431" y="17843"/>
                    <a:pt x="2431" y="17892"/>
                  </a:cubicBezTo>
                  <a:cubicBezTo>
                    <a:pt x="2431" y="17913"/>
                    <a:pt x="2474" y="17956"/>
                    <a:pt x="2496" y="17956"/>
                  </a:cubicBezTo>
                  <a:cubicBezTo>
                    <a:pt x="2539" y="17956"/>
                    <a:pt x="2566" y="17913"/>
                    <a:pt x="2566" y="17892"/>
                  </a:cubicBezTo>
                  <a:cubicBezTo>
                    <a:pt x="2566" y="17843"/>
                    <a:pt x="2539" y="17821"/>
                    <a:pt x="2496" y="17821"/>
                  </a:cubicBezTo>
                  <a:close/>
                  <a:moveTo>
                    <a:pt x="2766" y="17821"/>
                  </a:moveTo>
                  <a:cubicBezTo>
                    <a:pt x="2744" y="17821"/>
                    <a:pt x="2701" y="17843"/>
                    <a:pt x="2701" y="17892"/>
                  </a:cubicBezTo>
                  <a:cubicBezTo>
                    <a:pt x="2701" y="17913"/>
                    <a:pt x="2744" y="17956"/>
                    <a:pt x="2766" y="17956"/>
                  </a:cubicBezTo>
                  <a:cubicBezTo>
                    <a:pt x="2809" y="17956"/>
                    <a:pt x="2836" y="17913"/>
                    <a:pt x="2836" y="17892"/>
                  </a:cubicBezTo>
                  <a:cubicBezTo>
                    <a:pt x="2836" y="17843"/>
                    <a:pt x="2809" y="17821"/>
                    <a:pt x="2766" y="17821"/>
                  </a:cubicBezTo>
                  <a:close/>
                  <a:moveTo>
                    <a:pt x="3036" y="17821"/>
                  </a:moveTo>
                  <a:cubicBezTo>
                    <a:pt x="3014" y="17821"/>
                    <a:pt x="2971" y="17843"/>
                    <a:pt x="2971" y="17892"/>
                  </a:cubicBezTo>
                  <a:cubicBezTo>
                    <a:pt x="2971" y="17913"/>
                    <a:pt x="3014" y="17956"/>
                    <a:pt x="3036" y="17956"/>
                  </a:cubicBezTo>
                  <a:cubicBezTo>
                    <a:pt x="3079" y="17956"/>
                    <a:pt x="3106" y="17913"/>
                    <a:pt x="3106" y="17892"/>
                  </a:cubicBezTo>
                  <a:cubicBezTo>
                    <a:pt x="3106" y="17843"/>
                    <a:pt x="3079" y="17821"/>
                    <a:pt x="3036" y="17821"/>
                  </a:cubicBezTo>
                  <a:close/>
                  <a:moveTo>
                    <a:pt x="3306" y="17821"/>
                  </a:moveTo>
                  <a:cubicBezTo>
                    <a:pt x="3284" y="17821"/>
                    <a:pt x="3241" y="17843"/>
                    <a:pt x="3241" y="17892"/>
                  </a:cubicBezTo>
                  <a:cubicBezTo>
                    <a:pt x="3241" y="17913"/>
                    <a:pt x="3284" y="17956"/>
                    <a:pt x="3306" y="17956"/>
                  </a:cubicBezTo>
                  <a:cubicBezTo>
                    <a:pt x="3349" y="17956"/>
                    <a:pt x="3376" y="17913"/>
                    <a:pt x="3376" y="17892"/>
                  </a:cubicBezTo>
                  <a:cubicBezTo>
                    <a:pt x="3376" y="17843"/>
                    <a:pt x="3349" y="17821"/>
                    <a:pt x="3306" y="17821"/>
                  </a:cubicBezTo>
                  <a:close/>
                  <a:moveTo>
                    <a:pt x="3576" y="17821"/>
                  </a:moveTo>
                  <a:cubicBezTo>
                    <a:pt x="3554" y="17821"/>
                    <a:pt x="3511" y="17843"/>
                    <a:pt x="3511" y="17892"/>
                  </a:cubicBezTo>
                  <a:cubicBezTo>
                    <a:pt x="3511" y="17913"/>
                    <a:pt x="3554" y="17956"/>
                    <a:pt x="3576" y="17956"/>
                  </a:cubicBezTo>
                  <a:cubicBezTo>
                    <a:pt x="3619" y="17956"/>
                    <a:pt x="3646" y="17913"/>
                    <a:pt x="3646" y="17892"/>
                  </a:cubicBezTo>
                  <a:cubicBezTo>
                    <a:pt x="3646" y="17843"/>
                    <a:pt x="3619" y="17821"/>
                    <a:pt x="3576" y="17821"/>
                  </a:cubicBezTo>
                  <a:close/>
                  <a:moveTo>
                    <a:pt x="3846" y="17821"/>
                  </a:moveTo>
                  <a:cubicBezTo>
                    <a:pt x="3824" y="17821"/>
                    <a:pt x="3781" y="17843"/>
                    <a:pt x="3781" y="17892"/>
                  </a:cubicBezTo>
                  <a:cubicBezTo>
                    <a:pt x="3781" y="17913"/>
                    <a:pt x="3824" y="17956"/>
                    <a:pt x="3846" y="17956"/>
                  </a:cubicBezTo>
                  <a:cubicBezTo>
                    <a:pt x="3889" y="17956"/>
                    <a:pt x="3916" y="17913"/>
                    <a:pt x="3916" y="17892"/>
                  </a:cubicBezTo>
                  <a:cubicBezTo>
                    <a:pt x="3916" y="17843"/>
                    <a:pt x="3889" y="17821"/>
                    <a:pt x="3846" y="17821"/>
                  </a:cubicBezTo>
                  <a:close/>
                  <a:moveTo>
                    <a:pt x="4116" y="17821"/>
                  </a:moveTo>
                  <a:cubicBezTo>
                    <a:pt x="4094" y="17821"/>
                    <a:pt x="4051" y="17843"/>
                    <a:pt x="4051" y="17892"/>
                  </a:cubicBezTo>
                  <a:cubicBezTo>
                    <a:pt x="4051" y="17913"/>
                    <a:pt x="4094" y="17956"/>
                    <a:pt x="4116" y="17956"/>
                  </a:cubicBezTo>
                  <a:cubicBezTo>
                    <a:pt x="4159" y="17956"/>
                    <a:pt x="4186" y="17913"/>
                    <a:pt x="4186" y="17892"/>
                  </a:cubicBezTo>
                  <a:cubicBezTo>
                    <a:pt x="4186" y="17843"/>
                    <a:pt x="4159" y="17821"/>
                    <a:pt x="4116" y="17821"/>
                  </a:cubicBezTo>
                  <a:close/>
                  <a:moveTo>
                    <a:pt x="4386" y="17821"/>
                  </a:moveTo>
                  <a:cubicBezTo>
                    <a:pt x="4364" y="17821"/>
                    <a:pt x="4321" y="17843"/>
                    <a:pt x="4321" y="17892"/>
                  </a:cubicBezTo>
                  <a:cubicBezTo>
                    <a:pt x="4321" y="17913"/>
                    <a:pt x="4364" y="17956"/>
                    <a:pt x="4386" y="17956"/>
                  </a:cubicBezTo>
                  <a:cubicBezTo>
                    <a:pt x="4429" y="17956"/>
                    <a:pt x="4456" y="17913"/>
                    <a:pt x="4456" y="17892"/>
                  </a:cubicBezTo>
                  <a:cubicBezTo>
                    <a:pt x="4456" y="17843"/>
                    <a:pt x="4429" y="17821"/>
                    <a:pt x="4386" y="17821"/>
                  </a:cubicBezTo>
                  <a:close/>
                  <a:moveTo>
                    <a:pt x="4656" y="17821"/>
                  </a:moveTo>
                  <a:cubicBezTo>
                    <a:pt x="4634" y="17821"/>
                    <a:pt x="4591" y="17843"/>
                    <a:pt x="4591" y="17892"/>
                  </a:cubicBezTo>
                  <a:cubicBezTo>
                    <a:pt x="4591" y="17913"/>
                    <a:pt x="4634" y="17956"/>
                    <a:pt x="4656" y="17956"/>
                  </a:cubicBezTo>
                  <a:cubicBezTo>
                    <a:pt x="4699" y="17956"/>
                    <a:pt x="4726" y="17913"/>
                    <a:pt x="4726" y="17892"/>
                  </a:cubicBezTo>
                  <a:cubicBezTo>
                    <a:pt x="4726" y="17843"/>
                    <a:pt x="4699" y="17821"/>
                    <a:pt x="4656" y="17821"/>
                  </a:cubicBezTo>
                  <a:close/>
                  <a:moveTo>
                    <a:pt x="4926" y="17821"/>
                  </a:moveTo>
                  <a:cubicBezTo>
                    <a:pt x="4904" y="17821"/>
                    <a:pt x="4861" y="17843"/>
                    <a:pt x="4861" y="17892"/>
                  </a:cubicBezTo>
                  <a:cubicBezTo>
                    <a:pt x="4861" y="17913"/>
                    <a:pt x="4904" y="17956"/>
                    <a:pt x="4926" y="17956"/>
                  </a:cubicBezTo>
                  <a:cubicBezTo>
                    <a:pt x="4969" y="17956"/>
                    <a:pt x="4996" y="17913"/>
                    <a:pt x="4996" y="17892"/>
                  </a:cubicBezTo>
                  <a:cubicBezTo>
                    <a:pt x="4996" y="17843"/>
                    <a:pt x="4969" y="17821"/>
                    <a:pt x="4926" y="17821"/>
                  </a:cubicBezTo>
                  <a:close/>
                  <a:moveTo>
                    <a:pt x="5196" y="17821"/>
                  </a:moveTo>
                  <a:cubicBezTo>
                    <a:pt x="5174" y="17821"/>
                    <a:pt x="5131" y="17843"/>
                    <a:pt x="5131" y="17892"/>
                  </a:cubicBezTo>
                  <a:cubicBezTo>
                    <a:pt x="5131" y="17913"/>
                    <a:pt x="5174" y="17956"/>
                    <a:pt x="5196" y="17956"/>
                  </a:cubicBezTo>
                  <a:cubicBezTo>
                    <a:pt x="5239" y="17956"/>
                    <a:pt x="5266" y="17913"/>
                    <a:pt x="5266" y="17892"/>
                  </a:cubicBezTo>
                  <a:cubicBezTo>
                    <a:pt x="5266" y="17843"/>
                    <a:pt x="5239" y="17821"/>
                    <a:pt x="5196" y="17821"/>
                  </a:cubicBezTo>
                  <a:close/>
                  <a:moveTo>
                    <a:pt x="5466" y="17821"/>
                  </a:moveTo>
                  <a:cubicBezTo>
                    <a:pt x="5444" y="17821"/>
                    <a:pt x="5401" y="17843"/>
                    <a:pt x="5401" y="17892"/>
                  </a:cubicBezTo>
                  <a:cubicBezTo>
                    <a:pt x="5401" y="17913"/>
                    <a:pt x="5444" y="17956"/>
                    <a:pt x="5466" y="17956"/>
                  </a:cubicBezTo>
                  <a:cubicBezTo>
                    <a:pt x="5509" y="17956"/>
                    <a:pt x="5536" y="17913"/>
                    <a:pt x="5536" y="17892"/>
                  </a:cubicBezTo>
                  <a:cubicBezTo>
                    <a:pt x="5536" y="17843"/>
                    <a:pt x="5509" y="17821"/>
                    <a:pt x="5466" y="17821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f131e4dc8c_0_507"/>
            <p:cNvSpPr/>
            <p:nvPr/>
          </p:nvSpPr>
          <p:spPr>
            <a:xfrm rot="-5400000">
              <a:off x="2880906" y="4359282"/>
              <a:ext cx="659376" cy="637459"/>
            </a:xfrm>
            <a:custGeom>
              <a:rect b="b" l="l" r="r" t="t"/>
              <a:pathLst>
                <a:path extrusionOk="0" h="13815" w="14290">
                  <a:moveTo>
                    <a:pt x="71" y="0"/>
                  </a:moveTo>
                  <a:cubicBezTo>
                    <a:pt x="28" y="0"/>
                    <a:pt x="1" y="43"/>
                    <a:pt x="1" y="65"/>
                  </a:cubicBezTo>
                  <a:cubicBezTo>
                    <a:pt x="1" y="108"/>
                    <a:pt x="28" y="135"/>
                    <a:pt x="71" y="135"/>
                  </a:cubicBezTo>
                  <a:cubicBezTo>
                    <a:pt x="114" y="135"/>
                    <a:pt x="136" y="108"/>
                    <a:pt x="136" y="65"/>
                  </a:cubicBezTo>
                  <a:cubicBezTo>
                    <a:pt x="136" y="43"/>
                    <a:pt x="114" y="0"/>
                    <a:pt x="71" y="0"/>
                  </a:cubicBezTo>
                  <a:close/>
                  <a:moveTo>
                    <a:pt x="341" y="0"/>
                  </a:moveTo>
                  <a:cubicBezTo>
                    <a:pt x="298" y="0"/>
                    <a:pt x="271" y="43"/>
                    <a:pt x="271" y="65"/>
                  </a:cubicBezTo>
                  <a:cubicBezTo>
                    <a:pt x="271" y="108"/>
                    <a:pt x="298" y="135"/>
                    <a:pt x="341" y="135"/>
                  </a:cubicBezTo>
                  <a:cubicBezTo>
                    <a:pt x="384" y="135"/>
                    <a:pt x="406" y="108"/>
                    <a:pt x="406" y="65"/>
                  </a:cubicBezTo>
                  <a:cubicBezTo>
                    <a:pt x="406" y="43"/>
                    <a:pt x="384" y="0"/>
                    <a:pt x="341" y="0"/>
                  </a:cubicBezTo>
                  <a:close/>
                  <a:moveTo>
                    <a:pt x="611" y="0"/>
                  </a:moveTo>
                  <a:cubicBezTo>
                    <a:pt x="568" y="0"/>
                    <a:pt x="541" y="43"/>
                    <a:pt x="541" y="65"/>
                  </a:cubicBezTo>
                  <a:cubicBezTo>
                    <a:pt x="541" y="108"/>
                    <a:pt x="568" y="135"/>
                    <a:pt x="611" y="135"/>
                  </a:cubicBezTo>
                  <a:cubicBezTo>
                    <a:pt x="654" y="135"/>
                    <a:pt x="676" y="108"/>
                    <a:pt x="676" y="65"/>
                  </a:cubicBezTo>
                  <a:cubicBezTo>
                    <a:pt x="676" y="43"/>
                    <a:pt x="654" y="0"/>
                    <a:pt x="611" y="0"/>
                  </a:cubicBezTo>
                  <a:close/>
                  <a:moveTo>
                    <a:pt x="881" y="0"/>
                  </a:moveTo>
                  <a:cubicBezTo>
                    <a:pt x="838" y="0"/>
                    <a:pt x="811" y="43"/>
                    <a:pt x="811" y="65"/>
                  </a:cubicBezTo>
                  <a:cubicBezTo>
                    <a:pt x="811" y="108"/>
                    <a:pt x="838" y="135"/>
                    <a:pt x="881" y="135"/>
                  </a:cubicBezTo>
                  <a:cubicBezTo>
                    <a:pt x="924" y="135"/>
                    <a:pt x="946" y="108"/>
                    <a:pt x="946" y="65"/>
                  </a:cubicBezTo>
                  <a:cubicBezTo>
                    <a:pt x="946" y="43"/>
                    <a:pt x="924" y="0"/>
                    <a:pt x="881" y="0"/>
                  </a:cubicBezTo>
                  <a:close/>
                  <a:moveTo>
                    <a:pt x="1151" y="0"/>
                  </a:moveTo>
                  <a:cubicBezTo>
                    <a:pt x="1108" y="0"/>
                    <a:pt x="1081" y="43"/>
                    <a:pt x="1081" y="65"/>
                  </a:cubicBezTo>
                  <a:cubicBezTo>
                    <a:pt x="1081" y="108"/>
                    <a:pt x="1108" y="135"/>
                    <a:pt x="1151" y="135"/>
                  </a:cubicBezTo>
                  <a:cubicBezTo>
                    <a:pt x="1194" y="135"/>
                    <a:pt x="1216" y="108"/>
                    <a:pt x="1216" y="65"/>
                  </a:cubicBezTo>
                  <a:cubicBezTo>
                    <a:pt x="1216" y="43"/>
                    <a:pt x="1194" y="0"/>
                    <a:pt x="1151" y="0"/>
                  </a:cubicBezTo>
                  <a:close/>
                  <a:moveTo>
                    <a:pt x="1421" y="0"/>
                  </a:moveTo>
                  <a:cubicBezTo>
                    <a:pt x="1378" y="0"/>
                    <a:pt x="1351" y="43"/>
                    <a:pt x="1351" y="65"/>
                  </a:cubicBezTo>
                  <a:cubicBezTo>
                    <a:pt x="1351" y="108"/>
                    <a:pt x="1378" y="135"/>
                    <a:pt x="1421" y="135"/>
                  </a:cubicBezTo>
                  <a:cubicBezTo>
                    <a:pt x="1464" y="135"/>
                    <a:pt x="1486" y="108"/>
                    <a:pt x="1486" y="65"/>
                  </a:cubicBezTo>
                  <a:cubicBezTo>
                    <a:pt x="1486" y="43"/>
                    <a:pt x="1464" y="0"/>
                    <a:pt x="1421" y="0"/>
                  </a:cubicBezTo>
                  <a:close/>
                  <a:moveTo>
                    <a:pt x="1691" y="0"/>
                  </a:moveTo>
                  <a:cubicBezTo>
                    <a:pt x="1648" y="0"/>
                    <a:pt x="1621" y="43"/>
                    <a:pt x="1621" y="65"/>
                  </a:cubicBezTo>
                  <a:cubicBezTo>
                    <a:pt x="1621" y="108"/>
                    <a:pt x="1648" y="135"/>
                    <a:pt x="1691" y="135"/>
                  </a:cubicBezTo>
                  <a:cubicBezTo>
                    <a:pt x="1734" y="135"/>
                    <a:pt x="1756" y="108"/>
                    <a:pt x="1756" y="65"/>
                  </a:cubicBezTo>
                  <a:cubicBezTo>
                    <a:pt x="1756" y="43"/>
                    <a:pt x="1734" y="0"/>
                    <a:pt x="1691" y="0"/>
                  </a:cubicBezTo>
                  <a:close/>
                  <a:moveTo>
                    <a:pt x="1961" y="0"/>
                  </a:moveTo>
                  <a:cubicBezTo>
                    <a:pt x="1918" y="0"/>
                    <a:pt x="1891" y="43"/>
                    <a:pt x="1891" y="65"/>
                  </a:cubicBezTo>
                  <a:cubicBezTo>
                    <a:pt x="1891" y="108"/>
                    <a:pt x="1918" y="135"/>
                    <a:pt x="1961" y="135"/>
                  </a:cubicBezTo>
                  <a:cubicBezTo>
                    <a:pt x="2004" y="135"/>
                    <a:pt x="2026" y="108"/>
                    <a:pt x="2026" y="65"/>
                  </a:cubicBezTo>
                  <a:cubicBezTo>
                    <a:pt x="2026" y="43"/>
                    <a:pt x="2004" y="0"/>
                    <a:pt x="1961" y="0"/>
                  </a:cubicBezTo>
                  <a:close/>
                  <a:moveTo>
                    <a:pt x="2231" y="0"/>
                  </a:moveTo>
                  <a:cubicBezTo>
                    <a:pt x="2188" y="0"/>
                    <a:pt x="2161" y="43"/>
                    <a:pt x="2161" y="65"/>
                  </a:cubicBezTo>
                  <a:cubicBezTo>
                    <a:pt x="2161" y="108"/>
                    <a:pt x="2188" y="135"/>
                    <a:pt x="2231" y="135"/>
                  </a:cubicBezTo>
                  <a:cubicBezTo>
                    <a:pt x="2274" y="135"/>
                    <a:pt x="2296" y="108"/>
                    <a:pt x="2296" y="65"/>
                  </a:cubicBezTo>
                  <a:cubicBezTo>
                    <a:pt x="2296" y="43"/>
                    <a:pt x="2274" y="0"/>
                    <a:pt x="2231" y="0"/>
                  </a:cubicBezTo>
                  <a:close/>
                  <a:moveTo>
                    <a:pt x="2501" y="0"/>
                  </a:moveTo>
                  <a:cubicBezTo>
                    <a:pt x="2458" y="0"/>
                    <a:pt x="2431" y="43"/>
                    <a:pt x="2431" y="65"/>
                  </a:cubicBezTo>
                  <a:cubicBezTo>
                    <a:pt x="2431" y="108"/>
                    <a:pt x="2458" y="135"/>
                    <a:pt x="2501" y="135"/>
                  </a:cubicBezTo>
                  <a:cubicBezTo>
                    <a:pt x="2544" y="135"/>
                    <a:pt x="2566" y="108"/>
                    <a:pt x="2566" y="65"/>
                  </a:cubicBezTo>
                  <a:cubicBezTo>
                    <a:pt x="2566" y="43"/>
                    <a:pt x="2544" y="0"/>
                    <a:pt x="2501" y="0"/>
                  </a:cubicBezTo>
                  <a:close/>
                  <a:moveTo>
                    <a:pt x="2771" y="0"/>
                  </a:moveTo>
                  <a:cubicBezTo>
                    <a:pt x="2728" y="0"/>
                    <a:pt x="2701" y="43"/>
                    <a:pt x="2701" y="65"/>
                  </a:cubicBezTo>
                  <a:cubicBezTo>
                    <a:pt x="2701" y="108"/>
                    <a:pt x="2728" y="135"/>
                    <a:pt x="2771" y="135"/>
                  </a:cubicBezTo>
                  <a:cubicBezTo>
                    <a:pt x="2814" y="135"/>
                    <a:pt x="2836" y="108"/>
                    <a:pt x="2836" y="65"/>
                  </a:cubicBezTo>
                  <a:cubicBezTo>
                    <a:pt x="2836" y="43"/>
                    <a:pt x="2814" y="0"/>
                    <a:pt x="2771" y="0"/>
                  </a:cubicBezTo>
                  <a:close/>
                  <a:moveTo>
                    <a:pt x="3041" y="0"/>
                  </a:moveTo>
                  <a:cubicBezTo>
                    <a:pt x="2998" y="0"/>
                    <a:pt x="2971" y="43"/>
                    <a:pt x="2971" y="65"/>
                  </a:cubicBezTo>
                  <a:cubicBezTo>
                    <a:pt x="2971" y="108"/>
                    <a:pt x="2998" y="135"/>
                    <a:pt x="3041" y="135"/>
                  </a:cubicBezTo>
                  <a:cubicBezTo>
                    <a:pt x="3084" y="135"/>
                    <a:pt x="3106" y="108"/>
                    <a:pt x="3106" y="65"/>
                  </a:cubicBezTo>
                  <a:cubicBezTo>
                    <a:pt x="3106" y="43"/>
                    <a:pt x="3084" y="0"/>
                    <a:pt x="3041" y="0"/>
                  </a:cubicBezTo>
                  <a:close/>
                  <a:moveTo>
                    <a:pt x="3311" y="0"/>
                  </a:moveTo>
                  <a:cubicBezTo>
                    <a:pt x="3268" y="0"/>
                    <a:pt x="3241" y="43"/>
                    <a:pt x="3241" y="65"/>
                  </a:cubicBezTo>
                  <a:cubicBezTo>
                    <a:pt x="3241" y="108"/>
                    <a:pt x="3268" y="135"/>
                    <a:pt x="3311" y="135"/>
                  </a:cubicBezTo>
                  <a:cubicBezTo>
                    <a:pt x="3354" y="135"/>
                    <a:pt x="3376" y="108"/>
                    <a:pt x="3376" y="65"/>
                  </a:cubicBezTo>
                  <a:cubicBezTo>
                    <a:pt x="3376" y="43"/>
                    <a:pt x="3354" y="0"/>
                    <a:pt x="3311" y="0"/>
                  </a:cubicBezTo>
                  <a:close/>
                  <a:moveTo>
                    <a:pt x="3581" y="0"/>
                  </a:moveTo>
                  <a:cubicBezTo>
                    <a:pt x="3538" y="0"/>
                    <a:pt x="3511" y="43"/>
                    <a:pt x="3511" y="65"/>
                  </a:cubicBezTo>
                  <a:cubicBezTo>
                    <a:pt x="3511" y="108"/>
                    <a:pt x="3538" y="135"/>
                    <a:pt x="3581" y="135"/>
                  </a:cubicBezTo>
                  <a:cubicBezTo>
                    <a:pt x="3624" y="135"/>
                    <a:pt x="3646" y="108"/>
                    <a:pt x="3646" y="65"/>
                  </a:cubicBezTo>
                  <a:cubicBezTo>
                    <a:pt x="3646" y="43"/>
                    <a:pt x="3624" y="0"/>
                    <a:pt x="3581" y="0"/>
                  </a:cubicBezTo>
                  <a:close/>
                  <a:moveTo>
                    <a:pt x="3851" y="0"/>
                  </a:moveTo>
                  <a:cubicBezTo>
                    <a:pt x="3808" y="0"/>
                    <a:pt x="3781" y="43"/>
                    <a:pt x="3781" y="65"/>
                  </a:cubicBezTo>
                  <a:cubicBezTo>
                    <a:pt x="3781" y="108"/>
                    <a:pt x="3808" y="135"/>
                    <a:pt x="3851" y="135"/>
                  </a:cubicBezTo>
                  <a:cubicBezTo>
                    <a:pt x="3894" y="135"/>
                    <a:pt x="3916" y="108"/>
                    <a:pt x="3916" y="65"/>
                  </a:cubicBezTo>
                  <a:cubicBezTo>
                    <a:pt x="3916" y="43"/>
                    <a:pt x="3894" y="0"/>
                    <a:pt x="3851" y="0"/>
                  </a:cubicBezTo>
                  <a:close/>
                  <a:moveTo>
                    <a:pt x="4121" y="0"/>
                  </a:moveTo>
                  <a:cubicBezTo>
                    <a:pt x="4078" y="0"/>
                    <a:pt x="4051" y="43"/>
                    <a:pt x="4051" y="65"/>
                  </a:cubicBezTo>
                  <a:cubicBezTo>
                    <a:pt x="4051" y="108"/>
                    <a:pt x="4078" y="135"/>
                    <a:pt x="4121" y="135"/>
                  </a:cubicBezTo>
                  <a:cubicBezTo>
                    <a:pt x="4164" y="135"/>
                    <a:pt x="4186" y="108"/>
                    <a:pt x="4186" y="65"/>
                  </a:cubicBezTo>
                  <a:cubicBezTo>
                    <a:pt x="4186" y="43"/>
                    <a:pt x="4164" y="0"/>
                    <a:pt x="4121" y="0"/>
                  </a:cubicBezTo>
                  <a:close/>
                  <a:moveTo>
                    <a:pt x="4391" y="0"/>
                  </a:moveTo>
                  <a:cubicBezTo>
                    <a:pt x="4348" y="0"/>
                    <a:pt x="4321" y="43"/>
                    <a:pt x="4321" y="65"/>
                  </a:cubicBezTo>
                  <a:cubicBezTo>
                    <a:pt x="4321" y="108"/>
                    <a:pt x="4348" y="135"/>
                    <a:pt x="4391" y="135"/>
                  </a:cubicBezTo>
                  <a:cubicBezTo>
                    <a:pt x="4434" y="135"/>
                    <a:pt x="4456" y="108"/>
                    <a:pt x="4456" y="65"/>
                  </a:cubicBezTo>
                  <a:cubicBezTo>
                    <a:pt x="4456" y="43"/>
                    <a:pt x="4434" y="0"/>
                    <a:pt x="4391" y="0"/>
                  </a:cubicBezTo>
                  <a:close/>
                  <a:moveTo>
                    <a:pt x="4661" y="0"/>
                  </a:moveTo>
                  <a:cubicBezTo>
                    <a:pt x="4618" y="0"/>
                    <a:pt x="4591" y="43"/>
                    <a:pt x="4591" y="65"/>
                  </a:cubicBezTo>
                  <a:cubicBezTo>
                    <a:pt x="4591" y="108"/>
                    <a:pt x="4618" y="135"/>
                    <a:pt x="4661" y="135"/>
                  </a:cubicBezTo>
                  <a:cubicBezTo>
                    <a:pt x="4704" y="135"/>
                    <a:pt x="4726" y="108"/>
                    <a:pt x="4726" y="65"/>
                  </a:cubicBezTo>
                  <a:cubicBezTo>
                    <a:pt x="4726" y="43"/>
                    <a:pt x="4704" y="0"/>
                    <a:pt x="4661" y="0"/>
                  </a:cubicBezTo>
                  <a:close/>
                  <a:moveTo>
                    <a:pt x="4931" y="0"/>
                  </a:moveTo>
                  <a:cubicBezTo>
                    <a:pt x="4888" y="0"/>
                    <a:pt x="4861" y="43"/>
                    <a:pt x="4861" y="65"/>
                  </a:cubicBezTo>
                  <a:cubicBezTo>
                    <a:pt x="4861" y="108"/>
                    <a:pt x="4888" y="135"/>
                    <a:pt x="4931" y="135"/>
                  </a:cubicBezTo>
                  <a:cubicBezTo>
                    <a:pt x="4975" y="135"/>
                    <a:pt x="4996" y="108"/>
                    <a:pt x="4996" y="65"/>
                  </a:cubicBezTo>
                  <a:cubicBezTo>
                    <a:pt x="4996" y="43"/>
                    <a:pt x="4975" y="0"/>
                    <a:pt x="4931" y="0"/>
                  </a:cubicBezTo>
                  <a:close/>
                  <a:moveTo>
                    <a:pt x="5201" y="0"/>
                  </a:moveTo>
                  <a:cubicBezTo>
                    <a:pt x="5158" y="0"/>
                    <a:pt x="5131" y="43"/>
                    <a:pt x="5131" y="65"/>
                  </a:cubicBezTo>
                  <a:cubicBezTo>
                    <a:pt x="5131" y="108"/>
                    <a:pt x="5158" y="135"/>
                    <a:pt x="5201" y="135"/>
                  </a:cubicBezTo>
                  <a:cubicBezTo>
                    <a:pt x="5245" y="135"/>
                    <a:pt x="5266" y="108"/>
                    <a:pt x="5266" y="65"/>
                  </a:cubicBezTo>
                  <a:cubicBezTo>
                    <a:pt x="5266" y="43"/>
                    <a:pt x="5245" y="0"/>
                    <a:pt x="5201" y="0"/>
                  </a:cubicBezTo>
                  <a:close/>
                  <a:moveTo>
                    <a:pt x="5471" y="0"/>
                  </a:moveTo>
                  <a:cubicBezTo>
                    <a:pt x="5428" y="0"/>
                    <a:pt x="5401" y="43"/>
                    <a:pt x="5401" y="65"/>
                  </a:cubicBezTo>
                  <a:cubicBezTo>
                    <a:pt x="5401" y="108"/>
                    <a:pt x="5428" y="135"/>
                    <a:pt x="5471" y="135"/>
                  </a:cubicBezTo>
                  <a:cubicBezTo>
                    <a:pt x="5515" y="135"/>
                    <a:pt x="5536" y="108"/>
                    <a:pt x="5536" y="65"/>
                  </a:cubicBezTo>
                  <a:cubicBezTo>
                    <a:pt x="5536" y="43"/>
                    <a:pt x="5515" y="0"/>
                    <a:pt x="5471" y="0"/>
                  </a:cubicBezTo>
                  <a:close/>
                  <a:moveTo>
                    <a:pt x="5741" y="0"/>
                  </a:moveTo>
                  <a:cubicBezTo>
                    <a:pt x="5698" y="0"/>
                    <a:pt x="5671" y="43"/>
                    <a:pt x="5671" y="65"/>
                  </a:cubicBezTo>
                  <a:cubicBezTo>
                    <a:pt x="5671" y="108"/>
                    <a:pt x="5698" y="135"/>
                    <a:pt x="5741" y="135"/>
                  </a:cubicBezTo>
                  <a:cubicBezTo>
                    <a:pt x="5785" y="135"/>
                    <a:pt x="5806" y="108"/>
                    <a:pt x="5806" y="65"/>
                  </a:cubicBezTo>
                  <a:cubicBezTo>
                    <a:pt x="5806" y="43"/>
                    <a:pt x="5785" y="0"/>
                    <a:pt x="5741" y="0"/>
                  </a:cubicBezTo>
                  <a:close/>
                  <a:moveTo>
                    <a:pt x="6011" y="0"/>
                  </a:moveTo>
                  <a:cubicBezTo>
                    <a:pt x="5968" y="0"/>
                    <a:pt x="5941" y="43"/>
                    <a:pt x="5941" y="65"/>
                  </a:cubicBezTo>
                  <a:cubicBezTo>
                    <a:pt x="5941" y="108"/>
                    <a:pt x="5968" y="135"/>
                    <a:pt x="6011" y="135"/>
                  </a:cubicBezTo>
                  <a:cubicBezTo>
                    <a:pt x="6055" y="135"/>
                    <a:pt x="6076" y="108"/>
                    <a:pt x="6076" y="65"/>
                  </a:cubicBezTo>
                  <a:cubicBezTo>
                    <a:pt x="6076" y="43"/>
                    <a:pt x="6055" y="0"/>
                    <a:pt x="6011" y="0"/>
                  </a:cubicBezTo>
                  <a:close/>
                  <a:moveTo>
                    <a:pt x="6281" y="0"/>
                  </a:moveTo>
                  <a:cubicBezTo>
                    <a:pt x="6238" y="0"/>
                    <a:pt x="6211" y="43"/>
                    <a:pt x="6211" y="65"/>
                  </a:cubicBezTo>
                  <a:cubicBezTo>
                    <a:pt x="6211" y="108"/>
                    <a:pt x="6238" y="135"/>
                    <a:pt x="6281" y="135"/>
                  </a:cubicBezTo>
                  <a:cubicBezTo>
                    <a:pt x="6325" y="135"/>
                    <a:pt x="6346" y="108"/>
                    <a:pt x="6346" y="65"/>
                  </a:cubicBezTo>
                  <a:cubicBezTo>
                    <a:pt x="6346" y="43"/>
                    <a:pt x="6325" y="0"/>
                    <a:pt x="6281" y="0"/>
                  </a:cubicBezTo>
                  <a:close/>
                  <a:moveTo>
                    <a:pt x="6551" y="0"/>
                  </a:moveTo>
                  <a:cubicBezTo>
                    <a:pt x="6508" y="0"/>
                    <a:pt x="6481" y="43"/>
                    <a:pt x="6481" y="65"/>
                  </a:cubicBezTo>
                  <a:cubicBezTo>
                    <a:pt x="6481" y="108"/>
                    <a:pt x="6508" y="135"/>
                    <a:pt x="6551" y="135"/>
                  </a:cubicBezTo>
                  <a:cubicBezTo>
                    <a:pt x="6595" y="135"/>
                    <a:pt x="6616" y="108"/>
                    <a:pt x="6616" y="65"/>
                  </a:cubicBezTo>
                  <a:cubicBezTo>
                    <a:pt x="6616" y="43"/>
                    <a:pt x="6595" y="0"/>
                    <a:pt x="6551" y="0"/>
                  </a:cubicBezTo>
                  <a:close/>
                  <a:moveTo>
                    <a:pt x="6821" y="0"/>
                  </a:moveTo>
                  <a:cubicBezTo>
                    <a:pt x="6778" y="0"/>
                    <a:pt x="6751" y="43"/>
                    <a:pt x="6751" y="65"/>
                  </a:cubicBezTo>
                  <a:cubicBezTo>
                    <a:pt x="6751" y="108"/>
                    <a:pt x="6778" y="135"/>
                    <a:pt x="6821" y="135"/>
                  </a:cubicBezTo>
                  <a:cubicBezTo>
                    <a:pt x="6865" y="135"/>
                    <a:pt x="6886" y="108"/>
                    <a:pt x="6886" y="65"/>
                  </a:cubicBezTo>
                  <a:cubicBezTo>
                    <a:pt x="6886" y="43"/>
                    <a:pt x="6865" y="0"/>
                    <a:pt x="6821" y="0"/>
                  </a:cubicBezTo>
                  <a:close/>
                  <a:moveTo>
                    <a:pt x="7091" y="0"/>
                  </a:moveTo>
                  <a:cubicBezTo>
                    <a:pt x="7048" y="0"/>
                    <a:pt x="7021" y="43"/>
                    <a:pt x="7021" y="65"/>
                  </a:cubicBezTo>
                  <a:cubicBezTo>
                    <a:pt x="7021" y="108"/>
                    <a:pt x="7048" y="135"/>
                    <a:pt x="7091" y="135"/>
                  </a:cubicBezTo>
                  <a:cubicBezTo>
                    <a:pt x="7135" y="135"/>
                    <a:pt x="7156" y="108"/>
                    <a:pt x="7156" y="65"/>
                  </a:cubicBezTo>
                  <a:cubicBezTo>
                    <a:pt x="7156" y="43"/>
                    <a:pt x="7135" y="0"/>
                    <a:pt x="7091" y="0"/>
                  </a:cubicBezTo>
                  <a:close/>
                  <a:moveTo>
                    <a:pt x="7113" y="243"/>
                  </a:moveTo>
                  <a:cubicBezTo>
                    <a:pt x="7091" y="243"/>
                    <a:pt x="7048" y="270"/>
                    <a:pt x="7048" y="314"/>
                  </a:cubicBezTo>
                  <a:cubicBezTo>
                    <a:pt x="7048" y="335"/>
                    <a:pt x="7091" y="378"/>
                    <a:pt x="7113" y="378"/>
                  </a:cubicBezTo>
                  <a:cubicBezTo>
                    <a:pt x="7156" y="378"/>
                    <a:pt x="7183" y="335"/>
                    <a:pt x="7183" y="314"/>
                  </a:cubicBezTo>
                  <a:cubicBezTo>
                    <a:pt x="7183" y="270"/>
                    <a:pt x="7156" y="243"/>
                    <a:pt x="7113" y="243"/>
                  </a:cubicBezTo>
                  <a:close/>
                  <a:moveTo>
                    <a:pt x="7113" y="513"/>
                  </a:moveTo>
                  <a:cubicBezTo>
                    <a:pt x="7091" y="513"/>
                    <a:pt x="7048" y="540"/>
                    <a:pt x="7048" y="584"/>
                  </a:cubicBezTo>
                  <a:cubicBezTo>
                    <a:pt x="7048" y="605"/>
                    <a:pt x="7091" y="648"/>
                    <a:pt x="7113" y="648"/>
                  </a:cubicBezTo>
                  <a:cubicBezTo>
                    <a:pt x="7156" y="648"/>
                    <a:pt x="7183" y="605"/>
                    <a:pt x="7183" y="584"/>
                  </a:cubicBezTo>
                  <a:cubicBezTo>
                    <a:pt x="7183" y="540"/>
                    <a:pt x="7156" y="513"/>
                    <a:pt x="7113" y="513"/>
                  </a:cubicBezTo>
                  <a:close/>
                  <a:moveTo>
                    <a:pt x="7113" y="783"/>
                  </a:moveTo>
                  <a:cubicBezTo>
                    <a:pt x="7091" y="783"/>
                    <a:pt x="7048" y="810"/>
                    <a:pt x="7048" y="854"/>
                  </a:cubicBezTo>
                  <a:cubicBezTo>
                    <a:pt x="7048" y="875"/>
                    <a:pt x="7091" y="918"/>
                    <a:pt x="7113" y="918"/>
                  </a:cubicBezTo>
                  <a:cubicBezTo>
                    <a:pt x="7156" y="918"/>
                    <a:pt x="7183" y="875"/>
                    <a:pt x="7183" y="854"/>
                  </a:cubicBezTo>
                  <a:cubicBezTo>
                    <a:pt x="7183" y="810"/>
                    <a:pt x="7156" y="783"/>
                    <a:pt x="7113" y="783"/>
                  </a:cubicBezTo>
                  <a:close/>
                  <a:moveTo>
                    <a:pt x="7113" y="1053"/>
                  </a:moveTo>
                  <a:cubicBezTo>
                    <a:pt x="7091" y="1053"/>
                    <a:pt x="7048" y="1080"/>
                    <a:pt x="7048" y="1124"/>
                  </a:cubicBezTo>
                  <a:cubicBezTo>
                    <a:pt x="7048" y="1145"/>
                    <a:pt x="7091" y="1188"/>
                    <a:pt x="7113" y="1188"/>
                  </a:cubicBezTo>
                  <a:cubicBezTo>
                    <a:pt x="7156" y="1188"/>
                    <a:pt x="7183" y="1145"/>
                    <a:pt x="7183" y="1124"/>
                  </a:cubicBezTo>
                  <a:cubicBezTo>
                    <a:pt x="7183" y="1080"/>
                    <a:pt x="7156" y="1053"/>
                    <a:pt x="7113" y="1053"/>
                  </a:cubicBezTo>
                  <a:close/>
                  <a:moveTo>
                    <a:pt x="7113" y="1323"/>
                  </a:moveTo>
                  <a:cubicBezTo>
                    <a:pt x="7091" y="1323"/>
                    <a:pt x="7048" y="1350"/>
                    <a:pt x="7048" y="1394"/>
                  </a:cubicBezTo>
                  <a:cubicBezTo>
                    <a:pt x="7048" y="1415"/>
                    <a:pt x="7091" y="1458"/>
                    <a:pt x="7113" y="1458"/>
                  </a:cubicBezTo>
                  <a:cubicBezTo>
                    <a:pt x="7156" y="1458"/>
                    <a:pt x="7183" y="1415"/>
                    <a:pt x="7183" y="1394"/>
                  </a:cubicBezTo>
                  <a:cubicBezTo>
                    <a:pt x="7183" y="1350"/>
                    <a:pt x="7156" y="1323"/>
                    <a:pt x="7113" y="1323"/>
                  </a:cubicBezTo>
                  <a:close/>
                  <a:moveTo>
                    <a:pt x="7113" y="1593"/>
                  </a:moveTo>
                  <a:cubicBezTo>
                    <a:pt x="7091" y="1593"/>
                    <a:pt x="7048" y="1620"/>
                    <a:pt x="7048" y="1664"/>
                  </a:cubicBezTo>
                  <a:cubicBezTo>
                    <a:pt x="7048" y="1685"/>
                    <a:pt x="7091" y="1728"/>
                    <a:pt x="7113" y="1728"/>
                  </a:cubicBezTo>
                  <a:cubicBezTo>
                    <a:pt x="7156" y="1728"/>
                    <a:pt x="7183" y="1685"/>
                    <a:pt x="7183" y="1664"/>
                  </a:cubicBezTo>
                  <a:cubicBezTo>
                    <a:pt x="7183" y="1620"/>
                    <a:pt x="7156" y="1593"/>
                    <a:pt x="7113" y="1593"/>
                  </a:cubicBezTo>
                  <a:close/>
                  <a:moveTo>
                    <a:pt x="7113" y="1863"/>
                  </a:moveTo>
                  <a:cubicBezTo>
                    <a:pt x="7091" y="1863"/>
                    <a:pt x="7048" y="1890"/>
                    <a:pt x="7048" y="1934"/>
                  </a:cubicBezTo>
                  <a:cubicBezTo>
                    <a:pt x="7048" y="1955"/>
                    <a:pt x="7091" y="1998"/>
                    <a:pt x="7113" y="1998"/>
                  </a:cubicBezTo>
                  <a:cubicBezTo>
                    <a:pt x="7156" y="1998"/>
                    <a:pt x="7183" y="1955"/>
                    <a:pt x="7183" y="1934"/>
                  </a:cubicBezTo>
                  <a:cubicBezTo>
                    <a:pt x="7183" y="1890"/>
                    <a:pt x="7156" y="1863"/>
                    <a:pt x="7113" y="1863"/>
                  </a:cubicBezTo>
                  <a:close/>
                  <a:moveTo>
                    <a:pt x="7113" y="2133"/>
                  </a:moveTo>
                  <a:cubicBezTo>
                    <a:pt x="7091" y="2133"/>
                    <a:pt x="7048" y="2160"/>
                    <a:pt x="7048" y="2204"/>
                  </a:cubicBezTo>
                  <a:cubicBezTo>
                    <a:pt x="7048" y="2225"/>
                    <a:pt x="7091" y="2268"/>
                    <a:pt x="7113" y="2268"/>
                  </a:cubicBezTo>
                  <a:cubicBezTo>
                    <a:pt x="7156" y="2268"/>
                    <a:pt x="7183" y="2225"/>
                    <a:pt x="7183" y="2204"/>
                  </a:cubicBezTo>
                  <a:cubicBezTo>
                    <a:pt x="7183" y="2160"/>
                    <a:pt x="7156" y="2133"/>
                    <a:pt x="7113" y="2133"/>
                  </a:cubicBezTo>
                  <a:close/>
                  <a:moveTo>
                    <a:pt x="7113" y="2403"/>
                  </a:moveTo>
                  <a:cubicBezTo>
                    <a:pt x="7091" y="2403"/>
                    <a:pt x="7048" y="2430"/>
                    <a:pt x="7048" y="2474"/>
                  </a:cubicBezTo>
                  <a:cubicBezTo>
                    <a:pt x="7048" y="2495"/>
                    <a:pt x="7091" y="2538"/>
                    <a:pt x="7113" y="2538"/>
                  </a:cubicBezTo>
                  <a:cubicBezTo>
                    <a:pt x="7156" y="2538"/>
                    <a:pt x="7183" y="2495"/>
                    <a:pt x="7183" y="2474"/>
                  </a:cubicBezTo>
                  <a:cubicBezTo>
                    <a:pt x="7183" y="2430"/>
                    <a:pt x="7156" y="2403"/>
                    <a:pt x="7113" y="2403"/>
                  </a:cubicBezTo>
                  <a:close/>
                  <a:moveTo>
                    <a:pt x="7113" y="2673"/>
                  </a:moveTo>
                  <a:cubicBezTo>
                    <a:pt x="7091" y="2673"/>
                    <a:pt x="7048" y="2700"/>
                    <a:pt x="7048" y="2744"/>
                  </a:cubicBezTo>
                  <a:cubicBezTo>
                    <a:pt x="7048" y="2765"/>
                    <a:pt x="7091" y="2808"/>
                    <a:pt x="7113" y="2808"/>
                  </a:cubicBezTo>
                  <a:cubicBezTo>
                    <a:pt x="7156" y="2808"/>
                    <a:pt x="7183" y="2765"/>
                    <a:pt x="7183" y="2744"/>
                  </a:cubicBezTo>
                  <a:cubicBezTo>
                    <a:pt x="7183" y="2700"/>
                    <a:pt x="7156" y="2673"/>
                    <a:pt x="7113" y="2673"/>
                  </a:cubicBezTo>
                  <a:close/>
                  <a:moveTo>
                    <a:pt x="7113" y="2943"/>
                  </a:moveTo>
                  <a:cubicBezTo>
                    <a:pt x="7091" y="2943"/>
                    <a:pt x="7048" y="2970"/>
                    <a:pt x="7048" y="3014"/>
                  </a:cubicBezTo>
                  <a:cubicBezTo>
                    <a:pt x="7048" y="3035"/>
                    <a:pt x="7091" y="3078"/>
                    <a:pt x="7113" y="3078"/>
                  </a:cubicBezTo>
                  <a:cubicBezTo>
                    <a:pt x="7156" y="3078"/>
                    <a:pt x="7183" y="3035"/>
                    <a:pt x="7183" y="3014"/>
                  </a:cubicBezTo>
                  <a:cubicBezTo>
                    <a:pt x="7183" y="2970"/>
                    <a:pt x="7156" y="2943"/>
                    <a:pt x="7113" y="2943"/>
                  </a:cubicBezTo>
                  <a:close/>
                  <a:moveTo>
                    <a:pt x="7113" y="3213"/>
                  </a:moveTo>
                  <a:cubicBezTo>
                    <a:pt x="7091" y="3213"/>
                    <a:pt x="7048" y="3240"/>
                    <a:pt x="7048" y="3284"/>
                  </a:cubicBezTo>
                  <a:cubicBezTo>
                    <a:pt x="7048" y="3305"/>
                    <a:pt x="7091" y="3348"/>
                    <a:pt x="7113" y="3348"/>
                  </a:cubicBezTo>
                  <a:cubicBezTo>
                    <a:pt x="7156" y="3348"/>
                    <a:pt x="7183" y="3305"/>
                    <a:pt x="7183" y="3284"/>
                  </a:cubicBezTo>
                  <a:cubicBezTo>
                    <a:pt x="7183" y="3240"/>
                    <a:pt x="7156" y="3213"/>
                    <a:pt x="7113" y="3213"/>
                  </a:cubicBezTo>
                  <a:close/>
                  <a:moveTo>
                    <a:pt x="7113" y="3483"/>
                  </a:moveTo>
                  <a:cubicBezTo>
                    <a:pt x="7091" y="3483"/>
                    <a:pt x="7048" y="3510"/>
                    <a:pt x="7048" y="3554"/>
                  </a:cubicBezTo>
                  <a:cubicBezTo>
                    <a:pt x="7048" y="3575"/>
                    <a:pt x="7091" y="3618"/>
                    <a:pt x="7113" y="3618"/>
                  </a:cubicBezTo>
                  <a:cubicBezTo>
                    <a:pt x="7156" y="3618"/>
                    <a:pt x="7183" y="3575"/>
                    <a:pt x="7183" y="3554"/>
                  </a:cubicBezTo>
                  <a:cubicBezTo>
                    <a:pt x="7183" y="3510"/>
                    <a:pt x="7156" y="3483"/>
                    <a:pt x="7113" y="3483"/>
                  </a:cubicBezTo>
                  <a:close/>
                  <a:moveTo>
                    <a:pt x="7113" y="3753"/>
                  </a:moveTo>
                  <a:cubicBezTo>
                    <a:pt x="7091" y="3753"/>
                    <a:pt x="7048" y="3780"/>
                    <a:pt x="7048" y="3824"/>
                  </a:cubicBezTo>
                  <a:cubicBezTo>
                    <a:pt x="7048" y="3845"/>
                    <a:pt x="7091" y="3888"/>
                    <a:pt x="7113" y="3888"/>
                  </a:cubicBezTo>
                  <a:cubicBezTo>
                    <a:pt x="7156" y="3888"/>
                    <a:pt x="7183" y="3845"/>
                    <a:pt x="7183" y="3824"/>
                  </a:cubicBezTo>
                  <a:cubicBezTo>
                    <a:pt x="7183" y="3780"/>
                    <a:pt x="7156" y="3753"/>
                    <a:pt x="7113" y="3753"/>
                  </a:cubicBezTo>
                  <a:close/>
                  <a:moveTo>
                    <a:pt x="7113" y="4023"/>
                  </a:moveTo>
                  <a:cubicBezTo>
                    <a:pt x="7091" y="4023"/>
                    <a:pt x="7048" y="4050"/>
                    <a:pt x="7048" y="4094"/>
                  </a:cubicBezTo>
                  <a:cubicBezTo>
                    <a:pt x="7048" y="4115"/>
                    <a:pt x="7091" y="4158"/>
                    <a:pt x="7113" y="4158"/>
                  </a:cubicBezTo>
                  <a:cubicBezTo>
                    <a:pt x="7156" y="4158"/>
                    <a:pt x="7183" y="4115"/>
                    <a:pt x="7183" y="4094"/>
                  </a:cubicBezTo>
                  <a:cubicBezTo>
                    <a:pt x="7183" y="4050"/>
                    <a:pt x="7156" y="4023"/>
                    <a:pt x="7113" y="4023"/>
                  </a:cubicBezTo>
                  <a:close/>
                  <a:moveTo>
                    <a:pt x="7113" y="4293"/>
                  </a:moveTo>
                  <a:cubicBezTo>
                    <a:pt x="7091" y="4293"/>
                    <a:pt x="7048" y="4320"/>
                    <a:pt x="7048" y="4364"/>
                  </a:cubicBezTo>
                  <a:cubicBezTo>
                    <a:pt x="7048" y="4385"/>
                    <a:pt x="7091" y="4428"/>
                    <a:pt x="7113" y="4428"/>
                  </a:cubicBezTo>
                  <a:cubicBezTo>
                    <a:pt x="7156" y="4428"/>
                    <a:pt x="7183" y="4385"/>
                    <a:pt x="7183" y="4364"/>
                  </a:cubicBezTo>
                  <a:cubicBezTo>
                    <a:pt x="7183" y="4320"/>
                    <a:pt x="7156" y="4293"/>
                    <a:pt x="7113" y="4293"/>
                  </a:cubicBezTo>
                  <a:close/>
                  <a:moveTo>
                    <a:pt x="7113" y="4563"/>
                  </a:moveTo>
                  <a:cubicBezTo>
                    <a:pt x="7091" y="4563"/>
                    <a:pt x="7048" y="4590"/>
                    <a:pt x="7048" y="4634"/>
                  </a:cubicBezTo>
                  <a:cubicBezTo>
                    <a:pt x="7048" y="4655"/>
                    <a:pt x="7091" y="4698"/>
                    <a:pt x="7113" y="4698"/>
                  </a:cubicBezTo>
                  <a:cubicBezTo>
                    <a:pt x="7156" y="4698"/>
                    <a:pt x="7183" y="4655"/>
                    <a:pt x="7183" y="4634"/>
                  </a:cubicBezTo>
                  <a:cubicBezTo>
                    <a:pt x="7183" y="4590"/>
                    <a:pt x="7156" y="4563"/>
                    <a:pt x="7113" y="4563"/>
                  </a:cubicBezTo>
                  <a:close/>
                  <a:moveTo>
                    <a:pt x="7113" y="4833"/>
                  </a:moveTo>
                  <a:cubicBezTo>
                    <a:pt x="7091" y="4833"/>
                    <a:pt x="7048" y="4860"/>
                    <a:pt x="7048" y="4904"/>
                  </a:cubicBezTo>
                  <a:cubicBezTo>
                    <a:pt x="7048" y="4925"/>
                    <a:pt x="7091" y="4968"/>
                    <a:pt x="7113" y="4968"/>
                  </a:cubicBezTo>
                  <a:cubicBezTo>
                    <a:pt x="7156" y="4968"/>
                    <a:pt x="7183" y="4925"/>
                    <a:pt x="7183" y="4904"/>
                  </a:cubicBezTo>
                  <a:cubicBezTo>
                    <a:pt x="7183" y="4860"/>
                    <a:pt x="7156" y="4833"/>
                    <a:pt x="7113" y="4833"/>
                  </a:cubicBezTo>
                  <a:close/>
                  <a:moveTo>
                    <a:pt x="7113" y="5103"/>
                  </a:moveTo>
                  <a:cubicBezTo>
                    <a:pt x="7091" y="5103"/>
                    <a:pt x="7048" y="5130"/>
                    <a:pt x="7048" y="5174"/>
                  </a:cubicBezTo>
                  <a:cubicBezTo>
                    <a:pt x="7048" y="5195"/>
                    <a:pt x="7091" y="5239"/>
                    <a:pt x="7113" y="5239"/>
                  </a:cubicBezTo>
                  <a:cubicBezTo>
                    <a:pt x="7156" y="5239"/>
                    <a:pt x="7183" y="5195"/>
                    <a:pt x="7183" y="5174"/>
                  </a:cubicBezTo>
                  <a:cubicBezTo>
                    <a:pt x="7183" y="5130"/>
                    <a:pt x="7156" y="5103"/>
                    <a:pt x="7113" y="5103"/>
                  </a:cubicBezTo>
                  <a:close/>
                  <a:moveTo>
                    <a:pt x="7113" y="5374"/>
                  </a:moveTo>
                  <a:cubicBezTo>
                    <a:pt x="7091" y="5374"/>
                    <a:pt x="7048" y="5401"/>
                    <a:pt x="7048" y="5444"/>
                  </a:cubicBezTo>
                  <a:cubicBezTo>
                    <a:pt x="7048" y="5465"/>
                    <a:pt x="7091" y="5509"/>
                    <a:pt x="7113" y="5509"/>
                  </a:cubicBezTo>
                  <a:cubicBezTo>
                    <a:pt x="7156" y="5509"/>
                    <a:pt x="7183" y="5465"/>
                    <a:pt x="7183" y="5444"/>
                  </a:cubicBezTo>
                  <a:cubicBezTo>
                    <a:pt x="7183" y="5401"/>
                    <a:pt x="7156" y="5374"/>
                    <a:pt x="7113" y="5374"/>
                  </a:cubicBezTo>
                  <a:close/>
                  <a:moveTo>
                    <a:pt x="7113" y="5644"/>
                  </a:moveTo>
                  <a:cubicBezTo>
                    <a:pt x="7091" y="5644"/>
                    <a:pt x="7048" y="5671"/>
                    <a:pt x="7048" y="5714"/>
                  </a:cubicBezTo>
                  <a:cubicBezTo>
                    <a:pt x="7048" y="5735"/>
                    <a:pt x="7091" y="5779"/>
                    <a:pt x="7113" y="5779"/>
                  </a:cubicBezTo>
                  <a:cubicBezTo>
                    <a:pt x="7156" y="5779"/>
                    <a:pt x="7183" y="5735"/>
                    <a:pt x="7183" y="5714"/>
                  </a:cubicBezTo>
                  <a:cubicBezTo>
                    <a:pt x="7183" y="5671"/>
                    <a:pt x="7156" y="5644"/>
                    <a:pt x="7113" y="5644"/>
                  </a:cubicBezTo>
                  <a:close/>
                  <a:moveTo>
                    <a:pt x="7113" y="5914"/>
                  </a:moveTo>
                  <a:cubicBezTo>
                    <a:pt x="7091" y="5914"/>
                    <a:pt x="7048" y="5941"/>
                    <a:pt x="7048" y="5984"/>
                  </a:cubicBezTo>
                  <a:cubicBezTo>
                    <a:pt x="7048" y="6005"/>
                    <a:pt x="7091" y="6049"/>
                    <a:pt x="7113" y="6049"/>
                  </a:cubicBezTo>
                  <a:cubicBezTo>
                    <a:pt x="7156" y="6049"/>
                    <a:pt x="7183" y="6005"/>
                    <a:pt x="7183" y="5984"/>
                  </a:cubicBezTo>
                  <a:cubicBezTo>
                    <a:pt x="7183" y="5941"/>
                    <a:pt x="7156" y="5914"/>
                    <a:pt x="7113" y="5914"/>
                  </a:cubicBezTo>
                  <a:close/>
                  <a:moveTo>
                    <a:pt x="7113" y="6184"/>
                  </a:moveTo>
                  <a:cubicBezTo>
                    <a:pt x="7091" y="6184"/>
                    <a:pt x="7048" y="6211"/>
                    <a:pt x="7048" y="6254"/>
                  </a:cubicBezTo>
                  <a:cubicBezTo>
                    <a:pt x="7048" y="6275"/>
                    <a:pt x="7091" y="6319"/>
                    <a:pt x="7113" y="6319"/>
                  </a:cubicBezTo>
                  <a:cubicBezTo>
                    <a:pt x="7156" y="6319"/>
                    <a:pt x="7183" y="6275"/>
                    <a:pt x="7183" y="6254"/>
                  </a:cubicBezTo>
                  <a:cubicBezTo>
                    <a:pt x="7183" y="6211"/>
                    <a:pt x="7156" y="6184"/>
                    <a:pt x="7113" y="6184"/>
                  </a:cubicBezTo>
                  <a:close/>
                  <a:moveTo>
                    <a:pt x="7113" y="6454"/>
                  </a:moveTo>
                  <a:cubicBezTo>
                    <a:pt x="7091" y="6454"/>
                    <a:pt x="7048" y="6481"/>
                    <a:pt x="7048" y="6524"/>
                  </a:cubicBezTo>
                  <a:cubicBezTo>
                    <a:pt x="7048" y="6545"/>
                    <a:pt x="7091" y="6589"/>
                    <a:pt x="7113" y="6589"/>
                  </a:cubicBezTo>
                  <a:cubicBezTo>
                    <a:pt x="7156" y="6589"/>
                    <a:pt x="7183" y="6545"/>
                    <a:pt x="7183" y="6524"/>
                  </a:cubicBezTo>
                  <a:cubicBezTo>
                    <a:pt x="7183" y="6481"/>
                    <a:pt x="7156" y="6454"/>
                    <a:pt x="7113" y="6454"/>
                  </a:cubicBezTo>
                  <a:close/>
                  <a:moveTo>
                    <a:pt x="7113" y="6724"/>
                  </a:moveTo>
                  <a:cubicBezTo>
                    <a:pt x="7091" y="6724"/>
                    <a:pt x="7048" y="6751"/>
                    <a:pt x="7048" y="6794"/>
                  </a:cubicBezTo>
                  <a:cubicBezTo>
                    <a:pt x="7048" y="6815"/>
                    <a:pt x="7091" y="6859"/>
                    <a:pt x="7113" y="6859"/>
                  </a:cubicBezTo>
                  <a:cubicBezTo>
                    <a:pt x="7156" y="6859"/>
                    <a:pt x="7183" y="6815"/>
                    <a:pt x="7183" y="6794"/>
                  </a:cubicBezTo>
                  <a:cubicBezTo>
                    <a:pt x="7183" y="6751"/>
                    <a:pt x="7156" y="6724"/>
                    <a:pt x="7113" y="6724"/>
                  </a:cubicBezTo>
                  <a:close/>
                  <a:moveTo>
                    <a:pt x="7113" y="6994"/>
                  </a:moveTo>
                  <a:cubicBezTo>
                    <a:pt x="7091" y="6994"/>
                    <a:pt x="7048" y="7021"/>
                    <a:pt x="7048" y="7064"/>
                  </a:cubicBezTo>
                  <a:cubicBezTo>
                    <a:pt x="7048" y="7085"/>
                    <a:pt x="7091" y="7129"/>
                    <a:pt x="7113" y="7129"/>
                  </a:cubicBezTo>
                  <a:cubicBezTo>
                    <a:pt x="7156" y="7129"/>
                    <a:pt x="7183" y="7085"/>
                    <a:pt x="7183" y="7064"/>
                  </a:cubicBezTo>
                  <a:cubicBezTo>
                    <a:pt x="7183" y="7021"/>
                    <a:pt x="7156" y="6994"/>
                    <a:pt x="7113" y="6994"/>
                  </a:cubicBezTo>
                  <a:close/>
                  <a:moveTo>
                    <a:pt x="7113" y="7264"/>
                  </a:moveTo>
                  <a:cubicBezTo>
                    <a:pt x="7091" y="7264"/>
                    <a:pt x="7048" y="7291"/>
                    <a:pt x="7048" y="7334"/>
                  </a:cubicBezTo>
                  <a:cubicBezTo>
                    <a:pt x="7048" y="7355"/>
                    <a:pt x="7091" y="7399"/>
                    <a:pt x="7113" y="7399"/>
                  </a:cubicBezTo>
                  <a:cubicBezTo>
                    <a:pt x="7156" y="7399"/>
                    <a:pt x="7183" y="7355"/>
                    <a:pt x="7183" y="7334"/>
                  </a:cubicBezTo>
                  <a:cubicBezTo>
                    <a:pt x="7183" y="7291"/>
                    <a:pt x="7156" y="7264"/>
                    <a:pt x="7113" y="7264"/>
                  </a:cubicBezTo>
                  <a:close/>
                  <a:moveTo>
                    <a:pt x="7113" y="7534"/>
                  </a:moveTo>
                  <a:cubicBezTo>
                    <a:pt x="7091" y="7534"/>
                    <a:pt x="7048" y="7561"/>
                    <a:pt x="7048" y="7604"/>
                  </a:cubicBezTo>
                  <a:cubicBezTo>
                    <a:pt x="7048" y="7625"/>
                    <a:pt x="7091" y="7669"/>
                    <a:pt x="7113" y="7669"/>
                  </a:cubicBezTo>
                  <a:cubicBezTo>
                    <a:pt x="7156" y="7669"/>
                    <a:pt x="7183" y="7625"/>
                    <a:pt x="7183" y="7604"/>
                  </a:cubicBezTo>
                  <a:cubicBezTo>
                    <a:pt x="7183" y="7561"/>
                    <a:pt x="7156" y="7534"/>
                    <a:pt x="7113" y="7534"/>
                  </a:cubicBezTo>
                  <a:close/>
                  <a:moveTo>
                    <a:pt x="7113" y="7804"/>
                  </a:moveTo>
                  <a:cubicBezTo>
                    <a:pt x="7091" y="7804"/>
                    <a:pt x="7048" y="7831"/>
                    <a:pt x="7048" y="7874"/>
                  </a:cubicBezTo>
                  <a:cubicBezTo>
                    <a:pt x="7048" y="7895"/>
                    <a:pt x="7091" y="7939"/>
                    <a:pt x="7113" y="7939"/>
                  </a:cubicBezTo>
                  <a:cubicBezTo>
                    <a:pt x="7156" y="7939"/>
                    <a:pt x="7183" y="7895"/>
                    <a:pt x="7183" y="7874"/>
                  </a:cubicBezTo>
                  <a:cubicBezTo>
                    <a:pt x="7183" y="7831"/>
                    <a:pt x="7156" y="7804"/>
                    <a:pt x="7113" y="7804"/>
                  </a:cubicBezTo>
                  <a:close/>
                  <a:moveTo>
                    <a:pt x="7113" y="8074"/>
                  </a:moveTo>
                  <a:cubicBezTo>
                    <a:pt x="7091" y="8074"/>
                    <a:pt x="7048" y="8101"/>
                    <a:pt x="7048" y="8144"/>
                  </a:cubicBezTo>
                  <a:cubicBezTo>
                    <a:pt x="7048" y="8165"/>
                    <a:pt x="7091" y="8209"/>
                    <a:pt x="7113" y="8209"/>
                  </a:cubicBezTo>
                  <a:cubicBezTo>
                    <a:pt x="7156" y="8209"/>
                    <a:pt x="7183" y="8165"/>
                    <a:pt x="7183" y="8144"/>
                  </a:cubicBezTo>
                  <a:cubicBezTo>
                    <a:pt x="7183" y="8101"/>
                    <a:pt x="7156" y="8074"/>
                    <a:pt x="7113" y="8074"/>
                  </a:cubicBezTo>
                  <a:close/>
                  <a:moveTo>
                    <a:pt x="7113" y="8344"/>
                  </a:moveTo>
                  <a:cubicBezTo>
                    <a:pt x="7091" y="8344"/>
                    <a:pt x="7048" y="8371"/>
                    <a:pt x="7048" y="8414"/>
                  </a:cubicBezTo>
                  <a:cubicBezTo>
                    <a:pt x="7048" y="8435"/>
                    <a:pt x="7091" y="8479"/>
                    <a:pt x="7113" y="8479"/>
                  </a:cubicBezTo>
                  <a:cubicBezTo>
                    <a:pt x="7156" y="8479"/>
                    <a:pt x="7183" y="8435"/>
                    <a:pt x="7183" y="8414"/>
                  </a:cubicBezTo>
                  <a:cubicBezTo>
                    <a:pt x="7183" y="8371"/>
                    <a:pt x="7156" y="8344"/>
                    <a:pt x="7113" y="8344"/>
                  </a:cubicBezTo>
                  <a:close/>
                  <a:moveTo>
                    <a:pt x="7113" y="8614"/>
                  </a:moveTo>
                  <a:cubicBezTo>
                    <a:pt x="7091" y="8614"/>
                    <a:pt x="7048" y="8641"/>
                    <a:pt x="7048" y="8684"/>
                  </a:cubicBezTo>
                  <a:cubicBezTo>
                    <a:pt x="7048" y="8705"/>
                    <a:pt x="7091" y="8749"/>
                    <a:pt x="7113" y="8749"/>
                  </a:cubicBezTo>
                  <a:cubicBezTo>
                    <a:pt x="7156" y="8749"/>
                    <a:pt x="7183" y="8705"/>
                    <a:pt x="7183" y="8684"/>
                  </a:cubicBezTo>
                  <a:cubicBezTo>
                    <a:pt x="7183" y="8641"/>
                    <a:pt x="7156" y="8614"/>
                    <a:pt x="7113" y="8614"/>
                  </a:cubicBezTo>
                  <a:close/>
                  <a:moveTo>
                    <a:pt x="7113" y="8884"/>
                  </a:moveTo>
                  <a:cubicBezTo>
                    <a:pt x="7091" y="8884"/>
                    <a:pt x="7048" y="8911"/>
                    <a:pt x="7048" y="8954"/>
                  </a:cubicBezTo>
                  <a:cubicBezTo>
                    <a:pt x="7048" y="8975"/>
                    <a:pt x="7091" y="9019"/>
                    <a:pt x="7113" y="9019"/>
                  </a:cubicBezTo>
                  <a:cubicBezTo>
                    <a:pt x="7156" y="9019"/>
                    <a:pt x="7183" y="8975"/>
                    <a:pt x="7183" y="8954"/>
                  </a:cubicBezTo>
                  <a:cubicBezTo>
                    <a:pt x="7183" y="8911"/>
                    <a:pt x="7156" y="8884"/>
                    <a:pt x="7113" y="8884"/>
                  </a:cubicBezTo>
                  <a:close/>
                  <a:moveTo>
                    <a:pt x="7113" y="9154"/>
                  </a:moveTo>
                  <a:cubicBezTo>
                    <a:pt x="7091" y="9154"/>
                    <a:pt x="7048" y="9181"/>
                    <a:pt x="7048" y="9224"/>
                  </a:cubicBezTo>
                  <a:cubicBezTo>
                    <a:pt x="7048" y="9245"/>
                    <a:pt x="7091" y="9289"/>
                    <a:pt x="7113" y="9289"/>
                  </a:cubicBezTo>
                  <a:cubicBezTo>
                    <a:pt x="7156" y="9289"/>
                    <a:pt x="7183" y="9245"/>
                    <a:pt x="7183" y="9224"/>
                  </a:cubicBezTo>
                  <a:cubicBezTo>
                    <a:pt x="7183" y="9181"/>
                    <a:pt x="7156" y="9154"/>
                    <a:pt x="7113" y="9154"/>
                  </a:cubicBezTo>
                  <a:close/>
                  <a:moveTo>
                    <a:pt x="7113" y="9424"/>
                  </a:moveTo>
                  <a:cubicBezTo>
                    <a:pt x="7091" y="9424"/>
                    <a:pt x="7048" y="9451"/>
                    <a:pt x="7048" y="9494"/>
                  </a:cubicBezTo>
                  <a:cubicBezTo>
                    <a:pt x="7048" y="9515"/>
                    <a:pt x="7091" y="9559"/>
                    <a:pt x="7113" y="9559"/>
                  </a:cubicBezTo>
                  <a:cubicBezTo>
                    <a:pt x="7156" y="9559"/>
                    <a:pt x="7183" y="9515"/>
                    <a:pt x="7183" y="9494"/>
                  </a:cubicBezTo>
                  <a:cubicBezTo>
                    <a:pt x="7183" y="9451"/>
                    <a:pt x="7156" y="9424"/>
                    <a:pt x="7113" y="9424"/>
                  </a:cubicBezTo>
                  <a:close/>
                  <a:moveTo>
                    <a:pt x="7113" y="9694"/>
                  </a:moveTo>
                  <a:cubicBezTo>
                    <a:pt x="7091" y="9694"/>
                    <a:pt x="7048" y="9721"/>
                    <a:pt x="7048" y="9764"/>
                  </a:cubicBezTo>
                  <a:cubicBezTo>
                    <a:pt x="7048" y="9785"/>
                    <a:pt x="7091" y="9829"/>
                    <a:pt x="7113" y="9829"/>
                  </a:cubicBezTo>
                  <a:cubicBezTo>
                    <a:pt x="7156" y="9829"/>
                    <a:pt x="7183" y="9785"/>
                    <a:pt x="7183" y="9764"/>
                  </a:cubicBezTo>
                  <a:cubicBezTo>
                    <a:pt x="7183" y="9721"/>
                    <a:pt x="7156" y="9694"/>
                    <a:pt x="7113" y="9694"/>
                  </a:cubicBezTo>
                  <a:close/>
                  <a:moveTo>
                    <a:pt x="7113" y="9964"/>
                  </a:moveTo>
                  <a:cubicBezTo>
                    <a:pt x="7091" y="9964"/>
                    <a:pt x="7048" y="9991"/>
                    <a:pt x="7048" y="10034"/>
                  </a:cubicBezTo>
                  <a:cubicBezTo>
                    <a:pt x="7048" y="10055"/>
                    <a:pt x="7091" y="10099"/>
                    <a:pt x="7113" y="10099"/>
                  </a:cubicBezTo>
                  <a:cubicBezTo>
                    <a:pt x="7156" y="10099"/>
                    <a:pt x="7183" y="10055"/>
                    <a:pt x="7183" y="10034"/>
                  </a:cubicBezTo>
                  <a:cubicBezTo>
                    <a:pt x="7183" y="9991"/>
                    <a:pt x="7156" y="9964"/>
                    <a:pt x="7113" y="9964"/>
                  </a:cubicBezTo>
                  <a:close/>
                  <a:moveTo>
                    <a:pt x="7113" y="10234"/>
                  </a:moveTo>
                  <a:cubicBezTo>
                    <a:pt x="7091" y="10234"/>
                    <a:pt x="7048" y="10261"/>
                    <a:pt x="7048" y="10304"/>
                  </a:cubicBezTo>
                  <a:cubicBezTo>
                    <a:pt x="7048" y="10326"/>
                    <a:pt x="7091" y="10369"/>
                    <a:pt x="7113" y="10369"/>
                  </a:cubicBezTo>
                  <a:cubicBezTo>
                    <a:pt x="7156" y="10369"/>
                    <a:pt x="7183" y="10326"/>
                    <a:pt x="7183" y="10304"/>
                  </a:cubicBezTo>
                  <a:cubicBezTo>
                    <a:pt x="7183" y="10261"/>
                    <a:pt x="7156" y="10234"/>
                    <a:pt x="7113" y="10234"/>
                  </a:cubicBezTo>
                  <a:close/>
                  <a:moveTo>
                    <a:pt x="7113" y="10504"/>
                  </a:moveTo>
                  <a:cubicBezTo>
                    <a:pt x="7091" y="10504"/>
                    <a:pt x="7048" y="10531"/>
                    <a:pt x="7048" y="10574"/>
                  </a:cubicBezTo>
                  <a:cubicBezTo>
                    <a:pt x="7048" y="10596"/>
                    <a:pt x="7091" y="10639"/>
                    <a:pt x="7113" y="10639"/>
                  </a:cubicBezTo>
                  <a:cubicBezTo>
                    <a:pt x="7156" y="10639"/>
                    <a:pt x="7183" y="10596"/>
                    <a:pt x="7183" y="10574"/>
                  </a:cubicBezTo>
                  <a:cubicBezTo>
                    <a:pt x="7183" y="10531"/>
                    <a:pt x="7156" y="10504"/>
                    <a:pt x="7113" y="10504"/>
                  </a:cubicBezTo>
                  <a:close/>
                  <a:moveTo>
                    <a:pt x="7113" y="10774"/>
                  </a:moveTo>
                  <a:cubicBezTo>
                    <a:pt x="7091" y="10774"/>
                    <a:pt x="7048" y="10801"/>
                    <a:pt x="7048" y="10844"/>
                  </a:cubicBezTo>
                  <a:cubicBezTo>
                    <a:pt x="7048" y="10866"/>
                    <a:pt x="7091" y="10909"/>
                    <a:pt x="7113" y="10909"/>
                  </a:cubicBezTo>
                  <a:cubicBezTo>
                    <a:pt x="7156" y="10909"/>
                    <a:pt x="7183" y="10866"/>
                    <a:pt x="7183" y="10844"/>
                  </a:cubicBezTo>
                  <a:cubicBezTo>
                    <a:pt x="7183" y="10801"/>
                    <a:pt x="7156" y="10774"/>
                    <a:pt x="7113" y="10774"/>
                  </a:cubicBezTo>
                  <a:close/>
                  <a:moveTo>
                    <a:pt x="7113" y="11044"/>
                  </a:moveTo>
                  <a:cubicBezTo>
                    <a:pt x="7091" y="11044"/>
                    <a:pt x="7048" y="11071"/>
                    <a:pt x="7048" y="11114"/>
                  </a:cubicBezTo>
                  <a:cubicBezTo>
                    <a:pt x="7048" y="11136"/>
                    <a:pt x="7091" y="11179"/>
                    <a:pt x="7113" y="11179"/>
                  </a:cubicBezTo>
                  <a:cubicBezTo>
                    <a:pt x="7156" y="11179"/>
                    <a:pt x="7183" y="11136"/>
                    <a:pt x="7183" y="11114"/>
                  </a:cubicBezTo>
                  <a:cubicBezTo>
                    <a:pt x="7183" y="11071"/>
                    <a:pt x="7156" y="11044"/>
                    <a:pt x="7113" y="11044"/>
                  </a:cubicBezTo>
                  <a:close/>
                  <a:moveTo>
                    <a:pt x="7113" y="11314"/>
                  </a:moveTo>
                  <a:cubicBezTo>
                    <a:pt x="7091" y="11314"/>
                    <a:pt x="7048" y="11341"/>
                    <a:pt x="7048" y="11384"/>
                  </a:cubicBezTo>
                  <a:cubicBezTo>
                    <a:pt x="7048" y="11406"/>
                    <a:pt x="7091" y="11449"/>
                    <a:pt x="7113" y="11449"/>
                  </a:cubicBezTo>
                  <a:cubicBezTo>
                    <a:pt x="7156" y="11449"/>
                    <a:pt x="7183" y="11406"/>
                    <a:pt x="7183" y="11384"/>
                  </a:cubicBezTo>
                  <a:cubicBezTo>
                    <a:pt x="7183" y="11341"/>
                    <a:pt x="7156" y="11314"/>
                    <a:pt x="7113" y="11314"/>
                  </a:cubicBezTo>
                  <a:close/>
                  <a:moveTo>
                    <a:pt x="7113" y="11584"/>
                  </a:moveTo>
                  <a:cubicBezTo>
                    <a:pt x="7091" y="11584"/>
                    <a:pt x="7048" y="11611"/>
                    <a:pt x="7048" y="11654"/>
                  </a:cubicBezTo>
                  <a:cubicBezTo>
                    <a:pt x="7048" y="11676"/>
                    <a:pt x="7091" y="11719"/>
                    <a:pt x="7113" y="11719"/>
                  </a:cubicBezTo>
                  <a:cubicBezTo>
                    <a:pt x="7156" y="11719"/>
                    <a:pt x="7183" y="11676"/>
                    <a:pt x="7183" y="11654"/>
                  </a:cubicBezTo>
                  <a:cubicBezTo>
                    <a:pt x="7183" y="11611"/>
                    <a:pt x="7156" y="11584"/>
                    <a:pt x="7113" y="11584"/>
                  </a:cubicBezTo>
                  <a:close/>
                  <a:moveTo>
                    <a:pt x="7113" y="11854"/>
                  </a:moveTo>
                  <a:cubicBezTo>
                    <a:pt x="7091" y="11854"/>
                    <a:pt x="7048" y="11881"/>
                    <a:pt x="7048" y="11924"/>
                  </a:cubicBezTo>
                  <a:cubicBezTo>
                    <a:pt x="7048" y="11946"/>
                    <a:pt x="7091" y="11989"/>
                    <a:pt x="7113" y="11989"/>
                  </a:cubicBezTo>
                  <a:cubicBezTo>
                    <a:pt x="7156" y="11989"/>
                    <a:pt x="7183" y="11946"/>
                    <a:pt x="7183" y="11924"/>
                  </a:cubicBezTo>
                  <a:cubicBezTo>
                    <a:pt x="7183" y="11881"/>
                    <a:pt x="7156" y="11854"/>
                    <a:pt x="7113" y="11854"/>
                  </a:cubicBezTo>
                  <a:close/>
                  <a:moveTo>
                    <a:pt x="7113" y="12124"/>
                  </a:moveTo>
                  <a:cubicBezTo>
                    <a:pt x="7091" y="12124"/>
                    <a:pt x="7048" y="12151"/>
                    <a:pt x="7048" y="12194"/>
                  </a:cubicBezTo>
                  <a:cubicBezTo>
                    <a:pt x="7048" y="12216"/>
                    <a:pt x="7091" y="12259"/>
                    <a:pt x="7113" y="12259"/>
                  </a:cubicBezTo>
                  <a:cubicBezTo>
                    <a:pt x="7156" y="12259"/>
                    <a:pt x="7183" y="12216"/>
                    <a:pt x="7183" y="12194"/>
                  </a:cubicBezTo>
                  <a:cubicBezTo>
                    <a:pt x="7183" y="12151"/>
                    <a:pt x="7156" y="12124"/>
                    <a:pt x="7113" y="12124"/>
                  </a:cubicBezTo>
                  <a:close/>
                  <a:moveTo>
                    <a:pt x="7113" y="12394"/>
                  </a:moveTo>
                  <a:cubicBezTo>
                    <a:pt x="7091" y="12394"/>
                    <a:pt x="7048" y="12421"/>
                    <a:pt x="7048" y="12464"/>
                  </a:cubicBezTo>
                  <a:cubicBezTo>
                    <a:pt x="7048" y="12486"/>
                    <a:pt x="7091" y="12529"/>
                    <a:pt x="7113" y="12529"/>
                  </a:cubicBezTo>
                  <a:cubicBezTo>
                    <a:pt x="7156" y="12529"/>
                    <a:pt x="7183" y="12486"/>
                    <a:pt x="7183" y="12464"/>
                  </a:cubicBezTo>
                  <a:cubicBezTo>
                    <a:pt x="7183" y="12421"/>
                    <a:pt x="7156" y="12394"/>
                    <a:pt x="7113" y="12394"/>
                  </a:cubicBezTo>
                  <a:close/>
                  <a:moveTo>
                    <a:pt x="7113" y="12664"/>
                  </a:moveTo>
                  <a:cubicBezTo>
                    <a:pt x="7091" y="12664"/>
                    <a:pt x="7048" y="12691"/>
                    <a:pt x="7048" y="12734"/>
                  </a:cubicBezTo>
                  <a:cubicBezTo>
                    <a:pt x="7048" y="12756"/>
                    <a:pt x="7091" y="12799"/>
                    <a:pt x="7113" y="12799"/>
                  </a:cubicBezTo>
                  <a:cubicBezTo>
                    <a:pt x="7156" y="12799"/>
                    <a:pt x="7183" y="12756"/>
                    <a:pt x="7183" y="12734"/>
                  </a:cubicBezTo>
                  <a:cubicBezTo>
                    <a:pt x="7183" y="12691"/>
                    <a:pt x="7156" y="12664"/>
                    <a:pt x="7113" y="12664"/>
                  </a:cubicBezTo>
                  <a:close/>
                  <a:moveTo>
                    <a:pt x="7113" y="12934"/>
                  </a:moveTo>
                  <a:cubicBezTo>
                    <a:pt x="7091" y="12934"/>
                    <a:pt x="7048" y="12961"/>
                    <a:pt x="7048" y="13004"/>
                  </a:cubicBezTo>
                  <a:cubicBezTo>
                    <a:pt x="7048" y="13026"/>
                    <a:pt x="7091" y="13069"/>
                    <a:pt x="7113" y="13069"/>
                  </a:cubicBezTo>
                  <a:cubicBezTo>
                    <a:pt x="7156" y="13069"/>
                    <a:pt x="7183" y="13026"/>
                    <a:pt x="7183" y="13004"/>
                  </a:cubicBezTo>
                  <a:cubicBezTo>
                    <a:pt x="7183" y="12961"/>
                    <a:pt x="7156" y="12934"/>
                    <a:pt x="7113" y="12934"/>
                  </a:cubicBezTo>
                  <a:close/>
                  <a:moveTo>
                    <a:pt x="7113" y="13204"/>
                  </a:moveTo>
                  <a:cubicBezTo>
                    <a:pt x="7091" y="13204"/>
                    <a:pt x="7048" y="13231"/>
                    <a:pt x="7048" y="13274"/>
                  </a:cubicBezTo>
                  <a:cubicBezTo>
                    <a:pt x="7048" y="13296"/>
                    <a:pt x="7091" y="13339"/>
                    <a:pt x="7113" y="13339"/>
                  </a:cubicBezTo>
                  <a:cubicBezTo>
                    <a:pt x="7156" y="13339"/>
                    <a:pt x="7183" y="13296"/>
                    <a:pt x="7183" y="13274"/>
                  </a:cubicBezTo>
                  <a:cubicBezTo>
                    <a:pt x="7183" y="13231"/>
                    <a:pt x="7156" y="13204"/>
                    <a:pt x="7113" y="13204"/>
                  </a:cubicBezTo>
                  <a:close/>
                  <a:moveTo>
                    <a:pt x="7113" y="13474"/>
                  </a:moveTo>
                  <a:cubicBezTo>
                    <a:pt x="7091" y="13474"/>
                    <a:pt x="7048" y="13501"/>
                    <a:pt x="7048" y="13544"/>
                  </a:cubicBezTo>
                  <a:cubicBezTo>
                    <a:pt x="7048" y="13566"/>
                    <a:pt x="7091" y="13609"/>
                    <a:pt x="7113" y="13609"/>
                  </a:cubicBezTo>
                  <a:cubicBezTo>
                    <a:pt x="7156" y="13609"/>
                    <a:pt x="7183" y="13566"/>
                    <a:pt x="7183" y="13544"/>
                  </a:cubicBezTo>
                  <a:cubicBezTo>
                    <a:pt x="7183" y="13501"/>
                    <a:pt x="7156" y="13474"/>
                    <a:pt x="7113" y="13474"/>
                  </a:cubicBezTo>
                  <a:close/>
                  <a:moveTo>
                    <a:pt x="7205" y="13679"/>
                  </a:moveTo>
                  <a:cubicBezTo>
                    <a:pt x="7156" y="13679"/>
                    <a:pt x="7135" y="13701"/>
                    <a:pt x="7135" y="13744"/>
                  </a:cubicBezTo>
                  <a:cubicBezTo>
                    <a:pt x="7135" y="13771"/>
                    <a:pt x="7156" y="13814"/>
                    <a:pt x="7205" y="13814"/>
                  </a:cubicBezTo>
                  <a:cubicBezTo>
                    <a:pt x="7226" y="13814"/>
                    <a:pt x="7270" y="13771"/>
                    <a:pt x="7270" y="13744"/>
                  </a:cubicBezTo>
                  <a:cubicBezTo>
                    <a:pt x="7270" y="13701"/>
                    <a:pt x="7226" y="13679"/>
                    <a:pt x="7205" y="13679"/>
                  </a:cubicBezTo>
                  <a:close/>
                  <a:moveTo>
                    <a:pt x="7475" y="13679"/>
                  </a:moveTo>
                  <a:cubicBezTo>
                    <a:pt x="7426" y="13679"/>
                    <a:pt x="7405" y="13701"/>
                    <a:pt x="7405" y="13744"/>
                  </a:cubicBezTo>
                  <a:cubicBezTo>
                    <a:pt x="7405" y="13771"/>
                    <a:pt x="7426" y="13814"/>
                    <a:pt x="7475" y="13814"/>
                  </a:cubicBezTo>
                  <a:cubicBezTo>
                    <a:pt x="7496" y="13814"/>
                    <a:pt x="7540" y="13771"/>
                    <a:pt x="7540" y="13744"/>
                  </a:cubicBezTo>
                  <a:cubicBezTo>
                    <a:pt x="7540" y="13701"/>
                    <a:pt x="7496" y="13679"/>
                    <a:pt x="7475" y="13679"/>
                  </a:cubicBezTo>
                  <a:close/>
                  <a:moveTo>
                    <a:pt x="7745" y="13679"/>
                  </a:moveTo>
                  <a:cubicBezTo>
                    <a:pt x="7696" y="13679"/>
                    <a:pt x="7675" y="13701"/>
                    <a:pt x="7675" y="13744"/>
                  </a:cubicBezTo>
                  <a:cubicBezTo>
                    <a:pt x="7675" y="13771"/>
                    <a:pt x="7696" y="13814"/>
                    <a:pt x="7745" y="13814"/>
                  </a:cubicBezTo>
                  <a:cubicBezTo>
                    <a:pt x="7766" y="13814"/>
                    <a:pt x="7810" y="13771"/>
                    <a:pt x="7810" y="13744"/>
                  </a:cubicBezTo>
                  <a:cubicBezTo>
                    <a:pt x="7810" y="13701"/>
                    <a:pt x="7766" y="13679"/>
                    <a:pt x="7745" y="13679"/>
                  </a:cubicBezTo>
                  <a:close/>
                  <a:moveTo>
                    <a:pt x="8015" y="13679"/>
                  </a:moveTo>
                  <a:cubicBezTo>
                    <a:pt x="7966" y="13679"/>
                    <a:pt x="7945" y="13701"/>
                    <a:pt x="7945" y="13744"/>
                  </a:cubicBezTo>
                  <a:cubicBezTo>
                    <a:pt x="7945" y="13771"/>
                    <a:pt x="7966" y="13814"/>
                    <a:pt x="8015" y="13814"/>
                  </a:cubicBezTo>
                  <a:cubicBezTo>
                    <a:pt x="8036" y="13814"/>
                    <a:pt x="8080" y="13771"/>
                    <a:pt x="8080" y="13744"/>
                  </a:cubicBezTo>
                  <a:cubicBezTo>
                    <a:pt x="8080" y="13701"/>
                    <a:pt x="8036" y="13679"/>
                    <a:pt x="8015" y="13679"/>
                  </a:cubicBezTo>
                  <a:close/>
                  <a:moveTo>
                    <a:pt x="8285" y="13679"/>
                  </a:moveTo>
                  <a:cubicBezTo>
                    <a:pt x="8236" y="13679"/>
                    <a:pt x="8215" y="13701"/>
                    <a:pt x="8215" y="13744"/>
                  </a:cubicBezTo>
                  <a:cubicBezTo>
                    <a:pt x="8215" y="13771"/>
                    <a:pt x="8236" y="13814"/>
                    <a:pt x="8285" y="13814"/>
                  </a:cubicBezTo>
                  <a:cubicBezTo>
                    <a:pt x="8306" y="13814"/>
                    <a:pt x="8350" y="13771"/>
                    <a:pt x="8350" y="13744"/>
                  </a:cubicBezTo>
                  <a:cubicBezTo>
                    <a:pt x="8350" y="13701"/>
                    <a:pt x="8306" y="13679"/>
                    <a:pt x="8285" y="13679"/>
                  </a:cubicBezTo>
                  <a:close/>
                  <a:moveTo>
                    <a:pt x="8555" y="13679"/>
                  </a:moveTo>
                  <a:cubicBezTo>
                    <a:pt x="8506" y="13679"/>
                    <a:pt x="8485" y="13701"/>
                    <a:pt x="8485" y="13744"/>
                  </a:cubicBezTo>
                  <a:cubicBezTo>
                    <a:pt x="8485" y="13771"/>
                    <a:pt x="8506" y="13814"/>
                    <a:pt x="8555" y="13814"/>
                  </a:cubicBezTo>
                  <a:cubicBezTo>
                    <a:pt x="8576" y="13814"/>
                    <a:pt x="8620" y="13771"/>
                    <a:pt x="8620" y="13744"/>
                  </a:cubicBezTo>
                  <a:cubicBezTo>
                    <a:pt x="8620" y="13701"/>
                    <a:pt x="8576" y="13679"/>
                    <a:pt x="8555" y="13679"/>
                  </a:cubicBezTo>
                  <a:close/>
                  <a:moveTo>
                    <a:pt x="8825" y="13679"/>
                  </a:moveTo>
                  <a:cubicBezTo>
                    <a:pt x="8776" y="13679"/>
                    <a:pt x="8755" y="13701"/>
                    <a:pt x="8755" y="13744"/>
                  </a:cubicBezTo>
                  <a:cubicBezTo>
                    <a:pt x="8755" y="13771"/>
                    <a:pt x="8776" y="13814"/>
                    <a:pt x="8825" y="13814"/>
                  </a:cubicBezTo>
                  <a:cubicBezTo>
                    <a:pt x="8846" y="13814"/>
                    <a:pt x="8890" y="13771"/>
                    <a:pt x="8890" y="13744"/>
                  </a:cubicBezTo>
                  <a:cubicBezTo>
                    <a:pt x="8890" y="13701"/>
                    <a:pt x="8846" y="13679"/>
                    <a:pt x="8825" y="13679"/>
                  </a:cubicBezTo>
                  <a:close/>
                  <a:moveTo>
                    <a:pt x="9095" y="13679"/>
                  </a:moveTo>
                  <a:cubicBezTo>
                    <a:pt x="9046" y="13679"/>
                    <a:pt x="9025" y="13701"/>
                    <a:pt x="9025" y="13744"/>
                  </a:cubicBezTo>
                  <a:cubicBezTo>
                    <a:pt x="9025" y="13771"/>
                    <a:pt x="9046" y="13814"/>
                    <a:pt x="9095" y="13814"/>
                  </a:cubicBezTo>
                  <a:cubicBezTo>
                    <a:pt x="9117" y="13814"/>
                    <a:pt x="9160" y="13771"/>
                    <a:pt x="9160" y="13744"/>
                  </a:cubicBezTo>
                  <a:cubicBezTo>
                    <a:pt x="9160" y="13701"/>
                    <a:pt x="9117" y="13679"/>
                    <a:pt x="9095" y="13679"/>
                  </a:cubicBezTo>
                  <a:close/>
                  <a:moveTo>
                    <a:pt x="9365" y="13679"/>
                  </a:moveTo>
                  <a:cubicBezTo>
                    <a:pt x="9316" y="13679"/>
                    <a:pt x="9295" y="13701"/>
                    <a:pt x="9295" y="13744"/>
                  </a:cubicBezTo>
                  <a:cubicBezTo>
                    <a:pt x="9295" y="13771"/>
                    <a:pt x="9316" y="13814"/>
                    <a:pt x="9365" y="13814"/>
                  </a:cubicBezTo>
                  <a:cubicBezTo>
                    <a:pt x="9387" y="13814"/>
                    <a:pt x="9430" y="13771"/>
                    <a:pt x="9430" y="13744"/>
                  </a:cubicBezTo>
                  <a:cubicBezTo>
                    <a:pt x="9430" y="13701"/>
                    <a:pt x="9387" y="13679"/>
                    <a:pt x="9365" y="13679"/>
                  </a:cubicBezTo>
                  <a:close/>
                  <a:moveTo>
                    <a:pt x="9635" y="13679"/>
                  </a:moveTo>
                  <a:cubicBezTo>
                    <a:pt x="9586" y="13679"/>
                    <a:pt x="9565" y="13701"/>
                    <a:pt x="9565" y="13744"/>
                  </a:cubicBezTo>
                  <a:cubicBezTo>
                    <a:pt x="9565" y="13771"/>
                    <a:pt x="9586" y="13814"/>
                    <a:pt x="9635" y="13814"/>
                  </a:cubicBezTo>
                  <a:cubicBezTo>
                    <a:pt x="9657" y="13814"/>
                    <a:pt x="9700" y="13771"/>
                    <a:pt x="9700" y="13744"/>
                  </a:cubicBezTo>
                  <a:cubicBezTo>
                    <a:pt x="9700" y="13701"/>
                    <a:pt x="9657" y="13679"/>
                    <a:pt x="9635" y="13679"/>
                  </a:cubicBezTo>
                  <a:close/>
                  <a:moveTo>
                    <a:pt x="9905" y="13679"/>
                  </a:moveTo>
                  <a:cubicBezTo>
                    <a:pt x="9856" y="13679"/>
                    <a:pt x="9835" y="13701"/>
                    <a:pt x="9835" y="13744"/>
                  </a:cubicBezTo>
                  <a:cubicBezTo>
                    <a:pt x="9835" y="13771"/>
                    <a:pt x="9856" y="13814"/>
                    <a:pt x="9905" y="13814"/>
                  </a:cubicBezTo>
                  <a:cubicBezTo>
                    <a:pt x="9927" y="13814"/>
                    <a:pt x="9970" y="13771"/>
                    <a:pt x="9970" y="13744"/>
                  </a:cubicBezTo>
                  <a:cubicBezTo>
                    <a:pt x="9970" y="13701"/>
                    <a:pt x="9927" y="13679"/>
                    <a:pt x="9905" y="13679"/>
                  </a:cubicBezTo>
                  <a:close/>
                  <a:moveTo>
                    <a:pt x="10175" y="13679"/>
                  </a:moveTo>
                  <a:cubicBezTo>
                    <a:pt x="10126" y="13679"/>
                    <a:pt x="10105" y="13701"/>
                    <a:pt x="10105" y="13744"/>
                  </a:cubicBezTo>
                  <a:cubicBezTo>
                    <a:pt x="10105" y="13771"/>
                    <a:pt x="10126" y="13814"/>
                    <a:pt x="10175" y="13814"/>
                  </a:cubicBezTo>
                  <a:cubicBezTo>
                    <a:pt x="10197" y="13814"/>
                    <a:pt x="10240" y="13771"/>
                    <a:pt x="10240" y="13744"/>
                  </a:cubicBezTo>
                  <a:cubicBezTo>
                    <a:pt x="10240" y="13701"/>
                    <a:pt x="10197" y="13679"/>
                    <a:pt x="10175" y="13679"/>
                  </a:cubicBezTo>
                  <a:close/>
                  <a:moveTo>
                    <a:pt x="10445" y="13679"/>
                  </a:moveTo>
                  <a:cubicBezTo>
                    <a:pt x="10396" y="13679"/>
                    <a:pt x="10375" y="13701"/>
                    <a:pt x="10375" y="13744"/>
                  </a:cubicBezTo>
                  <a:cubicBezTo>
                    <a:pt x="10375" y="13771"/>
                    <a:pt x="10396" y="13814"/>
                    <a:pt x="10445" y="13814"/>
                  </a:cubicBezTo>
                  <a:cubicBezTo>
                    <a:pt x="10467" y="13814"/>
                    <a:pt x="10510" y="13771"/>
                    <a:pt x="10510" y="13744"/>
                  </a:cubicBezTo>
                  <a:cubicBezTo>
                    <a:pt x="10510" y="13701"/>
                    <a:pt x="10467" y="13679"/>
                    <a:pt x="10445" y="13679"/>
                  </a:cubicBezTo>
                  <a:close/>
                  <a:moveTo>
                    <a:pt x="10715" y="13679"/>
                  </a:moveTo>
                  <a:cubicBezTo>
                    <a:pt x="10666" y="13679"/>
                    <a:pt x="10645" y="13701"/>
                    <a:pt x="10645" y="13744"/>
                  </a:cubicBezTo>
                  <a:cubicBezTo>
                    <a:pt x="10645" y="13771"/>
                    <a:pt x="10666" y="13814"/>
                    <a:pt x="10715" y="13814"/>
                  </a:cubicBezTo>
                  <a:cubicBezTo>
                    <a:pt x="10737" y="13814"/>
                    <a:pt x="10780" y="13771"/>
                    <a:pt x="10780" y="13744"/>
                  </a:cubicBezTo>
                  <a:cubicBezTo>
                    <a:pt x="10780" y="13701"/>
                    <a:pt x="10737" y="13679"/>
                    <a:pt x="10715" y="13679"/>
                  </a:cubicBezTo>
                  <a:close/>
                  <a:moveTo>
                    <a:pt x="10985" y="13679"/>
                  </a:moveTo>
                  <a:cubicBezTo>
                    <a:pt x="10936" y="13679"/>
                    <a:pt x="10915" y="13701"/>
                    <a:pt x="10915" y="13744"/>
                  </a:cubicBezTo>
                  <a:cubicBezTo>
                    <a:pt x="10915" y="13771"/>
                    <a:pt x="10936" y="13814"/>
                    <a:pt x="10985" y="13814"/>
                  </a:cubicBezTo>
                  <a:cubicBezTo>
                    <a:pt x="11007" y="13814"/>
                    <a:pt x="11050" y="13771"/>
                    <a:pt x="11050" y="13744"/>
                  </a:cubicBezTo>
                  <a:cubicBezTo>
                    <a:pt x="11050" y="13701"/>
                    <a:pt x="11007" y="13679"/>
                    <a:pt x="10985" y="13679"/>
                  </a:cubicBezTo>
                  <a:close/>
                  <a:moveTo>
                    <a:pt x="11255" y="13679"/>
                  </a:moveTo>
                  <a:cubicBezTo>
                    <a:pt x="11206" y="13679"/>
                    <a:pt x="11185" y="13701"/>
                    <a:pt x="11185" y="13744"/>
                  </a:cubicBezTo>
                  <a:cubicBezTo>
                    <a:pt x="11185" y="13771"/>
                    <a:pt x="11206" y="13814"/>
                    <a:pt x="11255" y="13814"/>
                  </a:cubicBezTo>
                  <a:cubicBezTo>
                    <a:pt x="11277" y="13814"/>
                    <a:pt x="11320" y="13771"/>
                    <a:pt x="11320" y="13744"/>
                  </a:cubicBezTo>
                  <a:cubicBezTo>
                    <a:pt x="11320" y="13701"/>
                    <a:pt x="11277" y="13679"/>
                    <a:pt x="11255" y="13679"/>
                  </a:cubicBezTo>
                  <a:close/>
                  <a:moveTo>
                    <a:pt x="11525" y="13679"/>
                  </a:moveTo>
                  <a:cubicBezTo>
                    <a:pt x="11476" y="13679"/>
                    <a:pt x="11455" y="13701"/>
                    <a:pt x="11455" y="13744"/>
                  </a:cubicBezTo>
                  <a:cubicBezTo>
                    <a:pt x="11455" y="13771"/>
                    <a:pt x="11476" y="13814"/>
                    <a:pt x="11525" y="13814"/>
                  </a:cubicBezTo>
                  <a:cubicBezTo>
                    <a:pt x="11547" y="13814"/>
                    <a:pt x="11590" y="13771"/>
                    <a:pt x="11590" y="13744"/>
                  </a:cubicBezTo>
                  <a:cubicBezTo>
                    <a:pt x="11590" y="13701"/>
                    <a:pt x="11547" y="13679"/>
                    <a:pt x="11525" y="13679"/>
                  </a:cubicBezTo>
                  <a:close/>
                  <a:moveTo>
                    <a:pt x="11795" y="13679"/>
                  </a:moveTo>
                  <a:cubicBezTo>
                    <a:pt x="11746" y="13679"/>
                    <a:pt x="11725" y="13701"/>
                    <a:pt x="11725" y="13744"/>
                  </a:cubicBezTo>
                  <a:cubicBezTo>
                    <a:pt x="11725" y="13771"/>
                    <a:pt x="11746" y="13814"/>
                    <a:pt x="11795" y="13814"/>
                  </a:cubicBezTo>
                  <a:cubicBezTo>
                    <a:pt x="11817" y="13814"/>
                    <a:pt x="11860" y="13771"/>
                    <a:pt x="11860" y="13744"/>
                  </a:cubicBezTo>
                  <a:cubicBezTo>
                    <a:pt x="11860" y="13701"/>
                    <a:pt x="11817" y="13679"/>
                    <a:pt x="11795" y="13679"/>
                  </a:cubicBezTo>
                  <a:close/>
                  <a:moveTo>
                    <a:pt x="12065" y="13679"/>
                  </a:moveTo>
                  <a:cubicBezTo>
                    <a:pt x="12016" y="13679"/>
                    <a:pt x="11995" y="13701"/>
                    <a:pt x="11995" y="13744"/>
                  </a:cubicBezTo>
                  <a:cubicBezTo>
                    <a:pt x="11995" y="13771"/>
                    <a:pt x="12016" y="13814"/>
                    <a:pt x="12065" y="13814"/>
                  </a:cubicBezTo>
                  <a:cubicBezTo>
                    <a:pt x="12087" y="13814"/>
                    <a:pt x="12130" y="13771"/>
                    <a:pt x="12130" y="13744"/>
                  </a:cubicBezTo>
                  <a:cubicBezTo>
                    <a:pt x="12130" y="13701"/>
                    <a:pt x="12087" y="13679"/>
                    <a:pt x="12065" y="13679"/>
                  </a:cubicBezTo>
                  <a:close/>
                  <a:moveTo>
                    <a:pt x="12335" y="13679"/>
                  </a:moveTo>
                  <a:cubicBezTo>
                    <a:pt x="12286" y="13679"/>
                    <a:pt x="12265" y="13701"/>
                    <a:pt x="12265" y="13744"/>
                  </a:cubicBezTo>
                  <a:cubicBezTo>
                    <a:pt x="12265" y="13771"/>
                    <a:pt x="12286" y="13814"/>
                    <a:pt x="12335" y="13814"/>
                  </a:cubicBezTo>
                  <a:cubicBezTo>
                    <a:pt x="12357" y="13814"/>
                    <a:pt x="12400" y="13771"/>
                    <a:pt x="12400" y="13744"/>
                  </a:cubicBezTo>
                  <a:cubicBezTo>
                    <a:pt x="12400" y="13701"/>
                    <a:pt x="12357" y="13679"/>
                    <a:pt x="12335" y="13679"/>
                  </a:cubicBezTo>
                  <a:close/>
                  <a:moveTo>
                    <a:pt x="12605" y="13679"/>
                  </a:moveTo>
                  <a:cubicBezTo>
                    <a:pt x="12556" y="13679"/>
                    <a:pt x="12535" y="13701"/>
                    <a:pt x="12535" y="13744"/>
                  </a:cubicBezTo>
                  <a:cubicBezTo>
                    <a:pt x="12535" y="13771"/>
                    <a:pt x="12556" y="13814"/>
                    <a:pt x="12605" y="13814"/>
                  </a:cubicBezTo>
                  <a:cubicBezTo>
                    <a:pt x="12627" y="13814"/>
                    <a:pt x="12670" y="13771"/>
                    <a:pt x="12670" y="13744"/>
                  </a:cubicBezTo>
                  <a:cubicBezTo>
                    <a:pt x="12670" y="13701"/>
                    <a:pt x="12627" y="13679"/>
                    <a:pt x="12605" y="13679"/>
                  </a:cubicBezTo>
                  <a:close/>
                  <a:moveTo>
                    <a:pt x="12875" y="13679"/>
                  </a:moveTo>
                  <a:cubicBezTo>
                    <a:pt x="12826" y="13679"/>
                    <a:pt x="12805" y="13701"/>
                    <a:pt x="12805" y="13744"/>
                  </a:cubicBezTo>
                  <a:cubicBezTo>
                    <a:pt x="12805" y="13771"/>
                    <a:pt x="12826" y="13814"/>
                    <a:pt x="12875" y="13814"/>
                  </a:cubicBezTo>
                  <a:cubicBezTo>
                    <a:pt x="12897" y="13814"/>
                    <a:pt x="12940" y="13771"/>
                    <a:pt x="12940" y="13744"/>
                  </a:cubicBezTo>
                  <a:cubicBezTo>
                    <a:pt x="12940" y="13701"/>
                    <a:pt x="12897" y="13679"/>
                    <a:pt x="12875" y="13679"/>
                  </a:cubicBezTo>
                  <a:close/>
                  <a:moveTo>
                    <a:pt x="13145" y="13679"/>
                  </a:moveTo>
                  <a:cubicBezTo>
                    <a:pt x="13097" y="13679"/>
                    <a:pt x="13075" y="13701"/>
                    <a:pt x="13075" y="13744"/>
                  </a:cubicBezTo>
                  <a:cubicBezTo>
                    <a:pt x="13075" y="13771"/>
                    <a:pt x="13097" y="13814"/>
                    <a:pt x="13145" y="13814"/>
                  </a:cubicBezTo>
                  <a:cubicBezTo>
                    <a:pt x="13167" y="13814"/>
                    <a:pt x="13210" y="13771"/>
                    <a:pt x="13210" y="13744"/>
                  </a:cubicBezTo>
                  <a:cubicBezTo>
                    <a:pt x="13210" y="13701"/>
                    <a:pt x="13167" y="13679"/>
                    <a:pt x="13145" y="13679"/>
                  </a:cubicBezTo>
                  <a:close/>
                  <a:moveTo>
                    <a:pt x="13415" y="13679"/>
                  </a:moveTo>
                  <a:cubicBezTo>
                    <a:pt x="13367" y="13679"/>
                    <a:pt x="13345" y="13701"/>
                    <a:pt x="13345" y="13744"/>
                  </a:cubicBezTo>
                  <a:cubicBezTo>
                    <a:pt x="13345" y="13771"/>
                    <a:pt x="13367" y="13814"/>
                    <a:pt x="13415" y="13814"/>
                  </a:cubicBezTo>
                  <a:cubicBezTo>
                    <a:pt x="13437" y="13814"/>
                    <a:pt x="13480" y="13771"/>
                    <a:pt x="13480" y="13744"/>
                  </a:cubicBezTo>
                  <a:cubicBezTo>
                    <a:pt x="13480" y="13701"/>
                    <a:pt x="13437" y="13679"/>
                    <a:pt x="13415" y="13679"/>
                  </a:cubicBezTo>
                  <a:close/>
                  <a:moveTo>
                    <a:pt x="13685" y="13679"/>
                  </a:moveTo>
                  <a:cubicBezTo>
                    <a:pt x="13637" y="13679"/>
                    <a:pt x="13615" y="13701"/>
                    <a:pt x="13615" y="13744"/>
                  </a:cubicBezTo>
                  <a:cubicBezTo>
                    <a:pt x="13615" y="13771"/>
                    <a:pt x="13637" y="13814"/>
                    <a:pt x="13685" y="13814"/>
                  </a:cubicBezTo>
                  <a:cubicBezTo>
                    <a:pt x="13707" y="13814"/>
                    <a:pt x="13750" y="13771"/>
                    <a:pt x="13750" y="13744"/>
                  </a:cubicBezTo>
                  <a:cubicBezTo>
                    <a:pt x="13750" y="13701"/>
                    <a:pt x="13707" y="13679"/>
                    <a:pt x="13685" y="13679"/>
                  </a:cubicBezTo>
                  <a:close/>
                  <a:moveTo>
                    <a:pt x="13955" y="13679"/>
                  </a:moveTo>
                  <a:cubicBezTo>
                    <a:pt x="13907" y="13679"/>
                    <a:pt x="13885" y="13701"/>
                    <a:pt x="13885" y="13744"/>
                  </a:cubicBezTo>
                  <a:cubicBezTo>
                    <a:pt x="13885" y="13771"/>
                    <a:pt x="13907" y="13814"/>
                    <a:pt x="13955" y="13814"/>
                  </a:cubicBezTo>
                  <a:cubicBezTo>
                    <a:pt x="13977" y="13814"/>
                    <a:pt x="14020" y="13771"/>
                    <a:pt x="14020" y="13744"/>
                  </a:cubicBezTo>
                  <a:cubicBezTo>
                    <a:pt x="14020" y="13701"/>
                    <a:pt x="13977" y="13679"/>
                    <a:pt x="13955" y="13679"/>
                  </a:cubicBezTo>
                  <a:close/>
                  <a:moveTo>
                    <a:pt x="14225" y="13679"/>
                  </a:moveTo>
                  <a:cubicBezTo>
                    <a:pt x="14177" y="13679"/>
                    <a:pt x="14155" y="13701"/>
                    <a:pt x="14155" y="13744"/>
                  </a:cubicBezTo>
                  <a:cubicBezTo>
                    <a:pt x="14155" y="13771"/>
                    <a:pt x="14177" y="13814"/>
                    <a:pt x="14225" y="13814"/>
                  </a:cubicBezTo>
                  <a:cubicBezTo>
                    <a:pt x="14247" y="13814"/>
                    <a:pt x="14290" y="13771"/>
                    <a:pt x="14290" y="13744"/>
                  </a:cubicBezTo>
                  <a:cubicBezTo>
                    <a:pt x="14290" y="13701"/>
                    <a:pt x="14247" y="13679"/>
                    <a:pt x="14225" y="13679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g3f131e4dc8c_0_507"/>
          <p:cNvGrpSpPr/>
          <p:nvPr/>
        </p:nvGrpSpPr>
        <p:grpSpPr>
          <a:xfrm>
            <a:off x="283551" y="4302135"/>
            <a:ext cx="8526653" cy="301874"/>
            <a:chOff x="283551" y="4302135"/>
            <a:chExt cx="8526653" cy="301874"/>
          </a:xfrm>
        </p:grpSpPr>
        <p:grpSp>
          <p:nvGrpSpPr>
            <p:cNvPr id="72" name="Google Shape;72;g3f131e4dc8c_0_507"/>
            <p:cNvGrpSpPr/>
            <p:nvPr/>
          </p:nvGrpSpPr>
          <p:grpSpPr>
            <a:xfrm>
              <a:off x="283551" y="4449636"/>
              <a:ext cx="301874" cy="154373"/>
              <a:chOff x="7893111" y="352204"/>
              <a:chExt cx="225869" cy="115505"/>
            </a:xfrm>
          </p:grpSpPr>
          <p:sp>
            <p:nvSpPr>
              <p:cNvPr id="73" name="Google Shape;73;g3f131e4dc8c_0_507"/>
              <p:cNvSpPr/>
              <p:nvPr/>
            </p:nvSpPr>
            <p:spPr>
              <a:xfrm>
                <a:off x="7893111" y="352204"/>
                <a:ext cx="75760" cy="115505"/>
              </a:xfrm>
              <a:custGeom>
                <a:rect b="b" l="l" r="r" t="t"/>
                <a:pathLst>
                  <a:path extrusionOk="0" h="898" w="589">
                    <a:moveTo>
                      <a:pt x="157" y="1"/>
                    </a:moveTo>
                    <a:lnTo>
                      <a:pt x="0" y="157"/>
                    </a:lnTo>
                    <a:lnTo>
                      <a:pt x="292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9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3f131e4dc8c_0_507"/>
              <p:cNvSpPr/>
              <p:nvPr/>
            </p:nvSpPr>
            <p:spPr>
              <a:xfrm>
                <a:off x="7968744" y="352204"/>
                <a:ext cx="75246" cy="115505"/>
              </a:xfrm>
              <a:custGeom>
                <a:rect b="b" l="l" r="r" t="t"/>
                <a:pathLst>
                  <a:path extrusionOk="0" h="898" w="585">
                    <a:moveTo>
                      <a:pt x="157" y="1"/>
                    </a:moveTo>
                    <a:lnTo>
                      <a:pt x="1" y="157"/>
                    </a:lnTo>
                    <a:lnTo>
                      <a:pt x="314" y="449"/>
                    </a:lnTo>
                    <a:lnTo>
                      <a:pt x="1" y="741"/>
                    </a:lnTo>
                    <a:lnTo>
                      <a:pt x="157" y="897"/>
                    </a:lnTo>
                    <a:lnTo>
                      <a:pt x="584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g3f131e4dc8c_0_507"/>
              <p:cNvSpPr/>
              <p:nvPr/>
            </p:nvSpPr>
            <p:spPr>
              <a:xfrm>
                <a:off x="8043863" y="352204"/>
                <a:ext cx="75117" cy="115505"/>
              </a:xfrm>
              <a:custGeom>
                <a:rect b="b" l="l" r="r" t="t"/>
                <a:pathLst>
                  <a:path extrusionOk="0" h="898" w="584">
                    <a:moveTo>
                      <a:pt x="157" y="1"/>
                    </a:moveTo>
                    <a:lnTo>
                      <a:pt x="0" y="157"/>
                    </a:lnTo>
                    <a:lnTo>
                      <a:pt x="313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3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g3f131e4dc8c_0_507"/>
            <p:cNvGrpSpPr/>
            <p:nvPr/>
          </p:nvGrpSpPr>
          <p:grpSpPr>
            <a:xfrm rot="5400000">
              <a:off x="8582081" y="4375885"/>
              <a:ext cx="301874" cy="154373"/>
              <a:chOff x="7893111" y="352204"/>
              <a:chExt cx="225869" cy="115505"/>
            </a:xfrm>
          </p:grpSpPr>
          <p:sp>
            <p:nvSpPr>
              <p:cNvPr id="77" name="Google Shape;77;g3f131e4dc8c_0_507"/>
              <p:cNvSpPr/>
              <p:nvPr/>
            </p:nvSpPr>
            <p:spPr>
              <a:xfrm>
                <a:off x="7893111" y="352204"/>
                <a:ext cx="75760" cy="115505"/>
              </a:xfrm>
              <a:custGeom>
                <a:rect b="b" l="l" r="r" t="t"/>
                <a:pathLst>
                  <a:path extrusionOk="0" h="898" w="589">
                    <a:moveTo>
                      <a:pt x="157" y="1"/>
                    </a:moveTo>
                    <a:lnTo>
                      <a:pt x="0" y="157"/>
                    </a:lnTo>
                    <a:lnTo>
                      <a:pt x="292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9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g3f131e4dc8c_0_507"/>
              <p:cNvSpPr/>
              <p:nvPr/>
            </p:nvSpPr>
            <p:spPr>
              <a:xfrm>
                <a:off x="7968744" y="352204"/>
                <a:ext cx="75246" cy="115505"/>
              </a:xfrm>
              <a:custGeom>
                <a:rect b="b" l="l" r="r" t="t"/>
                <a:pathLst>
                  <a:path extrusionOk="0" h="898" w="585">
                    <a:moveTo>
                      <a:pt x="157" y="1"/>
                    </a:moveTo>
                    <a:lnTo>
                      <a:pt x="1" y="157"/>
                    </a:lnTo>
                    <a:lnTo>
                      <a:pt x="314" y="449"/>
                    </a:lnTo>
                    <a:lnTo>
                      <a:pt x="1" y="741"/>
                    </a:lnTo>
                    <a:lnTo>
                      <a:pt x="157" y="897"/>
                    </a:lnTo>
                    <a:lnTo>
                      <a:pt x="584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g3f131e4dc8c_0_507"/>
              <p:cNvSpPr/>
              <p:nvPr/>
            </p:nvSpPr>
            <p:spPr>
              <a:xfrm>
                <a:off x="8043863" y="352204"/>
                <a:ext cx="75117" cy="115505"/>
              </a:xfrm>
              <a:custGeom>
                <a:rect b="b" l="l" r="r" t="t"/>
                <a:pathLst>
                  <a:path extrusionOk="0" h="898" w="584">
                    <a:moveTo>
                      <a:pt x="157" y="1"/>
                    </a:moveTo>
                    <a:lnTo>
                      <a:pt x="0" y="157"/>
                    </a:lnTo>
                    <a:lnTo>
                      <a:pt x="313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3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" name="Google Shape;80;g3f131e4dc8c_0_5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31e4dc8c_0_5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g3f131e4dc8c_0_538"/>
          <p:cNvSpPr txBox="1"/>
          <p:nvPr>
            <p:ph idx="1" type="subTitle"/>
          </p:nvPr>
        </p:nvSpPr>
        <p:spPr>
          <a:xfrm>
            <a:off x="720000" y="2334473"/>
            <a:ext cx="2406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g3f131e4dc8c_0_538"/>
          <p:cNvSpPr txBox="1"/>
          <p:nvPr>
            <p:ph idx="2" type="subTitle"/>
          </p:nvPr>
        </p:nvSpPr>
        <p:spPr>
          <a:xfrm>
            <a:off x="3368758" y="2334473"/>
            <a:ext cx="2406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g3f131e4dc8c_0_538"/>
          <p:cNvSpPr txBox="1"/>
          <p:nvPr>
            <p:ph idx="3" type="subTitle"/>
          </p:nvPr>
        </p:nvSpPr>
        <p:spPr>
          <a:xfrm>
            <a:off x="6017524" y="2334473"/>
            <a:ext cx="2406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g3f131e4dc8c_0_538"/>
          <p:cNvSpPr txBox="1"/>
          <p:nvPr>
            <p:ph idx="4" type="subTitle"/>
          </p:nvPr>
        </p:nvSpPr>
        <p:spPr>
          <a:xfrm>
            <a:off x="720000" y="1900375"/>
            <a:ext cx="2406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18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7" name="Google Shape;87;g3f131e4dc8c_0_538"/>
          <p:cNvSpPr txBox="1"/>
          <p:nvPr>
            <p:ph idx="5" type="subTitle"/>
          </p:nvPr>
        </p:nvSpPr>
        <p:spPr>
          <a:xfrm>
            <a:off x="3368762" y="1900375"/>
            <a:ext cx="2406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18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8" name="Google Shape;88;g3f131e4dc8c_0_538"/>
          <p:cNvSpPr txBox="1"/>
          <p:nvPr>
            <p:ph idx="6" type="subTitle"/>
          </p:nvPr>
        </p:nvSpPr>
        <p:spPr>
          <a:xfrm>
            <a:off x="6017525" y="1900375"/>
            <a:ext cx="2406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18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b="1"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grpSp>
        <p:nvGrpSpPr>
          <p:cNvPr id="89" name="Google Shape;89;g3f131e4dc8c_0_538"/>
          <p:cNvGrpSpPr/>
          <p:nvPr/>
        </p:nvGrpSpPr>
        <p:grpSpPr>
          <a:xfrm>
            <a:off x="220651" y="580435"/>
            <a:ext cx="8522978" cy="4341374"/>
            <a:chOff x="220651" y="580435"/>
            <a:chExt cx="8522978" cy="4341374"/>
          </a:xfrm>
        </p:grpSpPr>
        <p:grpSp>
          <p:nvGrpSpPr>
            <p:cNvPr id="90" name="Google Shape;90;g3f131e4dc8c_0_538"/>
            <p:cNvGrpSpPr/>
            <p:nvPr/>
          </p:nvGrpSpPr>
          <p:grpSpPr>
            <a:xfrm>
              <a:off x="220651" y="4767436"/>
              <a:ext cx="301874" cy="154373"/>
              <a:chOff x="7893111" y="352204"/>
              <a:chExt cx="225869" cy="115505"/>
            </a:xfrm>
          </p:grpSpPr>
          <p:sp>
            <p:nvSpPr>
              <p:cNvPr id="91" name="Google Shape;91;g3f131e4dc8c_0_538"/>
              <p:cNvSpPr/>
              <p:nvPr/>
            </p:nvSpPr>
            <p:spPr>
              <a:xfrm>
                <a:off x="7893111" y="352204"/>
                <a:ext cx="75760" cy="115505"/>
              </a:xfrm>
              <a:custGeom>
                <a:rect b="b" l="l" r="r" t="t"/>
                <a:pathLst>
                  <a:path extrusionOk="0" h="898" w="589">
                    <a:moveTo>
                      <a:pt x="157" y="1"/>
                    </a:moveTo>
                    <a:lnTo>
                      <a:pt x="0" y="157"/>
                    </a:lnTo>
                    <a:lnTo>
                      <a:pt x="292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9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g3f131e4dc8c_0_538"/>
              <p:cNvSpPr/>
              <p:nvPr/>
            </p:nvSpPr>
            <p:spPr>
              <a:xfrm>
                <a:off x="7968744" y="352204"/>
                <a:ext cx="75246" cy="115505"/>
              </a:xfrm>
              <a:custGeom>
                <a:rect b="b" l="l" r="r" t="t"/>
                <a:pathLst>
                  <a:path extrusionOk="0" h="898" w="585">
                    <a:moveTo>
                      <a:pt x="157" y="1"/>
                    </a:moveTo>
                    <a:lnTo>
                      <a:pt x="1" y="157"/>
                    </a:lnTo>
                    <a:lnTo>
                      <a:pt x="314" y="449"/>
                    </a:lnTo>
                    <a:lnTo>
                      <a:pt x="1" y="741"/>
                    </a:lnTo>
                    <a:lnTo>
                      <a:pt x="157" y="897"/>
                    </a:lnTo>
                    <a:lnTo>
                      <a:pt x="584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g3f131e4dc8c_0_538"/>
              <p:cNvSpPr/>
              <p:nvPr/>
            </p:nvSpPr>
            <p:spPr>
              <a:xfrm>
                <a:off x="8043863" y="352204"/>
                <a:ext cx="75117" cy="115505"/>
              </a:xfrm>
              <a:custGeom>
                <a:rect b="b" l="l" r="r" t="t"/>
                <a:pathLst>
                  <a:path extrusionOk="0" h="898" w="584">
                    <a:moveTo>
                      <a:pt x="157" y="1"/>
                    </a:moveTo>
                    <a:lnTo>
                      <a:pt x="0" y="157"/>
                    </a:lnTo>
                    <a:lnTo>
                      <a:pt x="313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3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94;g3f131e4dc8c_0_538"/>
            <p:cNvGrpSpPr/>
            <p:nvPr/>
          </p:nvGrpSpPr>
          <p:grpSpPr>
            <a:xfrm rot="5400000">
              <a:off x="8515506" y="654185"/>
              <a:ext cx="301874" cy="154373"/>
              <a:chOff x="7893111" y="352204"/>
              <a:chExt cx="225869" cy="115505"/>
            </a:xfrm>
          </p:grpSpPr>
          <p:sp>
            <p:nvSpPr>
              <p:cNvPr id="95" name="Google Shape;95;g3f131e4dc8c_0_538"/>
              <p:cNvSpPr/>
              <p:nvPr/>
            </p:nvSpPr>
            <p:spPr>
              <a:xfrm>
                <a:off x="7893111" y="352204"/>
                <a:ext cx="75760" cy="115505"/>
              </a:xfrm>
              <a:custGeom>
                <a:rect b="b" l="l" r="r" t="t"/>
                <a:pathLst>
                  <a:path extrusionOk="0" h="898" w="589">
                    <a:moveTo>
                      <a:pt x="157" y="1"/>
                    </a:moveTo>
                    <a:lnTo>
                      <a:pt x="0" y="157"/>
                    </a:lnTo>
                    <a:lnTo>
                      <a:pt x="292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9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g3f131e4dc8c_0_538"/>
              <p:cNvSpPr/>
              <p:nvPr/>
            </p:nvSpPr>
            <p:spPr>
              <a:xfrm>
                <a:off x="7968744" y="352204"/>
                <a:ext cx="75246" cy="115505"/>
              </a:xfrm>
              <a:custGeom>
                <a:rect b="b" l="l" r="r" t="t"/>
                <a:pathLst>
                  <a:path extrusionOk="0" h="898" w="585">
                    <a:moveTo>
                      <a:pt x="157" y="1"/>
                    </a:moveTo>
                    <a:lnTo>
                      <a:pt x="1" y="157"/>
                    </a:lnTo>
                    <a:lnTo>
                      <a:pt x="314" y="449"/>
                    </a:lnTo>
                    <a:lnTo>
                      <a:pt x="1" y="741"/>
                    </a:lnTo>
                    <a:lnTo>
                      <a:pt x="157" y="897"/>
                    </a:lnTo>
                    <a:lnTo>
                      <a:pt x="584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g3f131e4dc8c_0_538"/>
              <p:cNvSpPr/>
              <p:nvPr/>
            </p:nvSpPr>
            <p:spPr>
              <a:xfrm>
                <a:off x="8043863" y="352204"/>
                <a:ext cx="75117" cy="115505"/>
              </a:xfrm>
              <a:custGeom>
                <a:rect b="b" l="l" r="r" t="t"/>
                <a:pathLst>
                  <a:path extrusionOk="0" h="898" w="584">
                    <a:moveTo>
                      <a:pt x="157" y="1"/>
                    </a:moveTo>
                    <a:lnTo>
                      <a:pt x="0" y="157"/>
                    </a:lnTo>
                    <a:lnTo>
                      <a:pt x="313" y="449"/>
                    </a:lnTo>
                    <a:lnTo>
                      <a:pt x="0" y="741"/>
                    </a:lnTo>
                    <a:lnTo>
                      <a:pt x="157" y="897"/>
                    </a:lnTo>
                    <a:lnTo>
                      <a:pt x="583" y="449"/>
                    </a:lnTo>
                    <a:lnTo>
                      <a:pt x="1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8" name="Google Shape;98;g3f131e4dc8c_0_538"/>
          <p:cNvGrpSpPr/>
          <p:nvPr/>
        </p:nvGrpSpPr>
        <p:grpSpPr>
          <a:xfrm>
            <a:off x="-1206668" y="-873985"/>
            <a:ext cx="10518663" cy="7286857"/>
            <a:chOff x="-1206668" y="-873985"/>
            <a:chExt cx="10518663" cy="7286857"/>
          </a:xfrm>
        </p:grpSpPr>
        <p:grpSp>
          <p:nvGrpSpPr>
            <p:cNvPr id="99" name="Google Shape;99;g3f131e4dc8c_0_538"/>
            <p:cNvGrpSpPr/>
            <p:nvPr/>
          </p:nvGrpSpPr>
          <p:grpSpPr>
            <a:xfrm>
              <a:off x="-674872" y="-873985"/>
              <a:ext cx="9986867" cy="7286857"/>
              <a:chOff x="-674872" y="-873985"/>
              <a:chExt cx="9986867" cy="7286857"/>
            </a:xfrm>
          </p:grpSpPr>
          <p:grpSp>
            <p:nvGrpSpPr>
              <p:cNvPr id="100" name="Google Shape;100;g3f131e4dc8c_0_538"/>
              <p:cNvGrpSpPr/>
              <p:nvPr/>
            </p:nvGrpSpPr>
            <p:grpSpPr>
              <a:xfrm>
                <a:off x="4071872" y="4749547"/>
                <a:ext cx="1303356" cy="352312"/>
                <a:chOff x="4071872" y="4749547"/>
                <a:chExt cx="1303356" cy="352312"/>
              </a:xfrm>
            </p:grpSpPr>
            <p:sp>
              <p:nvSpPr>
                <p:cNvPr id="101" name="Google Shape;101;g3f131e4dc8c_0_538"/>
                <p:cNvSpPr/>
                <p:nvPr/>
              </p:nvSpPr>
              <p:spPr>
                <a:xfrm>
                  <a:off x="4071872" y="4749547"/>
                  <a:ext cx="15756" cy="321034"/>
                </a:xfrm>
                <a:custGeom>
                  <a:rect b="b" l="l" r="r" t="t"/>
                  <a:pathLst>
                    <a:path extrusionOk="0" h="2771" w="136">
                      <a:moveTo>
                        <a:pt x="65" y="1"/>
                      </a:moveTo>
                      <a:cubicBezTo>
                        <a:pt x="22" y="1"/>
                        <a:pt x="1" y="49"/>
                        <a:pt x="1" y="71"/>
                      </a:cubicBezTo>
                      <a:cubicBezTo>
                        <a:pt x="1" y="114"/>
                        <a:pt x="22" y="136"/>
                        <a:pt x="65" y="136"/>
                      </a:cubicBezTo>
                      <a:cubicBezTo>
                        <a:pt x="87" y="136"/>
                        <a:pt x="136" y="114"/>
                        <a:pt x="136" y="71"/>
                      </a:cubicBezTo>
                      <a:cubicBezTo>
                        <a:pt x="136" y="49"/>
                        <a:pt x="87" y="1"/>
                        <a:pt x="65" y="1"/>
                      </a:cubicBezTo>
                      <a:close/>
                      <a:moveTo>
                        <a:pt x="65" y="271"/>
                      </a:moveTo>
                      <a:cubicBezTo>
                        <a:pt x="22" y="271"/>
                        <a:pt x="1" y="298"/>
                        <a:pt x="1" y="341"/>
                      </a:cubicBezTo>
                      <a:cubicBezTo>
                        <a:pt x="1" y="384"/>
                        <a:pt x="22" y="406"/>
                        <a:pt x="65" y="406"/>
                      </a:cubicBezTo>
                      <a:cubicBezTo>
                        <a:pt x="87" y="406"/>
                        <a:pt x="136" y="384"/>
                        <a:pt x="136" y="341"/>
                      </a:cubicBezTo>
                      <a:cubicBezTo>
                        <a:pt x="136" y="298"/>
                        <a:pt x="87" y="271"/>
                        <a:pt x="65" y="271"/>
                      </a:cubicBezTo>
                      <a:close/>
                      <a:moveTo>
                        <a:pt x="65" y="541"/>
                      </a:moveTo>
                      <a:cubicBezTo>
                        <a:pt x="22" y="541"/>
                        <a:pt x="1" y="568"/>
                        <a:pt x="1" y="611"/>
                      </a:cubicBezTo>
                      <a:cubicBezTo>
                        <a:pt x="1" y="632"/>
                        <a:pt x="22" y="676"/>
                        <a:pt x="65" y="676"/>
                      </a:cubicBezTo>
                      <a:cubicBezTo>
                        <a:pt x="87" y="676"/>
                        <a:pt x="136" y="632"/>
                        <a:pt x="136" y="611"/>
                      </a:cubicBezTo>
                      <a:cubicBezTo>
                        <a:pt x="136" y="568"/>
                        <a:pt x="87" y="541"/>
                        <a:pt x="65" y="541"/>
                      </a:cubicBezTo>
                      <a:close/>
                      <a:moveTo>
                        <a:pt x="65" y="789"/>
                      </a:moveTo>
                      <a:cubicBezTo>
                        <a:pt x="22" y="789"/>
                        <a:pt x="1" y="838"/>
                        <a:pt x="1" y="859"/>
                      </a:cubicBezTo>
                      <a:cubicBezTo>
                        <a:pt x="1" y="902"/>
                        <a:pt x="22" y="924"/>
                        <a:pt x="65" y="924"/>
                      </a:cubicBezTo>
                      <a:cubicBezTo>
                        <a:pt x="87" y="924"/>
                        <a:pt x="136" y="902"/>
                        <a:pt x="136" y="859"/>
                      </a:cubicBezTo>
                      <a:cubicBezTo>
                        <a:pt x="136" y="838"/>
                        <a:pt x="87" y="789"/>
                        <a:pt x="65" y="789"/>
                      </a:cubicBezTo>
                      <a:close/>
                      <a:moveTo>
                        <a:pt x="65" y="1059"/>
                      </a:moveTo>
                      <a:cubicBezTo>
                        <a:pt x="22" y="1059"/>
                        <a:pt x="1" y="1081"/>
                        <a:pt x="1" y="1129"/>
                      </a:cubicBezTo>
                      <a:cubicBezTo>
                        <a:pt x="1" y="1172"/>
                        <a:pt x="22" y="1194"/>
                        <a:pt x="65" y="1194"/>
                      </a:cubicBezTo>
                      <a:cubicBezTo>
                        <a:pt x="87" y="1194"/>
                        <a:pt x="136" y="1172"/>
                        <a:pt x="136" y="1129"/>
                      </a:cubicBezTo>
                      <a:cubicBezTo>
                        <a:pt x="136" y="1081"/>
                        <a:pt x="87" y="1059"/>
                        <a:pt x="65" y="1059"/>
                      </a:cubicBezTo>
                      <a:close/>
                      <a:moveTo>
                        <a:pt x="65" y="1329"/>
                      </a:moveTo>
                      <a:cubicBezTo>
                        <a:pt x="22" y="1329"/>
                        <a:pt x="1" y="1351"/>
                        <a:pt x="1" y="1399"/>
                      </a:cubicBezTo>
                      <a:cubicBezTo>
                        <a:pt x="1" y="1421"/>
                        <a:pt x="22" y="1464"/>
                        <a:pt x="65" y="1464"/>
                      </a:cubicBezTo>
                      <a:cubicBezTo>
                        <a:pt x="87" y="1464"/>
                        <a:pt x="136" y="1421"/>
                        <a:pt x="136" y="1399"/>
                      </a:cubicBezTo>
                      <a:cubicBezTo>
                        <a:pt x="136" y="1351"/>
                        <a:pt x="87" y="1329"/>
                        <a:pt x="65" y="1329"/>
                      </a:cubicBezTo>
                      <a:close/>
                      <a:moveTo>
                        <a:pt x="65" y="1577"/>
                      </a:moveTo>
                      <a:cubicBezTo>
                        <a:pt x="22" y="1577"/>
                        <a:pt x="1" y="1621"/>
                        <a:pt x="1" y="1648"/>
                      </a:cubicBezTo>
                      <a:cubicBezTo>
                        <a:pt x="1" y="1691"/>
                        <a:pt x="22" y="1712"/>
                        <a:pt x="65" y="1712"/>
                      </a:cubicBezTo>
                      <a:cubicBezTo>
                        <a:pt x="87" y="1712"/>
                        <a:pt x="136" y="1691"/>
                        <a:pt x="136" y="1648"/>
                      </a:cubicBezTo>
                      <a:cubicBezTo>
                        <a:pt x="136" y="1621"/>
                        <a:pt x="87" y="1577"/>
                        <a:pt x="65" y="1577"/>
                      </a:cubicBezTo>
                      <a:close/>
                      <a:moveTo>
                        <a:pt x="65" y="1847"/>
                      </a:moveTo>
                      <a:cubicBezTo>
                        <a:pt x="22" y="1847"/>
                        <a:pt x="1" y="1869"/>
                        <a:pt x="1" y="1918"/>
                      </a:cubicBezTo>
                      <a:cubicBezTo>
                        <a:pt x="1" y="1961"/>
                        <a:pt x="22" y="1982"/>
                        <a:pt x="65" y="1982"/>
                      </a:cubicBezTo>
                      <a:cubicBezTo>
                        <a:pt x="87" y="1982"/>
                        <a:pt x="136" y="1961"/>
                        <a:pt x="136" y="1918"/>
                      </a:cubicBezTo>
                      <a:cubicBezTo>
                        <a:pt x="136" y="1869"/>
                        <a:pt x="87" y="1847"/>
                        <a:pt x="65" y="1847"/>
                      </a:cubicBezTo>
                      <a:close/>
                      <a:moveTo>
                        <a:pt x="65" y="2117"/>
                      </a:moveTo>
                      <a:cubicBezTo>
                        <a:pt x="22" y="2117"/>
                        <a:pt x="1" y="2139"/>
                        <a:pt x="1" y="2188"/>
                      </a:cubicBezTo>
                      <a:cubicBezTo>
                        <a:pt x="1" y="2209"/>
                        <a:pt x="22" y="2252"/>
                        <a:pt x="65" y="2252"/>
                      </a:cubicBezTo>
                      <a:cubicBezTo>
                        <a:pt x="87" y="2252"/>
                        <a:pt x="136" y="2209"/>
                        <a:pt x="136" y="2188"/>
                      </a:cubicBezTo>
                      <a:cubicBezTo>
                        <a:pt x="136" y="2139"/>
                        <a:pt x="87" y="2117"/>
                        <a:pt x="65" y="2117"/>
                      </a:cubicBezTo>
                      <a:close/>
                      <a:moveTo>
                        <a:pt x="65" y="2366"/>
                      </a:moveTo>
                      <a:cubicBezTo>
                        <a:pt x="22" y="2366"/>
                        <a:pt x="1" y="2409"/>
                        <a:pt x="1" y="2431"/>
                      </a:cubicBezTo>
                      <a:cubicBezTo>
                        <a:pt x="1" y="2479"/>
                        <a:pt x="22" y="2501"/>
                        <a:pt x="65" y="2501"/>
                      </a:cubicBezTo>
                      <a:cubicBezTo>
                        <a:pt x="87" y="2501"/>
                        <a:pt x="136" y="2479"/>
                        <a:pt x="136" y="2431"/>
                      </a:cubicBezTo>
                      <a:cubicBezTo>
                        <a:pt x="136" y="2409"/>
                        <a:pt x="87" y="2366"/>
                        <a:pt x="65" y="2366"/>
                      </a:cubicBezTo>
                      <a:close/>
                      <a:moveTo>
                        <a:pt x="65" y="2636"/>
                      </a:moveTo>
                      <a:cubicBezTo>
                        <a:pt x="22" y="2636"/>
                        <a:pt x="1" y="2657"/>
                        <a:pt x="1" y="2701"/>
                      </a:cubicBezTo>
                      <a:cubicBezTo>
                        <a:pt x="1" y="2749"/>
                        <a:pt x="22" y="2771"/>
                        <a:pt x="65" y="2771"/>
                      </a:cubicBezTo>
                      <a:cubicBezTo>
                        <a:pt x="87" y="2771"/>
                        <a:pt x="136" y="2749"/>
                        <a:pt x="136" y="2701"/>
                      </a:cubicBezTo>
                      <a:cubicBezTo>
                        <a:pt x="136" y="2657"/>
                        <a:pt x="87" y="2636"/>
                        <a:pt x="65" y="2636"/>
                      </a:cubicBezTo>
                      <a:close/>
                    </a:path>
                  </a:pathLst>
                </a:custGeom>
                <a:solidFill>
                  <a:srgbClr val="FFFFFF">
                    <a:alpha val="211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g3f131e4dc8c_0_538"/>
                <p:cNvSpPr/>
                <p:nvPr/>
              </p:nvSpPr>
              <p:spPr>
                <a:xfrm>
                  <a:off x="4071872" y="5086103"/>
                  <a:ext cx="15756" cy="15756"/>
                </a:xfrm>
                <a:custGeom>
                  <a:rect b="b" l="l" r="r" t="t"/>
                  <a:pathLst>
                    <a:path extrusionOk="0" h="136" w="136">
                      <a:moveTo>
                        <a:pt x="22" y="1"/>
                      </a:moveTo>
                      <a:cubicBezTo>
                        <a:pt x="1" y="23"/>
                        <a:pt x="1" y="44"/>
                        <a:pt x="1" y="66"/>
                      </a:cubicBezTo>
                      <a:cubicBezTo>
                        <a:pt x="1" y="66"/>
                        <a:pt x="1" y="93"/>
                        <a:pt x="22" y="114"/>
                      </a:cubicBezTo>
                      <a:cubicBezTo>
                        <a:pt x="22" y="114"/>
                        <a:pt x="44" y="136"/>
                        <a:pt x="65" y="136"/>
                      </a:cubicBezTo>
                      <a:cubicBezTo>
                        <a:pt x="87" y="136"/>
                        <a:pt x="87" y="114"/>
                        <a:pt x="114" y="114"/>
                      </a:cubicBezTo>
                      <a:cubicBezTo>
                        <a:pt x="114" y="93"/>
                        <a:pt x="136" y="66"/>
                        <a:pt x="136" y="66"/>
                      </a:cubicBezTo>
                      <a:cubicBezTo>
                        <a:pt x="136" y="44"/>
                        <a:pt x="114" y="23"/>
                        <a:pt x="114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11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g3f131e4dc8c_0_538"/>
                <p:cNvSpPr/>
                <p:nvPr/>
              </p:nvSpPr>
              <p:spPr>
                <a:xfrm>
                  <a:off x="4103153" y="5086103"/>
                  <a:ext cx="1240807" cy="15756"/>
                </a:xfrm>
                <a:custGeom>
                  <a:rect b="b" l="l" r="r" t="t"/>
                  <a:pathLst>
                    <a:path extrusionOk="0" h="136" w="10710">
                      <a:moveTo>
                        <a:pt x="65" y="1"/>
                      </a:moveTo>
                      <a:cubicBezTo>
                        <a:pt x="22" y="1"/>
                        <a:pt x="1" y="23"/>
                        <a:pt x="1" y="66"/>
                      </a:cubicBezTo>
                      <a:cubicBezTo>
                        <a:pt x="1" y="93"/>
                        <a:pt x="22" y="136"/>
                        <a:pt x="65" y="136"/>
                      </a:cubicBezTo>
                      <a:cubicBezTo>
                        <a:pt x="114" y="136"/>
                        <a:pt x="136" y="93"/>
                        <a:pt x="136" y="66"/>
                      </a:cubicBezTo>
                      <a:cubicBezTo>
                        <a:pt x="136" y="23"/>
                        <a:pt x="114" y="1"/>
                        <a:pt x="65" y="1"/>
                      </a:cubicBezTo>
                      <a:close/>
                      <a:moveTo>
                        <a:pt x="336" y="1"/>
                      </a:moveTo>
                      <a:cubicBezTo>
                        <a:pt x="292" y="1"/>
                        <a:pt x="271" y="23"/>
                        <a:pt x="271" y="66"/>
                      </a:cubicBezTo>
                      <a:cubicBezTo>
                        <a:pt x="271" y="93"/>
                        <a:pt x="292" y="136"/>
                        <a:pt x="336" y="136"/>
                      </a:cubicBezTo>
                      <a:cubicBezTo>
                        <a:pt x="384" y="136"/>
                        <a:pt x="406" y="93"/>
                        <a:pt x="406" y="66"/>
                      </a:cubicBezTo>
                      <a:cubicBezTo>
                        <a:pt x="406" y="23"/>
                        <a:pt x="384" y="1"/>
                        <a:pt x="336" y="1"/>
                      </a:cubicBezTo>
                      <a:close/>
                      <a:moveTo>
                        <a:pt x="606" y="1"/>
                      </a:moveTo>
                      <a:cubicBezTo>
                        <a:pt x="562" y="1"/>
                        <a:pt x="541" y="23"/>
                        <a:pt x="541" y="66"/>
                      </a:cubicBezTo>
                      <a:cubicBezTo>
                        <a:pt x="541" y="93"/>
                        <a:pt x="562" y="136"/>
                        <a:pt x="606" y="136"/>
                      </a:cubicBezTo>
                      <a:cubicBezTo>
                        <a:pt x="654" y="136"/>
                        <a:pt x="676" y="93"/>
                        <a:pt x="676" y="66"/>
                      </a:cubicBezTo>
                      <a:cubicBezTo>
                        <a:pt x="676" y="23"/>
                        <a:pt x="654" y="1"/>
                        <a:pt x="606" y="1"/>
                      </a:cubicBezTo>
                      <a:close/>
                      <a:moveTo>
                        <a:pt x="876" y="1"/>
                      </a:moveTo>
                      <a:cubicBezTo>
                        <a:pt x="832" y="1"/>
                        <a:pt x="811" y="23"/>
                        <a:pt x="811" y="66"/>
                      </a:cubicBezTo>
                      <a:cubicBezTo>
                        <a:pt x="811" y="93"/>
                        <a:pt x="832" y="136"/>
                        <a:pt x="876" y="136"/>
                      </a:cubicBezTo>
                      <a:cubicBezTo>
                        <a:pt x="924" y="136"/>
                        <a:pt x="946" y="93"/>
                        <a:pt x="946" y="66"/>
                      </a:cubicBezTo>
                      <a:cubicBezTo>
                        <a:pt x="946" y="23"/>
                        <a:pt x="924" y="1"/>
                        <a:pt x="876" y="1"/>
                      </a:cubicBezTo>
                      <a:close/>
                      <a:moveTo>
                        <a:pt x="1146" y="1"/>
                      </a:moveTo>
                      <a:cubicBezTo>
                        <a:pt x="1102" y="1"/>
                        <a:pt x="1081" y="23"/>
                        <a:pt x="1081" y="66"/>
                      </a:cubicBezTo>
                      <a:cubicBezTo>
                        <a:pt x="1081" y="93"/>
                        <a:pt x="1102" y="136"/>
                        <a:pt x="1146" y="136"/>
                      </a:cubicBezTo>
                      <a:cubicBezTo>
                        <a:pt x="1194" y="136"/>
                        <a:pt x="1216" y="93"/>
                        <a:pt x="1216" y="66"/>
                      </a:cubicBezTo>
                      <a:cubicBezTo>
                        <a:pt x="1216" y="23"/>
                        <a:pt x="1194" y="1"/>
                        <a:pt x="1146" y="1"/>
                      </a:cubicBezTo>
                      <a:close/>
                      <a:moveTo>
                        <a:pt x="1416" y="1"/>
                      </a:moveTo>
                      <a:cubicBezTo>
                        <a:pt x="1394" y="1"/>
                        <a:pt x="1351" y="23"/>
                        <a:pt x="1351" y="66"/>
                      </a:cubicBezTo>
                      <a:cubicBezTo>
                        <a:pt x="1351" y="93"/>
                        <a:pt x="1394" y="136"/>
                        <a:pt x="1416" y="136"/>
                      </a:cubicBezTo>
                      <a:cubicBezTo>
                        <a:pt x="1464" y="136"/>
                        <a:pt x="1486" y="93"/>
                        <a:pt x="1486" y="66"/>
                      </a:cubicBezTo>
                      <a:cubicBezTo>
                        <a:pt x="1486" y="23"/>
                        <a:pt x="1464" y="1"/>
                        <a:pt x="1416" y="1"/>
                      </a:cubicBezTo>
                      <a:close/>
                      <a:moveTo>
                        <a:pt x="1686" y="1"/>
                      </a:moveTo>
                      <a:cubicBezTo>
                        <a:pt x="1664" y="1"/>
                        <a:pt x="1621" y="23"/>
                        <a:pt x="1621" y="66"/>
                      </a:cubicBezTo>
                      <a:cubicBezTo>
                        <a:pt x="1621" y="93"/>
                        <a:pt x="1664" y="136"/>
                        <a:pt x="1686" y="136"/>
                      </a:cubicBezTo>
                      <a:cubicBezTo>
                        <a:pt x="1734" y="136"/>
                        <a:pt x="1756" y="93"/>
                        <a:pt x="1756" y="66"/>
                      </a:cubicBezTo>
                      <a:cubicBezTo>
                        <a:pt x="1756" y="23"/>
                        <a:pt x="1734" y="1"/>
                        <a:pt x="1686" y="1"/>
                      </a:cubicBezTo>
                      <a:close/>
                      <a:moveTo>
                        <a:pt x="1956" y="1"/>
                      </a:moveTo>
                      <a:cubicBezTo>
                        <a:pt x="1934" y="1"/>
                        <a:pt x="1891" y="23"/>
                        <a:pt x="1891" y="66"/>
                      </a:cubicBezTo>
                      <a:cubicBezTo>
                        <a:pt x="1891" y="93"/>
                        <a:pt x="1934" y="136"/>
                        <a:pt x="1956" y="136"/>
                      </a:cubicBezTo>
                      <a:cubicBezTo>
                        <a:pt x="2004" y="136"/>
                        <a:pt x="2026" y="93"/>
                        <a:pt x="2026" y="66"/>
                      </a:cubicBezTo>
                      <a:cubicBezTo>
                        <a:pt x="2026" y="23"/>
                        <a:pt x="2004" y="1"/>
                        <a:pt x="1956" y="1"/>
                      </a:cubicBezTo>
                      <a:close/>
                      <a:moveTo>
                        <a:pt x="2226" y="1"/>
                      </a:moveTo>
                      <a:cubicBezTo>
                        <a:pt x="2204" y="1"/>
                        <a:pt x="2161" y="23"/>
                        <a:pt x="2161" y="66"/>
                      </a:cubicBezTo>
                      <a:cubicBezTo>
                        <a:pt x="2161" y="93"/>
                        <a:pt x="2204" y="136"/>
                        <a:pt x="2226" y="136"/>
                      </a:cubicBezTo>
                      <a:cubicBezTo>
                        <a:pt x="2274" y="136"/>
                        <a:pt x="2296" y="93"/>
                        <a:pt x="2296" y="66"/>
                      </a:cubicBezTo>
                      <a:cubicBezTo>
                        <a:pt x="2296" y="23"/>
                        <a:pt x="2274" y="1"/>
                        <a:pt x="2226" y="1"/>
                      </a:cubicBezTo>
                      <a:close/>
                      <a:moveTo>
                        <a:pt x="2496" y="1"/>
                      </a:moveTo>
                      <a:cubicBezTo>
                        <a:pt x="2474" y="1"/>
                        <a:pt x="2431" y="23"/>
                        <a:pt x="2431" y="66"/>
                      </a:cubicBezTo>
                      <a:cubicBezTo>
                        <a:pt x="2431" y="93"/>
                        <a:pt x="2474" y="136"/>
                        <a:pt x="2496" y="136"/>
                      </a:cubicBezTo>
                      <a:cubicBezTo>
                        <a:pt x="2544" y="136"/>
                        <a:pt x="2566" y="93"/>
                        <a:pt x="2566" y="66"/>
                      </a:cubicBezTo>
                      <a:cubicBezTo>
                        <a:pt x="2566" y="23"/>
                        <a:pt x="2544" y="1"/>
                        <a:pt x="2496" y="1"/>
                      </a:cubicBezTo>
                      <a:close/>
                      <a:moveTo>
                        <a:pt x="2766" y="1"/>
                      </a:moveTo>
                      <a:cubicBezTo>
                        <a:pt x="2744" y="1"/>
                        <a:pt x="2701" y="23"/>
                        <a:pt x="2701" y="66"/>
                      </a:cubicBezTo>
                      <a:cubicBezTo>
                        <a:pt x="2701" y="93"/>
                        <a:pt x="2744" y="136"/>
                        <a:pt x="2766" y="136"/>
                      </a:cubicBezTo>
                      <a:cubicBezTo>
                        <a:pt x="2814" y="136"/>
                        <a:pt x="2836" y="93"/>
                        <a:pt x="2836" y="66"/>
                      </a:cubicBezTo>
                      <a:cubicBezTo>
                        <a:pt x="2836" y="23"/>
                        <a:pt x="2814" y="1"/>
                        <a:pt x="2766" y="1"/>
                      </a:cubicBezTo>
                      <a:close/>
                      <a:moveTo>
                        <a:pt x="3057" y="1"/>
                      </a:moveTo>
                      <a:cubicBezTo>
                        <a:pt x="3014" y="1"/>
                        <a:pt x="2992" y="23"/>
                        <a:pt x="2992" y="66"/>
                      </a:cubicBezTo>
                      <a:cubicBezTo>
                        <a:pt x="2992" y="93"/>
                        <a:pt x="3014" y="136"/>
                        <a:pt x="3057" y="136"/>
                      </a:cubicBezTo>
                      <a:cubicBezTo>
                        <a:pt x="3084" y="136"/>
                        <a:pt x="3127" y="93"/>
                        <a:pt x="3127" y="66"/>
                      </a:cubicBezTo>
                      <a:cubicBezTo>
                        <a:pt x="3127" y="23"/>
                        <a:pt x="3084" y="1"/>
                        <a:pt x="3057" y="1"/>
                      </a:cubicBezTo>
                      <a:close/>
                      <a:moveTo>
                        <a:pt x="3327" y="1"/>
                      </a:moveTo>
                      <a:cubicBezTo>
                        <a:pt x="3284" y="1"/>
                        <a:pt x="3262" y="23"/>
                        <a:pt x="3262" y="66"/>
                      </a:cubicBezTo>
                      <a:cubicBezTo>
                        <a:pt x="3262" y="93"/>
                        <a:pt x="3284" y="136"/>
                        <a:pt x="3327" y="136"/>
                      </a:cubicBezTo>
                      <a:cubicBezTo>
                        <a:pt x="3354" y="136"/>
                        <a:pt x="3397" y="93"/>
                        <a:pt x="3397" y="66"/>
                      </a:cubicBezTo>
                      <a:cubicBezTo>
                        <a:pt x="3397" y="23"/>
                        <a:pt x="3354" y="1"/>
                        <a:pt x="3327" y="1"/>
                      </a:cubicBezTo>
                      <a:close/>
                      <a:moveTo>
                        <a:pt x="3597" y="1"/>
                      </a:moveTo>
                      <a:cubicBezTo>
                        <a:pt x="3554" y="1"/>
                        <a:pt x="3532" y="23"/>
                        <a:pt x="3532" y="66"/>
                      </a:cubicBezTo>
                      <a:cubicBezTo>
                        <a:pt x="3532" y="93"/>
                        <a:pt x="3554" y="136"/>
                        <a:pt x="3597" y="136"/>
                      </a:cubicBezTo>
                      <a:cubicBezTo>
                        <a:pt x="3624" y="136"/>
                        <a:pt x="3667" y="93"/>
                        <a:pt x="3667" y="66"/>
                      </a:cubicBezTo>
                      <a:cubicBezTo>
                        <a:pt x="3667" y="23"/>
                        <a:pt x="3624" y="1"/>
                        <a:pt x="3597" y="1"/>
                      </a:cubicBezTo>
                      <a:close/>
                      <a:moveTo>
                        <a:pt x="3867" y="1"/>
                      </a:moveTo>
                      <a:cubicBezTo>
                        <a:pt x="3824" y="1"/>
                        <a:pt x="3802" y="23"/>
                        <a:pt x="3802" y="66"/>
                      </a:cubicBezTo>
                      <a:cubicBezTo>
                        <a:pt x="3802" y="93"/>
                        <a:pt x="3824" y="136"/>
                        <a:pt x="3867" y="136"/>
                      </a:cubicBezTo>
                      <a:cubicBezTo>
                        <a:pt x="3894" y="136"/>
                        <a:pt x="3937" y="93"/>
                        <a:pt x="3937" y="66"/>
                      </a:cubicBezTo>
                      <a:cubicBezTo>
                        <a:pt x="3937" y="23"/>
                        <a:pt x="3894" y="1"/>
                        <a:pt x="3867" y="1"/>
                      </a:cubicBezTo>
                      <a:close/>
                      <a:moveTo>
                        <a:pt x="4137" y="1"/>
                      </a:moveTo>
                      <a:cubicBezTo>
                        <a:pt x="4094" y="1"/>
                        <a:pt x="4072" y="23"/>
                        <a:pt x="4072" y="66"/>
                      </a:cubicBezTo>
                      <a:cubicBezTo>
                        <a:pt x="4072" y="93"/>
                        <a:pt x="4094" y="136"/>
                        <a:pt x="4137" y="136"/>
                      </a:cubicBezTo>
                      <a:cubicBezTo>
                        <a:pt x="4164" y="136"/>
                        <a:pt x="4208" y="93"/>
                        <a:pt x="4208" y="66"/>
                      </a:cubicBezTo>
                      <a:cubicBezTo>
                        <a:pt x="4208" y="23"/>
                        <a:pt x="4164" y="1"/>
                        <a:pt x="4137" y="1"/>
                      </a:cubicBezTo>
                      <a:close/>
                      <a:moveTo>
                        <a:pt x="4407" y="1"/>
                      </a:moveTo>
                      <a:cubicBezTo>
                        <a:pt x="4364" y="1"/>
                        <a:pt x="4343" y="23"/>
                        <a:pt x="4343" y="66"/>
                      </a:cubicBezTo>
                      <a:cubicBezTo>
                        <a:pt x="4343" y="93"/>
                        <a:pt x="4364" y="136"/>
                        <a:pt x="4407" y="136"/>
                      </a:cubicBezTo>
                      <a:cubicBezTo>
                        <a:pt x="4456" y="136"/>
                        <a:pt x="4478" y="93"/>
                        <a:pt x="4478" y="66"/>
                      </a:cubicBezTo>
                      <a:cubicBezTo>
                        <a:pt x="4478" y="23"/>
                        <a:pt x="4456" y="1"/>
                        <a:pt x="4407" y="1"/>
                      </a:cubicBezTo>
                      <a:close/>
                      <a:moveTo>
                        <a:pt x="4677" y="1"/>
                      </a:moveTo>
                      <a:cubicBezTo>
                        <a:pt x="4634" y="1"/>
                        <a:pt x="4613" y="23"/>
                        <a:pt x="4613" y="66"/>
                      </a:cubicBezTo>
                      <a:cubicBezTo>
                        <a:pt x="4613" y="93"/>
                        <a:pt x="4634" y="136"/>
                        <a:pt x="4677" y="136"/>
                      </a:cubicBezTo>
                      <a:cubicBezTo>
                        <a:pt x="4726" y="136"/>
                        <a:pt x="4748" y="93"/>
                        <a:pt x="4748" y="66"/>
                      </a:cubicBezTo>
                      <a:cubicBezTo>
                        <a:pt x="4748" y="23"/>
                        <a:pt x="4726" y="1"/>
                        <a:pt x="4677" y="1"/>
                      </a:cubicBezTo>
                      <a:close/>
                      <a:moveTo>
                        <a:pt x="4947" y="1"/>
                      </a:moveTo>
                      <a:cubicBezTo>
                        <a:pt x="4904" y="1"/>
                        <a:pt x="4883" y="23"/>
                        <a:pt x="4883" y="66"/>
                      </a:cubicBezTo>
                      <a:cubicBezTo>
                        <a:pt x="4883" y="93"/>
                        <a:pt x="4904" y="136"/>
                        <a:pt x="4947" y="136"/>
                      </a:cubicBezTo>
                      <a:cubicBezTo>
                        <a:pt x="4996" y="136"/>
                        <a:pt x="5018" y="93"/>
                        <a:pt x="5018" y="66"/>
                      </a:cubicBezTo>
                      <a:cubicBezTo>
                        <a:pt x="5018" y="23"/>
                        <a:pt x="4996" y="1"/>
                        <a:pt x="4947" y="1"/>
                      </a:cubicBezTo>
                      <a:close/>
                      <a:moveTo>
                        <a:pt x="5217" y="1"/>
                      </a:moveTo>
                      <a:cubicBezTo>
                        <a:pt x="5174" y="1"/>
                        <a:pt x="5153" y="23"/>
                        <a:pt x="5153" y="66"/>
                      </a:cubicBezTo>
                      <a:cubicBezTo>
                        <a:pt x="5153" y="93"/>
                        <a:pt x="5174" y="136"/>
                        <a:pt x="5217" y="136"/>
                      </a:cubicBezTo>
                      <a:cubicBezTo>
                        <a:pt x="5266" y="136"/>
                        <a:pt x="5288" y="93"/>
                        <a:pt x="5288" y="66"/>
                      </a:cubicBezTo>
                      <a:cubicBezTo>
                        <a:pt x="5288" y="23"/>
                        <a:pt x="5266" y="1"/>
                        <a:pt x="5217" y="1"/>
                      </a:cubicBezTo>
                      <a:close/>
                      <a:moveTo>
                        <a:pt x="5487" y="1"/>
                      </a:moveTo>
                      <a:cubicBezTo>
                        <a:pt x="5444" y="1"/>
                        <a:pt x="5423" y="23"/>
                        <a:pt x="5423" y="66"/>
                      </a:cubicBezTo>
                      <a:cubicBezTo>
                        <a:pt x="5423" y="93"/>
                        <a:pt x="5444" y="136"/>
                        <a:pt x="5487" y="136"/>
                      </a:cubicBezTo>
                      <a:cubicBezTo>
                        <a:pt x="5536" y="136"/>
                        <a:pt x="5558" y="93"/>
                        <a:pt x="5558" y="66"/>
                      </a:cubicBezTo>
                      <a:cubicBezTo>
                        <a:pt x="5558" y="23"/>
                        <a:pt x="5536" y="1"/>
                        <a:pt x="5487" y="1"/>
                      </a:cubicBezTo>
                      <a:close/>
                      <a:moveTo>
                        <a:pt x="5757" y="1"/>
                      </a:moveTo>
                      <a:cubicBezTo>
                        <a:pt x="5736" y="1"/>
                        <a:pt x="5693" y="23"/>
                        <a:pt x="5693" y="66"/>
                      </a:cubicBezTo>
                      <a:cubicBezTo>
                        <a:pt x="5693" y="93"/>
                        <a:pt x="5736" y="136"/>
                        <a:pt x="5757" y="136"/>
                      </a:cubicBezTo>
                      <a:cubicBezTo>
                        <a:pt x="5806" y="136"/>
                        <a:pt x="5828" y="93"/>
                        <a:pt x="5828" y="66"/>
                      </a:cubicBezTo>
                      <a:cubicBezTo>
                        <a:pt x="5828" y="23"/>
                        <a:pt x="5806" y="1"/>
                        <a:pt x="5757" y="1"/>
                      </a:cubicBezTo>
                      <a:close/>
                      <a:moveTo>
                        <a:pt x="6027" y="1"/>
                      </a:moveTo>
                      <a:cubicBezTo>
                        <a:pt x="6006" y="1"/>
                        <a:pt x="5963" y="23"/>
                        <a:pt x="5963" y="66"/>
                      </a:cubicBezTo>
                      <a:cubicBezTo>
                        <a:pt x="5963" y="93"/>
                        <a:pt x="6006" y="136"/>
                        <a:pt x="6027" y="136"/>
                      </a:cubicBezTo>
                      <a:cubicBezTo>
                        <a:pt x="6076" y="136"/>
                        <a:pt x="6098" y="93"/>
                        <a:pt x="6098" y="66"/>
                      </a:cubicBezTo>
                      <a:cubicBezTo>
                        <a:pt x="6098" y="23"/>
                        <a:pt x="6076" y="1"/>
                        <a:pt x="6027" y="1"/>
                      </a:cubicBezTo>
                      <a:close/>
                      <a:moveTo>
                        <a:pt x="6297" y="1"/>
                      </a:moveTo>
                      <a:cubicBezTo>
                        <a:pt x="6276" y="1"/>
                        <a:pt x="6233" y="23"/>
                        <a:pt x="6233" y="66"/>
                      </a:cubicBezTo>
                      <a:cubicBezTo>
                        <a:pt x="6233" y="93"/>
                        <a:pt x="6276" y="136"/>
                        <a:pt x="6297" y="136"/>
                      </a:cubicBezTo>
                      <a:cubicBezTo>
                        <a:pt x="6346" y="136"/>
                        <a:pt x="6368" y="93"/>
                        <a:pt x="6368" y="66"/>
                      </a:cubicBezTo>
                      <a:cubicBezTo>
                        <a:pt x="6368" y="23"/>
                        <a:pt x="6346" y="1"/>
                        <a:pt x="6297" y="1"/>
                      </a:cubicBezTo>
                      <a:close/>
                      <a:moveTo>
                        <a:pt x="6567" y="1"/>
                      </a:moveTo>
                      <a:cubicBezTo>
                        <a:pt x="6546" y="1"/>
                        <a:pt x="6503" y="23"/>
                        <a:pt x="6503" y="66"/>
                      </a:cubicBezTo>
                      <a:cubicBezTo>
                        <a:pt x="6503" y="93"/>
                        <a:pt x="6546" y="136"/>
                        <a:pt x="6567" y="136"/>
                      </a:cubicBezTo>
                      <a:cubicBezTo>
                        <a:pt x="6616" y="136"/>
                        <a:pt x="6638" y="93"/>
                        <a:pt x="6638" y="66"/>
                      </a:cubicBezTo>
                      <a:cubicBezTo>
                        <a:pt x="6638" y="23"/>
                        <a:pt x="6616" y="1"/>
                        <a:pt x="6567" y="1"/>
                      </a:cubicBezTo>
                      <a:close/>
                      <a:moveTo>
                        <a:pt x="6837" y="1"/>
                      </a:moveTo>
                      <a:cubicBezTo>
                        <a:pt x="6816" y="1"/>
                        <a:pt x="6773" y="23"/>
                        <a:pt x="6773" y="66"/>
                      </a:cubicBezTo>
                      <a:cubicBezTo>
                        <a:pt x="6773" y="93"/>
                        <a:pt x="6816" y="136"/>
                        <a:pt x="6837" y="136"/>
                      </a:cubicBezTo>
                      <a:cubicBezTo>
                        <a:pt x="6886" y="136"/>
                        <a:pt x="6908" y="93"/>
                        <a:pt x="6908" y="66"/>
                      </a:cubicBezTo>
                      <a:cubicBezTo>
                        <a:pt x="6908" y="23"/>
                        <a:pt x="6886" y="1"/>
                        <a:pt x="6837" y="1"/>
                      </a:cubicBezTo>
                      <a:close/>
                      <a:moveTo>
                        <a:pt x="7134" y="1"/>
                      </a:moveTo>
                      <a:cubicBezTo>
                        <a:pt x="7086" y="1"/>
                        <a:pt x="7064" y="23"/>
                        <a:pt x="7064" y="66"/>
                      </a:cubicBezTo>
                      <a:cubicBezTo>
                        <a:pt x="7064" y="93"/>
                        <a:pt x="7086" y="136"/>
                        <a:pt x="7134" y="136"/>
                      </a:cubicBezTo>
                      <a:cubicBezTo>
                        <a:pt x="7156" y="136"/>
                        <a:pt x="7199" y="93"/>
                        <a:pt x="7199" y="66"/>
                      </a:cubicBezTo>
                      <a:cubicBezTo>
                        <a:pt x="7199" y="23"/>
                        <a:pt x="7156" y="1"/>
                        <a:pt x="7134" y="1"/>
                      </a:cubicBezTo>
                      <a:close/>
                      <a:moveTo>
                        <a:pt x="7404" y="1"/>
                      </a:moveTo>
                      <a:cubicBezTo>
                        <a:pt x="7356" y="1"/>
                        <a:pt x="7334" y="23"/>
                        <a:pt x="7334" y="66"/>
                      </a:cubicBezTo>
                      <a:cubicBezTo>
                        <a:pt x="7334" y="93"/>
                        <a:pt x="7356" y="136"/>
                        <a:pt x="7404" y="136"/>
                      </a:cubicBezTo>
                      <a:cubicBezTo>
                        <a:pt x="7426" y="136"/>
                        <a:pt x="7469" y="93"/>
                        <a:pt x="7469" y="66"/>
                      </a:cubicBezTo>
                      <a:cubicBezTo>
                        <a:pt x="7469" y="23"/>
                        <a:pt x="7426" y="1"/>
                        <a:pt x="7404" y="1"/>
                      </a:cubicBezTo>
                      <a:close/>
                      <a:moveTo>
                        <a:pt x="7674" y="1"/>
                      </a:moveTo>
                      <a:cubicBezTo>
                        <a:pt x="7626" y="1"/>
                        <a:pt x="7604" y="23"/>
                        <a:pt x="7604" y="66"/>
                      </a:cubicBezTo>
                      <a:cubicBezTo>
                        <a:pt x="7604" y="93"/>
                        <a:pt x="7626" y="136"/>
                        <a:pt x="7674" y="136"/>
                      </a:cubicBezTo>
                      <a:cubicBezTo>
                        <a:pt x="7696" y="136"/>
                        <a:pt x="7739" y="93"/>
                        <a:pt x="7739" y="66"/>
                      </a:cubicBezTo>
                      <a:cubicBezTo>
                        <a:pt x="7739" y="23"/>
                        <a:pt x="7696" y="1"/>
                        <a:pt x="7674" y="1"/>
                      </a:cubicBezTo>
                      <a:close/>
                      <a:moveTo>
                        <a:pt x="7944" y="1"/>
                      </a:moveTo>
                      <a:cubicBezTo>
                        <a:pt x="7896" y="1"/>
                        <a:pt x="7874" y="23"/>
                        <a:pt x="7874" y="66"/>
                      </a:cubicBezTo>
                      <a:cubicBezTo>
                        <a:pt x="7874" y="93"/>
                        <a:pt x="7896" y="136"/>
                        <a:pt x="7944" y="136"/>
                      </a:cubicBezTo>
                      <a:cubicBezTo>
                        <a:pt x="7966" y="136"/>
                        <a:pt x="8009" y="93"/>
                        <a:pt x="8009" y="66"/>
                      </a:cubicBezTo>
                      <a:cubicBezTo>
                        <a:pt x="8009" y="23"/>
                        <a:pt x="7966" y="1"/>
                        <a:pt x="7944" y="1"/>
                      </a:cubicBezTo>
                      <a:close/>
                      <a:moveTo>
                        <a:pt x="8215" y="1"/>
                      </a:moveTo>
                      <a:cubicBezTo>
                        <a:pt x="8166" y="1"/>
                        <a:pt x="8144" y="23"/>
                        <a:pt x="8144" y="66"/>
                      </a:cubicBezTo>
                      <a:cubicBezTo>
                        <a:pt x="8144" y="93"/>
                        <a:pt x="8166" y="136"/>
                        <a:pt x="8215" y="136"/>
                      </a:cubicBezTo>
                      <a:cubicBezTo>
                        <a:pt x="8236" y="136"/>
                        <a:pt x="8279" y="93"/>
                        <a:pt x="8279" y="66"/>
                      </a:cubicBezTo>
                      <a:cubicBezTo>
                        <a:pt x="8279" y="23"/>
                        <a:pt x="8236" y="1"/>
                        <a:pt x="8215" y="1"/>
                      </a:cubicBezTo>
                      <a:close/>
                      <a:moveTo>
                        <a:pt x="8485" y="1"/>
                      </a:moveTo>
                      <a:cubicBezTo>
                        <a:pt x="8436" y="1"/>
                        <a:pt x="8414" y="23"/>
                        <a:pt x="8414" y="66"/>
                      </a:cubicBezTo>
                      <a:cubicBezTo>
                        <a:pt x="8414" y="93"/>
                        <a:pt x="8436" y="136"/>
                        <a:pt x="8485" y="136"/>
                      </a:cubicBezTo>
                      <a:cubicBezTo>
                        <a:pt x="8506" y="136"/>
                        <a:pt x="8549" y="93"/>
                        <a:pt x="8549" y="66"/>
                      </a:cubicBezTo>
                      <a:cubicBezTo>
                        <a:pt x="8549" y="23"/>
                        <a:pt x="8506" y="1"/>
                        <a:pt x="8485" y="1"/>
                      </a:cubicBezTo>
                      <a:close/>
                      <a:moveTo>
                        <a:pt x="8755" y="1"/>
                      </a:moveTo>
                      <a:cubicBezTo>
                        <a:pt x="8706" y="1"/>
                        <a:pt x="8684" y="23"/>
                        <a:pt x="8684" y="66"/>
                      </a:cubicBezTo>
                      <a:cubicBezTo>
                        <a:pt x="8684" y="93"/>
                        <a:pt x="8706" y="136"/>
                        <a:pt x="8755" y="136"/>
                      </a:cubicBezTo>
                      <a:cubicBezTo>
                        <a:pt x="8798" y="136"/>
                        <a:pt x="8819" y="93"/>
                        <a:pt x="8819" y="66"/>
                      </a:cubicBezTo>
                      <a:cubicBezTo>
                        <a:pt x="8819" y="23"/>
                        <a:pt x="8798" y="1"/>
                        <a:pt x="8755" y="1"/>
                      </a:cubicBezTo>
                      <a:close/>
                      <a:moveTo>
                        <a:pt x="9025" y="1"/>
                      </a:moveTo>
                      <a:cubicBezTo>
                        <a:pt x="8976" y="1"/>
                        <a:pt x="8954" y="23"/>
                        <a:pt x="8954" y="66"/>
                      </a:cubicBezTo>
                      <a:cubicBezTo>
                        <a:pt x="8954" y="93"/>
                        <a:pt x="8976" y="136"/>
                        <a:pt x="9025" y="136"/>
                      </a:cubicBezTo>
                      <a:cubicBezTo>
                        <a:pt x="9068" y="136"/>
                        <a:pt x="9089" y="93"/>
                        <a:pt x="9089" y="66"/>
                      </a:cubicBezTo>
                      <a:cubicBezTo>
                        <a:pt x="9089" y="23"/>
                        <a:pt x="9068" y="1"/>
                        <a:pt x="9025" y="1"/>
                      </a:cubicBezTo>
                      <a:close/>
                      <a:moveTo>
                        <a:pt x="9295" y="1"/>
                      </a:moveTo>
                      <a:cubicBezTo>
                        <a:pt x="9246" y="1"/>
                        <a:pt x="9224" y="23"/>
                        <a:pt x="9224" y="66"/>
                      </a:cubicBezTo>
                      <a:cubicBezTo>
                        <a:pt x="9224" y="93"/>
                        <a:pt x="9246" y="136"/>
                        <a:pt x="9295" y="136"/>
                      </a:cubicBezTo>
                      <a:cubicBezTo>
                        <a:pt x="9338" y="136"/>
                        <a:pt x="9359" y="93"/>
                        <a:pt x="9359" y="66"/>
                      </a:cubicBezTo>
                      <a:cubicBezTo>
                        <a:pt x="9359" y="23"/>
                        <a:pt x="9338" y="1"/>
                        <a:pt x="9295" y="1"/>
                      </a:cubicBezTo>
                      <a:close/>
                      <a:moveTo>
                        <a:pt x="9565" y="1"/>
                      </a:moveTo>
                      <a:cubicBezTo>
                        <a:pt x="9516" y="1"/>
                        <a:pt x="9494" y="23"/>
                        <a:pt x="9494" y="66"/>
                      </a:cubicBezTo>
                      <a:cubicBezTo>
                        <a:pt x="9494" y="93"/>
                        <a:pt x="9516" y="136"/>
                        <a:pt x="9565" y="136"/>
                      </a:cubicBezTo>
                      <a:cubicBezTo>
                        <a:pt x="9608" y="136"/>
                        <a:pt x="9629" y="93"/>
                        <a:pt x="9629" y="66"/>
                      </a:cubicBezTo>
                      <a:cubicBezTo>
                        <a:pt x="9629" y="23"/>
                        <a:pt x="9608" y="1"/>
                        <a:pt x="9565" y="1"/>
                      </a:cubicBezTo>
                      <a:close/>
                      <a:moveTo>
                        <a:pt x="9835" y="1"/>
                      </a:moveTo>
                      <a:cubicBezTo>
                        <a:pt x="9786" y="1"/>
                        <a:pt x="9764" y="23"/>
                        <a:pt x="9764" y="66"/>
                      </a:cubicBezTo>
                      <a:cubicBezTo>
                        <a:pt x="9764" y="93"/>
                        <a:pt x="9786" y="136"/>
                        <a:pt x="9835" y="136"/>
                      </a:cubicBezTo>
                      <a:cubicBezTo>
                        <a:pt x="9878" y="136"/>
                        <a:pt x="9899" y="93"/>
                        <a:pt x="9899" y="66"/>
                      </a:cubicBezTo>
                      <a:cubicBezTo>
                        <a:pt x="9899" y="23"/>
                        <a:pt x="9878" y="1"/>
                        <a:pt x="9835" y="1"/>
                      </a:cubicBezTo>
                      <a:close/>
                      <a:moveTo>
                        <a:pt x="10105" y="1"/>
                      </a:moveTo>
                      <a:cubicBezTo>
                        <a:pt x="10078" y="1"/>
                        <a:pt x="10034" y="23"/>
                        <a:pt x="10034" y="66"/>
                      </a:cubicBezTo>
                      <a:cubicBezTo>
                        <a:pt x="10034" y="93"/>
                        <a:pt x="10078" y="136"/>
                        <a:pt x="10105" y="136"/>
                      </a:cubicBezTo>
                      <a:cubicBezTo>
                        <a:pt x="10148" y="136"/>
                        <a:pt x="10169" y="93"/>
                        <a:pt x="10169" y="66"/>
                      </a:cubicBezTo>
                      <a:cubicBezTo>
                        <a:pt x="10169" y="23"/>
                        <a:pt x="10148" y="1"/>
                        <a:pt x="10105" y="1"/>
                      </a:cubicBezTo>
                      <a:close/>
                      <a:moveTo>
                        <a:pt x="10375" y="1"/>
                      </a:moveTo>
                      <a:cubicBezTo>
                        <a:pt x="10348" y="1"/>
                        <a:pt x="10304" y="23"/>
                        <a:pt x="10304" y="66"/>
                      </a:cubicBezTo>
                      <a:cubicBezTo>
                        <a:pt x="10304" y="93"/>
                        <a:pt x="10348" y="136"/>
                        <a:pt x="10375" y="136"/>
                      </a:cubicBezTo>
                      <a:cubicBezTo>
                        <a:pt x="10418" y="136"/>
                        <a:pt x="10439" y="93"/>
                        <a:pt x="10439" y="66"/>
                      </a:cubicBezTo>
                      <a:cubicBezTo>
                        <a:pt x="10439" y="23"/>
                        <a:pt x="10418" y="1"/>
                        <a:pt x="10375" y="1"/>
                      </a:cubicBezTo>
                      <a:close/>
                      <a:moveTo>
                        <a:pt x="10645" y="1"/>
                      </a:moveTo>
                      <a:cubicBezTo>
                        <a:pt x="10618" y="1"/>
                        <a:pt x="10574" y="23"/>
                        <a:pt x="10574" y="66"/>
                      </a:cubicBezTo>
                      <a:cubicBezTo>
                        <a:pt x="10574" y="93"/>
                        <a:pt x="10618" y="136"/>
                        <a:pt x="10645" y="136"/>
                      </a:cubicBezTo>
                      <a:cubicBezTo>
                        <a:pt x="10688" y="136"/>
                        <a:pt x="10709" y="93"/>
                        <a:pt x="10709" y="66"/>
                      </a:cubicBezTo>
                      <a:cubicBezTo>
                        <a:pt x="10709" y="23"/>
                        <a:pt x="10688" y="1"/>
                        <a:pt x="10645" y="1"/>
                      </a:cubicBezTo>
                      <a:close/>
                    </a:path>
                  </a:pathLst>
                </a:custGeom>
                <a:solidFill>
                  <a:srgbClr val="FFFFFF">
                    <a:alpha val="211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g3f131e4dc8c_0_538"/>
                <p:cNvSpPr/>
                <p:nvPr/>
              </p:nvSpPr>
              <p:spPr>
                <a:xfrm>
                  <a:off x="5359472" y="5086103"/>
                  <a:ext cx="15756" cy="15756"/>
                </a:xfrm>
                <a:custGeom>
                  <a:rect b="b" l="l" r="r" t="t"/>
                  <a:pathLst>
                    <a:path extrusionOk="0" h="136" w="136">
                      <a:moveTo>
                        <a:pt x="22" y="1"/>
                      </a:moveTo>
                      <a:cubicBezTo>
                        <a:pt x="22" y="23"/>
                        <a:pt x="0" y="44"/>
                        <a:pt x="0" y="66"/>
                      </a:cubicBezTo>
                      <a:cubicBezTo>
                        <a:pt x="0" y="66"/>
                        <a:pt x="22" y="93"/>
                        <a:pt x="22" y="114"/>
                      </a:cubicBezTo>
                      <a:cubicBezTo>
                        <a:pt x="44" y="114"/>
                        <a:pt x="71" y="136"/>
                        <a:pt x="71" y="136"/>
                      </a:cubicBezTo>
                      <a:cubicBezTo>
                        <a:pt x="92" y="136"/>
                        <a:pt x="114" y="114"/>
                        <a:pt x="135" y="114"/>
                      </a:cubicBezTo>
                      <a:lnTo>
                        <a:pt x="135" y="66"/>
                      </a:lnTo>
                      <a:lnTo>
                        <a:pt x="135" y="1"/>
                      </a:lnTo>
                      <a:close/>
                    </a:path>
                  </a:pathLst>
                </a:custGeom>
                <a:solidFill>
                  <a:srgbClr val="FFFFFF">
                    <a:alpha val="211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Google Shape;105;g3f131e4dc8c_0_538"/>
                <p:cNvSpPr/>
                <p:nvPr/>
              </p:nvSpPr>
              <p:spPr>
                <a:xfrm>
                  <a:off x="5359472" y="4749547"/>
                  <a:ext cx="15756" cy="321034"/>
                </a:xfrm>
                <a:custGeom>
                  <a:rect b="b" l="l" r="r" t="t"/>
                  <a:pathLst>
                    <a:path extrusionOk="0" h="2771" w="136">
                      <a:moveTo>
                        <a:pt x="71" y="1"/>
                      </a:moveTo>
                      <a:cubicBezTo>
                        <a:pt x="44" y="1"/>
                        <a:pt x="0" y="49"/>
                        <a:pt x="0" y="71"/>
                      </a:cubicBezTo>
                      <a:cubicBezTo>
                        <a:pt x="0" y="114"/>
                        <a:pt x="44" y="136"/>
                        <a:pt x="71" y="136"/>
                      </a:cubicBezTo>
                      <a:cubicBezTo>
                        <a:pt x="114" y="136"/>
                        <a:pt x="135" y="114"/>
                        <a:pt x="135" y="71"/>
                      </a:cubicBezTo>
                      <a:cubicBezTo>
                        <a:pt x="135" y="49"/>
                        <a:pt x="114" y="1"/>
                        <a:pt x="71" y="1"/>
                      </a:cubicBezTo>
                      <a:close/>
                      <a:moveTo>
                        <a:pt x="71" y="271"/>
                      </a:moveTo>
                      <a:cubicBezTo>
                        <a:pt x="44" y="271"/>
                        <a:pt x="0" y="298"/>
                        <a:pt x="0" y="341"/>
                      </a:cubicBezTo>
                      <a:cubicBezTo>
                        <a:pt x="0" y="384"/>
                        <a:pt x="44" y="406"/>
                        <a:pt x="71" y="406"/>
                      </a:cubicBezTo>
                      <a:cubicBezTo>
                        <a:pt x="114" y="406"/>
                        <a:pt x="135" y="384"/>
                        <a:pt x="135" y="341"/>
                      </a:cubicBezTo>
                      <a:cubicBezTo>
                        <a:pt x="135" y="298"/>
                        <a:pt x="114" y="271"/>
                        <a:pt x="71" y="271"/>
                      </a:cubicBezTo>
                      <a:close/>
                      <a:moveTo>
                        <a:pt x="71" y="541"/>
                      </a:moveTo>
                      <a:cubicBezTo>
                        <a:pt x="44" y="541"/>
                        <a:pt x="0" y="568"/>
                        <a:pt x="0" y="611"/>
                      </a:cubicBezTo>
                      <a:cubicBezTo>
                        <a:pt x="0" y="632"/>
                        <a:pt x="44" y="676"/>
                        <a:pt x="71" y="676"/>
                      </a:cubicBezTo>
                      <a:cubicBezTo>
                        <a:pt x="114" y="676"/>
                        <a:pt x="135" y="632"/>
                        <a:pt x="135" y="611"/>
                      </a:cubicBezTo>
                      <a:cubicBezTo>
                        <a:pt x="135" y="568"/>
                        <a:pt x="114" y="541"/>
                        <a:pt x="71" y="541"/>
                      </a:cubicBezTo>
                      <a:close/>
                      <a:moveTo>
                        <a:pt x="71" y="789"/>
                      </a:moveTo>
                      <a:cubicBezTo>
                        <a:pt x="44" y="789"/>
                        <a:pt x="0" y="838"/>
                        <a:pt x="0" y="859"/>
                      </a:cubicBezTo>
                      <a:cubicBezTo>
                        <a:pt x="0" y="902"/>
                        <a:pt x="44" y="924"/>
                        <a:pt x="71" y="924"/>
                      </a:cubicBezTo>
                      <a:cubicBezTo>
                        <a:pt x="114" y="924"/>
                        <a:pt x="135" y="902"/>
                        <a:pt x="135" y="859"/>
                      </a:cubicBezTo>
                      <a:cubicBezTo>
                        <a:pt x="135" y="838"/>
                        <a:pt x="114" y="789"/>
                        <a:pt x="71" y="789"/>
                      </a:cubicBezTo>
                      <a:close/>
                      <a:moveTo>
                        <a:pt x="71" y="1059"/>
                      </a:moveTo>
                      <a:cubicBezTo>
                        <a:pt x="44" y="1059"/>
                        <a:pt x="0" y="1081"/>
                        <a:pt x="0" y="1129"/>
                      </a:cubicBezTo>
                      <a:cubicBezTo>
                        <a:pt x="0" y="1172"/>
                        <a:pt x="44" y="1194"/>
                        <a:pt x="71" y="1194"/>
                      </a:cubicBezTo>
                      <a:cubicBezTo>
                        <a:pt x="114" y="1194"/>
                        <a:pt x="135" y="1172"/>
                        <a:pt x="135" y="1129"/>
                      </a:cubicBezTo>
                      <a:cubicBezTo>
                        <a:pt x="135" y="1081"/>
                        <a:pt x="114" y="1059"/>
                        <a:pt x="71" y="1059"/>
                      </a:cubicBezTo>
                      <a:close/>
                      <a:moveTo>
                        <a:pt x="71" y="1329"/>
                      </a:moveTo>
                      <a:cubicBezTo>
                        <a:pt x="44" y="1329"/>
                        <a:pt x="0" y="1351"/>
                        <a:pt x="0" y="1399"/>
                      </a:cubicBezTo>
                      <a:cubicBezTo>
                        <a:pt x="0" y="1421"/>
                        <a:pt x="44" y="1464"/>
                        <a:pt x="71" y="1464"/>
                      </a:cubicBezTo>
                      <a:cubicBezTo>
                        <a:pt x="114" y="1464"/>
                        <a:pt x="135" y="1421"/>
                        <a:pt x="135" y="1399"/>
                      </a:cubicBezTo>
                      <a:cubicBezTo>
                        <a:pt x="135" y="1351"/>
                        <a:pt x="114" y="1329"/>
                        <a:pt x="71" y="1329"/>
                      </a:cubicBezTo>
                      <a:close/>
                      <a:moveTo>
                        <a:pt x="71" y="1577"/>
                      </a:moveTo>
                      <a:cubicBezTo>
                        <a:pt x="44" y="1577"/>
                        <a:pt x="0" y="1621"/>
                        <a:pt x="0" y="1648"/>
                      </a:cubicBezTo>
                      <a:cubicBezTo>
                        <a:pt x="0" y="1691"/>
                        <a:pt x="44" y="1712"/>
                        <a:pt x="71" y="1712"/>
                      </a:cubicBezTo>
                      <a:cubicBezTo>
                        <a:pt x="114" y="1712"/>
                        <a:pt x="135" y="1691"/>
                        <a:pt x="135" y="1648"/>
                      </a:cubicBezTo>
                      <a:cubicBezTo>
                        <a:pt x="135" y="1621"/>
                        <a:pt x="114" y="1577"/>
                        <a:pt x="71" y="1577"/>
                      </a:cubicBezTo>
                      <a:close/>
                      <a:moveTo>
                        <a:pt x="71" y="1847"/>
                      </a:moveTo>
                      <a:cubicBezTo>
                        <a:pt x="44" y="1847"/>
                        <a:pt x="0" y="1869"/>
                        <a:pt x="0" y="1918"/>
                      </a:cubicBezTo>
                      <a:cubicBezTo>
                        <a:pt x="0" y="1961"/>
                        <a:pt x="44" y="1982"/>
                        <a:pt x="71" y="1982"/>
                      </a:cubicBezTo>
                      <a:cubicBezTo>
                        <a:pt x="114" y="1982"/>
                        <a:pt x="135" y="1961"/>
                        <a:pt x="135" y="1918"/>
                      </a:cubicBezTo>
                      <a:cubicBezTo>
                        <a:pt x="135" y="1869"/>
                        <a:pt x="114" y="1847"/>
                        <a:pt x="71" y="1847"/>
                      </a:cubicBezTo>
                      <a:close/>
                      <a:moveTo>
                        <a:pt x="71" y="2117"/>
                      </a:moveTo>
                      <a:cubicBezTo>
                        <a:pt x="44" y="2117"/>
                        <a:pt x="0" y="2139"/>
                        <a:pt x="0" y="2188"/>
                      </a:cubicBezTo>
                      <a:cubicBezTo>
                        <a:pt x="0" y="2209"/>
                        <a:pt x="44" y="2252"/>
                        <a:pt x="71" y="2252"/>
                      </a:cubicBezTo>
                      <a:cubicBezTo>
                        <a:pt x="114" y="2252"/>
                        <a:pt x="135" y="2209"/>
                        <a:pt x="135" y="2188"/>
                      </a:cubicBezTo>
                      <a:cubicBezTo>
                        <a:pt x="135" y="2139"/>
                        <a:pt x="114" y="2117"/>
                        <a:pt x="71" y="2117"/>
                      </a:cubicBezTo>
                      <a:close/>
                      <a:moveTo>
                        <a:pt x="71" y="2366"/>
                      </a:moveTo>
                      <a:cubicBezTo>
                        <a:pt x="44" y="2366"/>
                        <a:pt x="0" y="2409"/>
                        <a:pt x="0" y="2431"/>
                      </a:cubicBezTo>
                      <a:cubicBezTo>
                        <a:pt x="0" y="2479"/>
                        <a:pt x="44" y="2501"/>
                        <a:pt x="71" y="2501"/>
                      </a:cubicBezTo>
                      <a:cubicBezTo>
                        <a:pt x="114" y="2501"/>
                        <a:pt x="135" y="2479"/>
                        <a:pt x="135" y="2431"/>
                      </a:cubicBezTo>
                      <a:cubicBezTo>
                        <a:pt x="135" y="2409"/>
                        <a:pt x="114" y="2366"/>
                        <a:pt x="71" y="2366"/>
                      </a:cubicBezTo>
                      <a:close/>
                      <a:moveTo>
                        <a:pt x="71" y="2636"/>
                      </a:moveTo>
                      <a:cubicBezTo>
                        <a:pt x="44" y="2636"/>
                        <a:pt x="0" y="2657"/>
                        <a:pt x="0" y="2701"/>
                      </a:cubicBezTo>
                      <a:cubicBezTo>
                        <a:pt x="0" y="2749"/>
                        <a:pt x="44" y="2771"/>
                        <a:pt x="71" y="2771"/>
                      </a:cubicBezTo>
                      <a:cubicBezTo>
                        <a:pt x="114" y="2771"/>
                        <a:pt x="135" y="2749"/>
                        <a:pt x="135" y="2701"/>
                      </a:cubicBezTo>
                      <a:cubicBezTo>
                        <a:pt x="135" y="2657"/>
                        <a:pt x="114" y="2636"/>
                        <a:pt x="71" y="2636"/>
                      </a:cubicBezTo>
                      <a:close/>
                    </a:path>
                  </a:pathLst>
                </a:custGeom>
                <a:solidFill>
                  <a:srgbClr val="FFFFFF">
                    <a:alpha val="211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" name="Google Shape;106;g3f131e4dc8c_0_538"/>
              <p:cNvSpPr/>
              <p:nvPr/>
            </p:nvSpPr>
            <p:spPr>
              <a:xfrm rot="-5400000">
                <a:off x="5662097" y="4465529"/>
                <a:ext cx="1577366" cy="2145403"/>
              </a:xfrm>
              <a:custGeom>
                <a:rect b="b" l="l" r="r" t="t"/>
                <a:pathLst>
                  <a:path extrusionOk="0" h="18518" w="13615">
                    <a:moveTo>
                      <a:pt x="13544" y="0"/>
                    </a:moveTo>
                    <a:cubicBezTo>
                      <a:pt x="13523" y="0"/>
                      <a:pt x="13480" y="22"/>
                      <a:pt x="13480" y="65"/>
                    </a:cubicBezTo>
                    <a:cubicBezTo>
                      <a:pt x="13480" y="92"/>
                      <a:pt x="13523" y="135"/>
                      <a:pt x="13544" y="135"/>
                    </a:cubicBezTo>
                    <a:cubicBezTo>
                      <a:pt x="13593" y="135"/>
                      <a:pt x="13615" y="92"/>
                      <a:pt x="13615" y="65"/>
                    </a:cubicBezTo>
                    <a:cubicBezTo>
                      <a:pt x="13615" y="22"/>
                      <a:pt x="13593" y="0"/>
                      <a:pt x="13544" y="0"/>
                    </a:cubicBezTo>
                    <a:close/>
                    <a:moveTo>
                      <a:pt x="13544" y="270"/>
                    </a:moveTo>
                    <a:cubicBezTo>
                      <a:pt x="13523" y="270"/>
                      <a:pt x="13480" y="292"/>
                      <a:pt x="13480" y="335"/>
                    </a:cubicBezTo>
                    <a:cubicBezTo>
                      <a:pt x="13480" y="362"/>
                      <a:pt x="13523" y="405"/>
                      <a:pt x="13544" y="405"/>
                    </a:cubicBezTo>
                    <a:cubicBezTo>
                      <a:pt x="13593" y="405"/>
                      <a:pt x="13615" y="362"/>
                      <a:pt x="13615" y="335"/>
                    </a:cubicBezTo>
                    <a:cubicBezTo>
                      <a:pt x="13615" y="292"/>
                      <a:pt x="13593" y="270"/>
                      <a:pt x="13544" y="270"/>
                    </a:cubicBezTo>
                    <a:close/>
                    <a:moveTo>
                      <a:pt x="13544" y="540"/>
                    </a:moveTo>
                    <a:cubicBezTo>
                      <a:pt x="13523" y="540"/>
                      <a:pt x="13480" y="562"/>
                      <a:pt x="13480" y="605"/>
                    </a:cubicBezTo>
                    <a:cubicBezTo>
                      <a:pt x="13480" y="632"/>
                      <a:pt x="13523" y="675"/>
                      <a:pt x="13544" y="675"/>
                    </a:cubicBezTo>
                    <a:cubicBezTo>
                      <a:pt x="13593" y="675"/>
                      <a:pt x="13615" y="632"/>
                      <a:pt x="13615" y="605"/>
                    </a:cubicBezTo>
                    <a:cubicBezTo>
                      <a:pt x="13615" y="562"/>
                      <a:pt x="13593" y="540"/>
                      <a:pt x="13544" y="540"/>
                    </a:cubicBezTo>
                    <a:close/>
                    <a:moveTo>
                      <a:pt x="13544" y="810"/>
                    </a:moveTo>
                    <a:cubicBezTo>
                      <a:pt x="13523" y="810"/>
                      <a:pt x="13480" y="832"/>
                      <a:pt x="13480" y="875"/>
                    </a:cubicBezTo>
                    <a:cubicBezTo>
                      <a:pt x="13480" y="902"/>
                      <a:pt x="13523" y="945"/>
                      <a:pt x="13544" y="945"/>
                    </a:cubicBezTo>
                    <a:cubicBezTo>
                      <a:pt x="13593" y="945"/>
                      <a:pt x="13615" y="902"/>
                      <a:pt x="13615" y="875"/>
                    </a:cubicBezTo>
                    <a:cubicBezTo>
                      <a:pt x="13615" y="832"/>
                      <a:pt x="13593" y="810"/>
                      <a:pt x="13544" y="810"/>
                    </a:cubicBezTo>
                    <a:close/>
                    <a:moveTo>
                      <a:pt x="13544" y="1080"/>
                    </a:moveTo>
                    <a:cubicBezTo>
                      <a:pt x="13523" y="1080"/>
                      <a:pt x="13480" y="1102"/>
                      <a:pt x="13480" y="1145"/>
                    </a:cubicBezTo>
                    <a:cubicBezTo>
                      <a:pt x="13480" y="1172"/>
                      <a:pt x="13523" y="1215"/>
                      <a:pt x="13544" y="1215"/>
                    </a:cubicBezTo>
                    <a:cubicBezTo>
                      <a:pt x="13593" y="1215"/>
                      <a:pt x="13615" y="1172"/>
                      <a:pt x="13615" y="1145"/>
                    </a:cubicBezTo>
                    <a:cubicBezTo>
                      <a:pt x="13615" y="1102"/>
                      <a:pt x="13593" y="1080"/>
                      <a:pt x="13544" y="1080"/>
                    </a:cubicBezTo>
                    <a:close/>
                    <a:moveTo>
                      <a:pt x="13544" y="1350"/>
                    </a:moveTo>
                    <a:cubicBezTo>
                      <a:pt x="13523" y="1350"/>
                      <a:pt x="13480" y="1372"/>
                      <a:pt x="13480" y="1415"/>
                    </a:cubicBezTo>
                    <a:cubicBezTo>
                      <a:pt x="13480" y="1442"/>
                      <a:pt x="13523" y="1485"/>
                      <a:pt x="13544" y="1485"/>
                    </a:cubicBezTo>
                    <a:cubicBezTo>
                      <a:pt x="13593" y="1485"/>
                      <a:pt x="13615" y="1442"/>
                      <a:pt x="13615" y="1415"/>
                    </a:cubicBezTo>
                    <a:cubicBezTo>
                      <a:pt x="13615" y="1372"/>
                      <a:pt x="13593" y="1350"/>
                      <a:pt x="13544" y="1350"/>
                    </a:cubicBezTo>
                    <a:close/>
                    <a:moveTo>
                      <a:pt x="13544" y="1620"/>
                    </a:moveTo>
                    <a:cubicBezTo>
                      <a:pt x="13523" y="1620"/>
                      <a:pt x="13480" y="1642"/>
                      <a:pt x="13480" y="1685"/>
                    </a:cubicBezTo>
                    <a:cubicBezTo>
                      <a:pt x="13480" y="1712"/>
                      <a:pt x="13523" y="1755"/>
                      <a:pt x="13544" y="1755"/>
                    </a:cubicBezTo>
                    <a:cubicBezTo>
                      <a:pt x="13593" y="1755"/>
                      <a:pt x="13615" y="1712"/>
                      <a:pt x="13615" y="1685"/>
                    </a:cubicBezTo>
                    <a:cubicBezTo>
                      <a:pt x="13615" y="1642"/>
                      <a:pt x="13593" y="1620"/>
                      <a:pt x="13544" y="1620"/>
                    </a:cubicBezTo>
                    <a:close/>
                    <a:moveTo>
                      <a:pt x="13544" y="1890"/>
                    </a:moveTo>
                    <a:cubicBezTo>
                      <a:pt x="13523" y="1890"/>
                      <a:pt x="13480" y="1912"/>
                      <a:pt x="13480" y="1955"/>
                    </a:cubicBezTo>
                    <a:cubicBezTo>
                      <a:pt x="13480" y="1982"/>
                      <a:pt x="13523" y="2025"/>
                      <a:pt x="13544" y="2025"/>
                    </a:cubicBezTo>
                    <a:cubicBezTo>
                      <a:pt x="13593" y="2025"/>
                      <a:pt x="13615" y="1982"/>
                      <a:pt x="13615" y="1955"/>
                    </a:cubicBezTo>
                    <a:cubicBezTo>
                      <a:pt x="13615" y="1912"/>
                      <a:pt x="13593" y="1890"/>
                      <a:pt x="13544" y="1890"/>
                    </a:cubicBezTo>
                    <a:close/>
                    <a:moveTo>
                      <a:pt x="13544" y="2160"/>
                    </a:moveTo>
                    <a:cubicBezTo>
                      <a:pt x="13523" y="2160"/>
                      <a:pt x="13480" y="2182"/>
                      <a:pt x="13480" y="2225"/>
                    </a:cubicBezTo>
                    <a:cubicBezTo>
                      <a:pt x="13480" y="2252"/>
                      <a:pt x="13523" y="2295"/>
                      <a:pt x="13544" y="2295"/>
                    </a:cubicBezTo>
                    <a:cubicBezTo>
                      <a:pt x="13593" y="2295"/>
                      <a:pt x="13615" y="2252"/>
                      <a:pt x="13615" y="2225"/>
                    </a:cubicBezTo>
                    <a:cubicBezTo>
                      <a:pt x="13615" y="2182"/>
                      <a:pt x="13593" y="2160"/>
                      <a:pt x="13544" y="2160"/>
                    </a:cubicBezTo>
                    <a:close/>
                    <a:moveTo>
                      <a:pt x="13544" y="2431"/>
                    </a:moveTo>
                    <a:cubicBezTo>
                      <a:pt x="13523" y="2431"/>
                      <a:pt x="13480" y="2452"/>
                      <a:pt x="13480" y="2495"/>
                    </a:cubicBezTo>
                    <a:cubicBezTo>
                      <a:pt x="13480" y="2522"/>
                      <a:pt x="13523" y="2566"/>
                      <a:pt x="13544" y="2566"/>
                    </a:cubicBezTo>
                    <a:cubicBezTo>
                      <a:pt x="13593" y="2566"/>
                      <a:pt x="13615" y="2522"/>
                      <a:pt x="13615" y="2495"/>
                    </a:cubicBezTo>
                    <a:cubicBezTo>
                      <a:pt x="13615" y="2452"/>
                      <a:pt x="13593" y="2431"/>
                      <a:pt x="13544" y="2431"/>
                    </a:cubicBezTo>
                    <a:close/>
                    <a:moveTo>
                      <a:pt x="13544" y="2701"/>
                    </a:moveTo>
                    <a:cubicBezTo>
                      <a:pt x="13523" y="2701"/>
                      <a:pt x="13480" y="2722"/>
                      <a:pt x="13480" y="2765"/>
                    </a:cubicBezTo>
                    <a:cubicBezTo>
                      <a:pt x="13480" y="2792"/>
                      <a:pt x="13523" y="2836"/>
                      <a:pt x="13544" y="2836"/>
                    </a:cubicBezTo>
                    <a:cubicBezTo>
                      <a:pt x="13593" y="2836"/>
                      <a:pt x="13615" y="2792"/>
                      <a:pt x="13615" y="2765"/>
                    </a:cubicBezTo>
                    <a:cubicBezTo>
                      <a:pt x="13615" y="2722"/>
                      <a:pt x="13593" y="2701"/>
                      <a:pt x="13544" y="2701"/>
                    </a:cubicBezTo>
                    <a:close/>
                    <a:moveTo>
                      <a:pt x="13544" y="2971"/>
                    </a:moveTo>
                    <a:cubicBezTo>
                      <a:pt x="13523" y="2971"/>
                      <a:pt x="13480" y="2992"/>
                      <a:pt x="13480" y="3035"/>
                    </a:cubicBezTo>
                    <a:cubicBezTo>
                      <a:pt x="13480" y="3062"/>
                      <a:pt x="13523" y="3106"/>
                      <a:pt x="13544" y="3106"/>
                    </a:cubicBezTo>
                    <a:cubicBezTo>
                      <a:pt x="13593" y="3106"/>
                      <a:pt x="13615" y="3062"/>
                      <a:pt x="13615" y="3035"/>
                    </a:cubicBezTo>
                    <a:cubicBezTo>
                      <a:pt x="13615" y="2992"/>
                      <a:pt x="13593" y="2971"/>
                      <a:pt x="13544" y="2971"/>
                    </a:cubicBezTo>
                    <a:close/>
                    <a:moveTo>
                      <a:pt x="13544" y="3241"/>
                    </a:moveTo>
                    <a:cubicBezTo>
                      <a:pt x="13523" y="3241"/>
                      <a:pt x="13480" y="3262"/>
                      <a:pt x="13480" y="3305"/>
                    </a:cubicBezTo>
                    <a:cubicBezTo>
                      <a:pt x="13480" y="3332"/>
                      <a:pt x="13523" y="3376"/>
                      <a:pt x="13544" y="3376"/>
                    </a:cubicBezTo>
                    <a:cubicBezTo>
                      <a:pt x="13593" y="3376"/>
                      <a:pt x="13615" y="3332"/>
                      <a:pt x="13615" y="3305"/>
                    </a:cubicBezTo>
                    <a:cubicBezTo>
                      <a:pt x="13615" y="3262"/>
                      <a:pt x="13593" y="3241"/>
                      <a:pt x="13544" y="3241"/>
                    </a:cubicBezTo>
                    <a:close/>
                    <a:moveTo>
                      <a:pt x="13544" y="3511"/>
                    </a:moveTo>
                    <a:cubicBezTo>
                      <a:pt x="13523" y="3511"/>
                      <a:pt x="13480" y="3532"/>
                      <a:pt x="13480" y="3575"/>
                    </a:cubicBezTo>
                    <a:cubicBezTo>
                      <a:pt x="13480" y="3602"/>
                      <a:pt x="13523" y="3646"/>
                      <a:pt x="13544" y="3646"/>
                    </a:cubicBezTo>
                    <a:cubicBezTo>
                      <a:pt x="13593" y="3646"/>
                      <a:pt x="13615" y="3602"/>
                      <a:pt x="13615" y="3575"/>
                    </a:cubicBezTo>
                    <a:cubicBezTo>
                      <a:pt x="13615" y="3532"/>
                      <a:pt x="13593" y="3511"/>
                      <a:pt x="13544" y="3511"/>
                    </a:cubicBezTo>
                    <a:close/>
                    <a:moveTo>
                      <a:pt x="13544" y="3781"/>
                    </a:moveTo>
                    <a:cubicBezTo>
                      <a:pt x="13523" y="3781"/>
                      <a:pt x="13480" y="3802"/>
                      <a:pt x="13480" y="3845"/>
                    </a:cubicBezTo>
                    <a:cubicBezTo>
                      <a:pt x="13480" y="3872"/>
                      <a:pt x="13523" y="3916"/>
                      <a:pt x="13544" y="3916"/>
                    </a:cubicBezTo>
                    <a:cubicBezTo>
                      <a:pt x="13593" y="3916"/>
                      <a:pt x="13615" y="3872"/>
                      <a:pt x="13615" y="3845"/>
                    </a:cubicBezTo>
                    <a:cubicBezTo>
                      <a:pt x="13615" y="3802"/>
                      <a:pt x="13593" y="3781"/>
                      <a:pt x="13544" y="3781"/>
                    </a:cubicBezTo>
                    <a:close/>
                    <a:moveTo>
                      <a:pt x="13544" y="4051"/>
                    </a:moveTo>
                    <a:cubicBezTo>
                      <a:pt x="13523" y="4051"/>
                      <a:pt x="13480" y="4072"/>
                      <a:pt x="13480" y="4115"/>
                    </a:cubicBezTo>
                    <a:cubicBezTo>
                      <a:pt x="13480" y="4142"/>
                      <a:pt x="13523" y="4186"/>
                      <a:pt x="13544" y="4186"/>
                    </a:cubicBezTo>
                    <a:cubicBezTo>
                      <a:pt x="13593" y="4186"/>
                      <a:pt x="13615" y="4142"/>
                      <a:pt x="13615" y="4115"/>
                    </a:cubicBezTo>
                    <a:cubicBezTo>
                      <a:pt x="13615" y="4072"/>
                      <a:pt x="13593" y="4051"/>
                      <a:pt x="13544" y="4051"/>
                    </a:cubicBezTo>
                    <a:close/>
                    <a:moveTo>
                      <a:pt x="13544" y="4321"/>
                    </a:moveTo>
                    <a:cubicBezTo>
                      <a:pt x="13523" y="4321"/>
                      <a:pt x="13480" y="4342"/>
                      <a:pt x="13480" y="4385"/>
                    </a:cubicBezTo>
                    <a:cubicBezTo>
                      <a:pt x="13480" y="4412"/>
                      <a:pt x="13523" y="4456"/>
                      <a:pt x="13544" y="4456"/>
                    </a:cubicBezTo>
                    <a:cubicBezTo>
                      <a:pt x="13593" y="4456"/>
                      <a:pt x="13615" y="4412"/>
                      <a:pt x="13615" y="4385"/>
                    </a:cubicBezTo>
                    <a:cubicBezTo>
                      <a:pt x="13615" y="4342"/>
                      <a:pt x="13593" y="4321"/>
                      <a:pt x="13544" y="4321"/>
                    </a:cubicBezTo>
                    <a:close/>
                    <a:moveTo>
                      <a:pt x="13544" y="4591"/>
                    </a:moveTo>
                    <a:cubicBezTo>
                      <a:pt x="13523" y="4591"/>
                      <a:pt x="13480" y="4612"/>
                      <a:pt x="13480" y="4655"/>
                    </a:cubicBezTo>
                    <a:cubicBezTo>
                      <a:pt x="13480" y="4682"/>
                      <a:pt x="13523" y="4726"/>
                      <a:pt x="13544" y="4726"/>
                    </a:cubicBezTo>
                    <a:cubicBezTo>
                      <a:pt x="13593" y="4726"/>
                      <a:pt x="13615" y="4682"/>
                      <a:pt x="13615" y="4655"/>
                    </a:cubicBezTo>
                    <a:cubicBezTo>
                      <a:pt x="13615" y="4612"/>
                      <a:pt x="13593" y="4591"/>
                      <a:pt x="13544" y="4591"/>
                    </a:cubicBezTo>
                    <a:close/>
                    <a:moveTo>
                      <a:pt x="13544" y="4861"/>
                    </a:moveTo>
                    <a:cubicBezTo>
                      <a:pt x="13523" y="4861"/>
                      <a:pt x="13480" y="4882"/>
                      <a:pt x="13480" y="4925"/>
                    </a:cubicBezTo>
                    <a:cubicBezTo>
                      <a:pt x="13480" y="4952"/>
                      <a:pt x="13523" y="4996"/>
                      <a:pt x="13544" y="4996"/>
                    </a:cubicBezTo>
                    <a:cubicBezTo>
                      <a:pt x="13593" y="4996"/>
                      <a:pt x="13615" y="4952"/>
                      <a:pt x="13615" y="4925"/>
                    </a:cubicBezTo>
                    <a:cubicBezTo>
                      <a:pt x="13615" y="4882"/>
                      <a:pt x="13593" y="4861"/>
                      <a:pt x="13544" y="4861"/>
                    </a:cubicBezTo>
                    <a:close/>
                    <a:moveTo>
                      <a:pt x="13544" y="5131"/>
                    </a:moveTo>
                    <a:cubicBezTo>
                      <a:pt x="13523" y="5131"/>
                      <a:pt x="13480" y="5152"/>
                      <a:pt x="13480" y="5195"/>
                    </a:cubicBezTo>
                    <a:cubicBezTo>
                      <a:pt x="13480" y="5222"/>
                      <a:pt x="13523" y="5266"/>
                      <a:pt x="13544" y="5266"/>
                    </a:cubicBezTo>
                    <a:cubicBezTo>
                      <a:pt x="13593" y="5266"/>
                      <a:pt x="13615" y="5222"/>
                      <a:pt x="13615" y="5195"/>
                    </a:cubicBezTo>
                    <a:cubicBezTo>
                      <a:pt x="13615" y="5152"/>
                      <a:pt x="13593" y="5131"/>
                      <a:pt x="13544" y="5131"/>
                    </a:cubicBezTo>
                    <a:close/>
                    <a:moveTo>
                      <a:pt x="13544" y="5401"/>
                    </a:moveTo>
                    <a:cubicBezTo>
                      <a:pt x="13523" y="5401"/>
                      <a:pt x="13480" y="5422"/>
                      <a:pt x="13480" y="5465"/>
                    </a:cubicBezTo>
                    <a:cubicBezTo>
                      <a:pt x="13480" y="5492"/>
                      <a:pt x="13523" y="5536"/>
                      <a:pt x="13544" y="5536"/>
                    </a:cubicBezTo>
                    <a:cubicBezTo>
                      <a:pt x="13593" y="5536"/>
                      <a:pt x="13615" y="5492"/>
                      <a:pt x="13615" y="5465"/>
                    </a:cubicBezTo>
                    <a:cubicBezTo>
                      <a:pt x="13615" y="5422"/>
                      <a:pt x="13593" y="5401"/>
                      <a:pt x="13544" y="5401"/>
                    </a:cubicBezTo>
                    <a:close/>
                    <a:moveTo>
                      <a:pt x="13544" y="5671"/>
                    </a:moveTo>
                    <a:cubicBezTo>
                      <a:pt x="13523" y="5671"/>
                      <a:pt x="13480" y="5692"/>
                      <a:pt x="13480" y="5735"/>
                    </a:cubicBezTo>
                    <a:cubicBezTo>
                      <a:pt x="13480" y="5762"/>
                      <a:pt x="13523" y="5806"/>
                      <a:pt x="13544" y="5806"/>
                    </a:cubicBezTo>
                    <a:cubicBezTo>
                      <a:pt x="13593" y="5806"/>
                      <a:pt x="13615" y="5762"/>
                      <a:pt x="13615" y="5735"/>
                    </a:cubicBezTo>
                    <a:cubicBezTo>
                      <a:pt x="13615" y="5692"/>
                      <a:pt x="13593" y="5671"/>
                      <a:pt x="13544" y="5671"/>
                    </a:cubicBezTo>
                    <a:close/>
                    <a:moveTo>
                      <a:pt x="13544" y="5941"/>
                    </a:moveTo>
                    <a:cubicBezTo>
                      <a:pt x="13523" y="5941"/>
                      <a:pt x="13480" y="5962"/>
                      <a:pt x="13480" y="6005"/>
                    </a:cubicBezTo>
                    <a:cubicBezTo>
                      <a:pt x="13480" y="6032"/>
                      <a:pt x="13523" y="6076"/>
                      <a:pt x="13544" y="6076"/>
                    </a:cubicBezTo>
                    <a:cubicBezTo>
                      <a:pt x="13593" y="6076"/>
                      <a:pt x="13615" y="6032"/>
                      <a:pt x="13615" y="6005"/>
                    </a:cubicBezTo>
                    <a:cubicBezTo>
                      <a:pt x="13615" y="5962"/>
                      <a:pt x="13593" y="5941"/>
                      <a:pt x="13544" y="5941"/>
                    </a:cubicBezTo>
                    <a:close/>
                    <a:moveTo>
                      <a:pt x="13544" y="6211"/>
                    </a:moveTo>
                    <a:cubicBezTo>
                      <a:pt x="13523" y="6211"/>
                      <a:pt x="13480" y="6232"/>
                      <a:pt x="13480" y="6275"/>
                    </a:cubicBezTo>
                    <a:cubicBezTo>
                      <a:pt x="13480" y="6302"/>
                      <a:pt x="13523" y="6346"/>
                      <a:pt x="13544" y="6346"/>
                    </a:cubicBezTo>
                    <a:cubicBezTo>
                      <a:pt x="13593" y="6346"/>
                      <a:pt x="13615" y="6302"/>
                      <a:pt x="13615" y="6275"/>
                    </a:cubicBezTo>
                    <a:cubicBezTo>
                      <a:pt x="13615" y="6232"/>
                      <a:pt x="13593" y="6211"/>
                      <a:pt x="13544" y="6211"/>
                    </a:cubicBezTo>
                    <a:close/>
                    <a:moveTo>
                      <a:pt x="13544" y="6481"/>
                    </a:moveTo>
                    <a:cubicBezTo>
                      <a:pt x="13523" y="6481"/>
                      <a:pt x="13480" y="6502"/>
                      <a:pt x="13480" y="6545"/>
                    </a:cubicBezTo>
                    <a:cubicBezTo>
                      <a:pt x="13480" y="6572"/>
                      <a:pt x="13523" y="6616"/>
                      <a:pt x="13544" y="6616"/>
                    </a:cubicBezTo>
                    <a:cubicBezTo>
                      <a:pt x="13593" y="6616"/>
                      <a:pt x="13615" y="6572"/>
                      <a:pt x="13615" y="6545"/>
                    </a:cubicBezTo>
                    <a:cubicBezTo>
                      <a:pt x="13615" y="6502"/>
                      <a:pt x="13593" y="6481"/>
                      <a:pt x="13544" y="6481"/>
                    </a:cubicBezTo>
                    <a:close/>
                    <a:moveTo>
                      <a:pt x="13544" y="6751"/>
                    </a:moveTo>
                    <a:cubicBezTo>
                      <a:pt x="13523" y="6751"/>
                      <a:pt x="13480" y="6772"/>
                      <a:pt x="13480" y="6815"/>
                    </a:cubicBezTo>
                    <a:cubicBezTo>
                      <a:pt x="13480" y="6842"/>
                      <a:pt x="13523" y="6886"/>
                      <a:pt x="13544" y="6886"/>
                    </a:cubicBezTo>
                    <a:cubicBezTo>
                      <a:pt x="13593" y="6886"/>
                      <a:pt x="13615" y="6842"/>
                      <a:pt x="13615" y="6815"/>
                    </a:cubicBezTo>
                    <a:cubicBezTo>
                      <a:pt x="13615" y="6772"/>
                      <a:pt x="13593" y="6751"/>
                      <a:pt x="13544" y="6751"/>
                    </a:cubicBezTo>
                    <a:close/>
                    <a:moveTo>
                      <a:pt x="13544" y="7021"/>
                    </a:moveTo>
                    <a:cubicBezTo>
                      <a:pt x="13523" y="7021"/>
                      <a:pt x="13480" y="7042"/>
                      <a:pt x="13480" y="7085"/>
                    </a:cubicBezTo>
                    <a:cubicBezTo>
                      <a:pt x="13480" y="7112"/>
                      <a:pt x="13523" y="7156"/>
                      <a:pt x="13544" y="7156"/>
                    </a:cubicBezTo>
                    <a:cubicBezTo>
                      <a:pt x="13593" y="7156"/>
                      <a:pt x="13615" y="7112"/>
                      <a:pt x="13615" y="7085"/>
                    </a:cubicBezTo>
                    <a:cubicBezTo>
                      <a:pt x="13615" y="7042"/>
                      <a:pt x="13593" y="7021"/>
                      <a:pt x="13544" y="7021"/>
                    </a:cubicBezTo>
                    <a:close/>
                    <a:moveTo>
                      <a:pt x="13544" y="7291"/>
                    </a:moveTo>
                    <a:cubicBezTo>
                      <a:pt x="13523" y="7291"/>
                      <a:pt x="13480" y="7312"/>
                      <a:pt x="13480" y="7356"/>
                    </a:cubicBezTo>
                    <a:cubicBezTo>
                      <a:pt x="13480" y="7383"/>
                      <a:pt x="13523" y="7426"/>
                      <a:pt x="13544" y="7426"/>
                    </a:cubicBezTo>
                    <a:cubicBezTo>
                      <a:pt x="13593" y="7426"/>
                      <a:pt x="13615" y="7383"/>
                      <a:pt x="13615" y="7356"/>
                    </a:cubicBezTo>
                    <a:cubicBezTo>
                      <a:pt x="13615" y="7312"/>
                      <a:pt x="13593" y="7291"/>
                      <a:pt x="13544" y="7291"/>
                    </a:cubicBezTo>
                    <a:close/>
                    <a:moveTo>
                      <a:pt x="13544" y="7561"/>
                    </a:moveTo>
                    <a:cubicBezTo>
                      <a:pt x="13523" y="7561"/>
                      <a:pt x="13480" y="7582"/>
                      <a:pt x="13480" y="7626"/>
                    </a:cubicBezTo>
                    <a:cubicBezTo>
                      <a:pt x="13480" y="7653"/>
                      <a:pt x="13523" y="7696"/>
                      <a:pt x="13544" y="7696"/>
                    </a:cubicBezTo>
                    <a:cubicBezTo>
                      <a:pt x="13593" y="7696"/>
                      <a:pt x="13615" y="7653"/>
                      <a:pt x="13615" y="7626"/>
                    </a:cubicBezTo>
                    <a:cubicBezTo>
                      <a:pt x="13615" y="7582"/>
                      <a:pt x="13593" y="7561"/>
                      <a:pt x="13544" y="7561"/>
                    </a:cubicBezTo>
                    <a:close/>
                    <a:moveTo>
                      <a:pt x="13544" y="7831"/>
                    </a:moveTo>
                    <a:cubicBezTo>
                      <a:pt x="13523" y="7831"/>
                      <a:pt x="13480" y="7852"/>
                      <a:pt x="13480" y="7896"/>
                    </a:cubicBezTo>
                    <a:cubicBezTo>
                      <a:pt x="13480" y="7923"/>
                      <a:pt x="13523" y="7966"/>
                      <a:pt x="13544" y="7966"/>
                    </a:cubicBezTo>
                    <a:cubicBezTo>
                      <a:pt x="13593" y="7966"/>
                      <a:pt x="13615" y="7923"/>
                      <a:pt x="13615" y="7896"/>
                    </a:cubicBezTo>
                    <a:cubicBezTo>
                      <a:pt x="13615" y="7852"/>
                      <a:pt x="13593" y="7831"/>
                      <a:pt x="13544" y="7831"/>
                    </a:cubicBezTo>
                    <a:close/>
                    <a:moveTo>
                      <a:pt x="13544" y="8101"/>
                    </a:moveTo>
                    <a:cubicBezTo>
                      <a:pt x="13523" y="8101"/>
                      <a:pt x="13480" y="8122"/>
                      <a:pt x="13480" y="8166"/>
                    </a:cubicBezTo>
                    <a:cubicBezTo>
                      <a:pt x="13480" y="8193"/>
                      <a:pt x="13523" y="8236"/>
                      <a:pt x="13544" y="8236"/>
                    </a:cubicBezTo>
                    <a:cubicBezTo>
                      <a:pt x="13593" y="8236"/>
                      <a:pt x="13615" y="8193"/>
                      <a:pt x="13615" y="8166"/>
                    </a:cubicBezTo>
                    <a:cubicBezTo>
                      <a:pt x="13615" y="8122"/>
                      <a:pt x="13593" y="8101"/>
                      <a:pt x="13544" y="8101"/>
                    </a:cubicBezTo>
                    <a:close/>
                    <a:moveTo>
                      <a:pt x="13544" y="8371"/>
                    </a:moveTo>
                    <a:cubicBezTo>
                      <a:pt x="13523" y="8371"/>
                      <a:pt x="13480" y="8392"/>
                      <a:pt x="13480" y="8436"/>
                    </a:cubicBezTo>
                    <a:cubicBezTo>
                      <a:pt x="13480" y="8463"/>
                      <a:pt x="13523" y="8506"/>
                      <a:pt x="13544" y="8506"/>
                    </a:cubicBezTo>
                    <a:cubicBezTo>
                      <a:pt x="13593" y="8506"/>
                      <a:pt x="13615" y="8463"/>
                      <a:pt x="13615" y="8436"/>
                    </a:cubicBezTo>
                    <a:cubicBezTo>
                      <a:pt x="13615" y="8392"/>
                      <a:pt x="13593" y="8371"/>
                      <a:pt x="13544" y="8371"/>
                    </a:cubicBezTo>
                    <a:close/>
                    <a:moveTo>
                      <a:pt x="13544" y="8641"/>
                    </a:moveTo>
                    <a:cubicBezTo>
                      <a:pt x="13523" y="8641"/>
                      <a:pt x="13480" y="8662"/>
                      <a:pt x="13480" y="8706"/>
                    </a:cubicBezTo>
                    <a:cubicBezTo>
                      <a:pt x="13480" y="8733"/>
                      <a:pt x="13523" y="8776"/>
                      <a:pt x="13544" y="8776"/>
                    </a:cubicBezTo>
                    <a:cubicBezTo>
                      <a:pt x="13593" y="8776"/>
                      <a:pt x="13615" y="8733"/>
                      <a:pt x="13615" y="8706"/>
                    </a:cubicBezTo>
                    <a:cubicBezTo>
                      <a:pt x="13615" y="8662"/>
                      <a:pt x="13593" y="8641"/>
                      <a:pt x="13544" y="8641"/>
                    </a:cubicBezTo>
                    <a:close/>
                    <a:moveTo>
                      <a:pt x="13544" y="8911"/>
                    </a:moveTo>
                    <a:cubicBezTo>
                      <a:pt x="13523" y="8911"/>
                      <a:pt x="13480" y="8932"/>
                      <a:pt x="13480" y="8976"/>
                    </a:cubicBezTo>
                    <a:cubicBezTo>
                      <a:pt x="13480" y="9003"/>
                      <a:pt x="13523" y="9046"/>
                      <a:pt x="13544" y="9046"/>
                    </a:cubicBezTo>
                    <a:cubicBezTo>
                      <a:pt x="13593" y="9046"/>
                      <a:pt x="13615" y="9003"/>
                      <a:pt x="13615" y="8976"/>
                    </a:cubicBezTo>
                    <a:cubicBezTo>
                      <a:pt x="13615" y="8932"/>
                      <a:pt x="13593" y="8911"/>
                      <a:pt x="13544" y="8911"/>
                    </a:cubicBezTo>
                    <a:close/>
                    <a:moveTo>
                      <a:pt x="13544" y="9181"/>
                    </a:moveTo>
                    <a:cubicBezTo>
                      <a:pt x="13523" y="9181"/>
                      <a:pt x="13480" y="9202"/>
                      <a:pt x="13480" y="9246"/>
                    </a:cubicBezTo>
                    <a:cubicBezTo>
                      <a:pt x="13480" y="9273"/>
                      <a:pt x="13523" y="9316"/>
                      <a:pt x="13544" y="9316"/>
                    </a:cubicBezTo>
                    <a:cubicBezTo>
                      <a:pt x="13593" y="9316"/>
                      <a:pt x="13615" y="9273"/>
                      <a:pt x="13615" y="9246"/>
                    </a:cubicBezTo>
                    <a:cubicBezTo>
                      <a:pt x="13615" y="9202"/>
                      <a:pt x="13593" y="9181"/>
                      <a:pt x="13544" y="9181"/>
                    </a:cubicBezTo>
                    <a:close/>
                    <a:moveTo>
                      <a:pt x="13544" y="9451"/>
                    </a:moveTo>
                    <a:cubicBezTo>
                      <a:pt x="13523" y="9451"/>
                      <a:pt x="13480" y="9472"/>
                      <a:pt x="13480" y="9516"/>
                    </a:cubicBezTo>
                    <a:cubicBezTo>
                      <a:pt x="13480" y="9543"/>
                      <a:pt x="13523" y="9586"/>
                      <a:pt x="13544" y="9586"/>
                    </a:cubicBezTo>
                    <a:cubicBezTo>
                      <a:pt x="13593" y="9586"/>
                      <a:pt x="13615" y="9543"/>
                      <a:pt x="13615" y="9516"/>
                    </a:cubicBezTo>
                    <a:cubicBezTo>
                      <a:pt x="13615" y="9472"/>
                      <a:pt x="13593" y="9451"/>
                      <a:pt x="13544" y="9451"/>
                    </a:cubicBezTo>
                    <a:close/>
                    <a:moveTo>
                      <a:pt x="13544" y="9721"/>
                    </a:moveTo>
                    <a:cubicBezTo>
                      <a:pt x="13523" y="9721"/>
                      <a:pt x="13480" y="9742"/>
                      <a:pt x="13480" y="9786"/>
                    </a:cubicBezTo>
                    <a:cubicBezTo>
                      <a:pt x="13480" y="9813"/>
                      <a:pt x="13523" y="9856"/>
                      <a:pt x="13544" y="9856"/>
                    </a:cubicBezTo>
                    <a:cubicBezTo>
                      <a:pt x="13593" y="9856"/>
                      <a:pt x="13615" y="9813"/>
                      <a:pt x="13615" y="9786"/>
                    </a:cubicBezTo>
                    <a:cubicBezTo>
                      <a:pt x="13615" y="9742"/>
                      <a:pt x="13593" y="9721"/>
                      <a:pt x="13544" y="9721"/>
                    </a:cubicBezTo>
                    <a:close/>
                    <a:moveTo>
                      <a:pt x="13544" y="9991"/>
                    </a:moveTo>
                    <a:cubicBezTo>
                      <a:pt x="13523" y="9991"/>
                      <a:pt x="13480" y="10012"/>
                      <a:pt x="13480" y="10056"/>
                    </a:cubicBezTo>
                    <a:cubicBezTo>
                      <a:pt x="13480" y="10083"/>
                      <a:pt x="13523" y="10126"/>
                      <a:pt x="13544" y="10126"/>
                    </a:cubicBezTo>
                    <a:cubicBezTo>
                      <a:pt x="13593" y="10126"/>
                      <a:pt x="13615" y="10083"/>
                      <a:pt x="13615" y="10056"/>
                    </a:cubicBezTo>
                    <a:cubicBezTo>
                      <a:pt x="13615" y="10012"/>
                      <a:pt x="13593" y="9991"/>
                      <a:pt x="13544" y="9991"/>
                    </a:cubicBezTo>
                    <a:close/>
                    <a:moveTo>
                      <a:pt x="13544" y="10261"/>
                    </a:moveTo>
                    <a:cubicBezTo>
                      <a:pt x="13523" y="10261"/>
                      <a:pt x="13480" y="10282"/>
                      <a:pt x="13480" y="10326"/>
                    </a:cubicBezTo>
                    <a:cubicBezTo>
                      <a:pt x="13480" y="10353"/>
                      <a:pt x="13523" y="10396"/>
                      <a:pt x="13544" y="10396"/>
                    </a:cubicBezTo>
                    <a:cubicBezTo>
                      <a:pt x="13593" y="10396"/>
                      <a:pt x="13615" y="10353"/>
                      <a:pt x="13615" y="10326"/>
                    </a:cubicBezTo>
                    <a:cubicBezTo>
                      <a:pt x="13615" y="10282"/>
                      <a:pt x="13593" y="10261"/>
                      <a:pt x="13544" y="10261"/>
                    </a:cubicBezTo>
                    <a:close/>
                    <a:moveTo>
                      <a:pt x="13544" y="10531"/>
                    </a:moveTo>
                    <a:cubicBezTo>
                      <a:pt x="13523" y="10531"/>
                      <a:pt x="13480" y="10552"/>
                      <a:pt x="13480" y="10596"/>
                    </a:cubicBezTo>
                    <a:cubicBezTo>
                      <a:pt x="13480" y="10623"/>
                      <a:pt x="13523" y="10666"/>
                      <a:pt x="13544" y="10666"/>
                    </a:cubicBezTo>
                    <a:cubicBezTo>
                      <a:pt x="13593" y="10666"/>
                      <a:pt x="13615" y="10623"/>
                      <a:pt x="13615" y="10596"/>
                    </a:cubicBezTo>
                    <a:cubicBezTo>
                      <a:pt x="13615" y="10552"/>
                      <a:pt x="13593" y="10531"/>
                      <a:pt x="13544" y="10531"/>
                    </a:cubicBezTo>
                    <a:close/>
                    <a:moveTo>
                      <a:pt x="13544" y="10801"/>
                    </a:moveTo>
                    <a:cubicBezTo>
                      <a:pt x="13523" y="10801"/>
                      <a:pt x="13480" y="10822"/>
                      <a:pt x="13480" y="10866"/>
                    </a:cubicBezTo>
                    <a:cubicBezTo>
                      <a:pt x="13480" y="10893"/>
                      <a:pt x="13523" y="10936"/>
                      <a:pt x="13544" y="10936"/>
                    </a:cubicBezTo>
                    <a:cubicBezTo>
                      <a:pt x="13593" y="10936"/>
                      <a:pt x="13615" y="10893"/>
                      <a:pt x="13615" y="10866"/>
                    </a:cubicBezTo>
                    <a:cubicBezTo>
                      <a:pt x="13615" y="10822"/>
                      <a:pt x="13593" y="10801"/>
                      <a:pt x="13544" y="10801"/>
                    </a:cubicBezTo>
                    <a:close/>
                    <a:moveTo>
                      <a:pt x="13544" y="11071"/>
                    </a:moveTo>
                    <a:cubicBezTo>
                      <a:pt x="13523" y="11071"/>
                      <a:pt x="13480" y="11092"/>
                      <a:pt x="13480" y="11136"/>
                    </a:cubicBezTo>
                    <a:cubicBezTo>
                      <a:pt x="13480" y="11163"/>
                      <a:pt x="13523" y="11206"/>
                      <a:pt x="13544" y="11206"/>
                    </a:cubicBezTo>
                    <a:cubicBezTo>
                      <a:pt x="13593" y="11206"/>
                      <a:pt x="13615" y="11163"/>
                      <a:pt x="13615" y="11136"/>
                    </a:cubicBezTo>
                    <a:cubicBezTo>
                      <a:pt x="13615" y="11092"/>
                      <a:pt x="13593" y="11071"/>
                      <a:pt x="13544" y="11071"/>
                    </a:cubicBezTo>
                    <a:close/>
                    <a:moveTo>
                      <a:pt x="13544" y="11341"/>
                    </a:moveTo>
                    <a:cubicBezTo>
                      <a:pt x="13523" y="11341"/>
                      <a:pt x="13480" y="11362"/>
                      <a:pt x="13480" y="11406"/>
                    </a:cubicBezTo>
                    <a:cubicBezTo>
                      <a:pt x="13480" y="11433"/>
                      <a:pt x="13523" y="11476"/>
                      <a:pt x="13544" y="11476"/>
                    </a:cubicBezTo>
                    <a:cubicBezTo>
                      <a:pt x="13593" y="11476"/>
                      <a:pt x="13615" y="11433"/>
                      <a:pt x="13615" y="11406"/>
                    </a:cubicBezTo>
                    <a:cubicBezTo>
                      <a:pt x="13615" y="11362"/>
                      <a:pt x="13593" y="11341"/>
                      <a:pt x="13544" y="11341"/>
                    </a:cubicBezTo>
                    <a:close/>
                    <a:moveTo>
                      <a:pt x="13544" y="11611"/>
                    </a:moveTo>
                    <a:cubicBezTo>
                      <a:pt x="13523" y="11611"/>
                      <a:pt x="13480" y="11632"/>
                      <a:pt x="13480" y="11676"/>
                    </a:cubicBezTo>
                    <a:cubicBezTo>
                      <a:pt x="13480" y="11703"/>
                      <a:pt x="13523" y="11746"/>
                      <a:pt x="13544" y="11746"/>
                    </a:cubicBezTo>
                    <a:cubicBezTo>
                      <a:pt x="13593" y="11746"/>
                      <a:pt x="13615" y="11703"/>
                      <a:pt x="13615" y="11676"/>
                    </a:cubicBezTo>
                    <a:cubicBezTo>
                      <a:pt x="13615" y="11632"/>
                      <a:pt x="13593" y="11611"/>
                      <a:pt x="13544" y="11611"/>
                    </a:cubicBezTo>
                    <a:close/>
                    <a:moveTo>
                      <a:pt x="13544" y="11881"/>
                    </a:moveTo>
                    <a:cubicBezTo>
                      <a:pt x="13523" y="11881"/>
                      <a:pt x="13480" y="11902"/>
                      <a:pt x="13480" y="11946"/>
                    </a:cubicBezTo>
                    <a:cubicBezTo>
                      <a:pt x="13480" y="11973"/>
                      <a:pt x="13523" y="12016"/>
                      <a:pt x="13544" y="12016"/>
                    </a:cubicBezTo>
                    <a:cubicBezTo>
                      <a:pt x="13593" y="12016"/>
                      <a:pt x="13615" y="11973"/>
                      <a:pt x="13615" y="11946"/>
                    </a:cubicBezTo>
                    <a:cubicBezTo>
                      <a:pt x="13615" y="11902"/>
                      <a:pt x="13593" y="11881"/>
                      <a:pt x="13544" y="11881"/>
                    </a:cubicBezTo>
                    <a:close/>
                    <a:moveTo>
                      <a:pt x="13544" y="12151"/>
                    </a:moveTo>
                    <a:cubicBezTo>
                      <a:pt x="13523" y="12151"/>
                      <a:pt x="13480" y="12173"/>
                      <a:pt x="13480" y="12216"/>
                    </a:cubicBezTo>
                    <a:cubicBezTo>
                      <a:pt x="13480" y="12243"/>
                      <a:pt x="13523" y="12286"/>
                      <a:pt x="13544" y="12286"/>
                    </a:cubicBezTo>
                    <a:cubicBezTo>
                      <a:pt x="13593" y="12286"/>
                      <a:pt x="13615" y="12243"/>
                      <a:pt x="13615" y="12216"/>
                    </a:cubicBezTo>
                    <a:cubicBezTo>
                      <a:pt x="13615" y="12173"/>
                      <a:pt x="13593" y="12151"/>
                      <a:pt x="13544" y="12151"/>
                    </a:cubicBezTo>
                    <a:close/>
                    <a:moveTo>
                      <a:pt x="13544" y="12421"/>
                    </a:moveTo>
                    <a:cubicBezTo>
                      <a:pt x="13523" y="12421"/>
                      <a:pt x="13480" y="12443"/>
                      <a:pt x="13480" y="12486"/>
                    </a:cubicBezTo>
                    <a:cubicBezTo>
                      <a:pt x="13480" y="12513"/>
                      <a:pt x="13523" y="12556"/>
                      <a:pt x="13544" y="12556"/>
                    </a:cubicBezTo>
                    <a:cubicBezTo>
                      <a:pt x="13593" y="12556"/>
                      <a:pt x="13615" y="12513"/>
                      <a:pt x="13615" y="12486"/>
                    </a:cubicBezTo>
                    <a:cubicBezTo>
                      <a:pt x="13615" y="12443"/>
                      <a:pt x="13593" y="12421"/>
                      <a:pt x="13544" y="12421"/>
                    </a:cubicBezTo>
                    <a:close/>
                    <a:moveTo>
                      <a:pt x="13544" y="12691"/>
                    </a:moveTo>
                    <a:cubicBezTo>
                      <a:pt x="13523" y="12691"/>
                      <a:pt x="13480" y="12713"/>
                      <a:pt x="13480" y="12756"/>
                    </a:cubicBezTo>
                    <a:cubicBezTo>
                      <a:pt x="13480" y="12783"/>
                      <a:pt x="13523" y="12826"/>
                      <a:pt x="13544" y="12826"/>
                    </a:cubicBezTo>
                    <a:cubicBezTo>
                      <a:pt x="13593" y="12826"/>
                      <a:pt x="13615" y="12783"/>
                      <a:pt x="13615" y="12756"/>
                    </a:cubicBezTo>
                    <a:cubicBezTo>
                      <a:pt x="13615" y="12713"/>
                      <a:pt x="13593" y="12691"/>
                      <a:pt x="13544" y="12691"/>
                    </a:cubicBezTo>
                    <a:close/>
                    <a:moveTo>
                      <a:pt x="13544" y="12961"/>
                    </a:moveTo>
                    <a:cubicBezTo>
                      <a:pt x="13523" y="12961"/>
                      <a:pt x="13480" y="12983"/>
                      <a:pt x="13480" y="13026"/>
                    </a:cubicBezTo>
                    <a:cubicBezTo>
                      <a:pt x="13480" y="13053"/>
                      <a:pt x="13523" y="13096"/>
                      <a:pt x="13544" y="13096"/>
                    </a:cubicBezTo>
                    <a:cubicBezTo>
                      <a:pt x="13593" y="13096"/>
                      <a:pt x="13615" y="13053"/>
                      <a:pt x="13615" y="13026"/>
                    </a:cubicBezTo>
                    <a:cubicBezTo>
                      <a:pt x="13615" y="12983"/>
                      <a:pt x="13593" y="12961"/>
                      <a:pt x="13544" y="12961"/>
                    </a:cubicBezTo>
                    <a:close/>
                    <a:moveTo>
                      <a:pt x="13544" y="13231"/>
                    </a:moveTo>
                    <a:cubicBezTo>
                      <a:pt x="13523" y="13231"/>
                      <a:pt x="13480" y="13253"/>
                      <a:pt x="13480" y="13296"/>
                    </a:cubicBezTo>
                    <a:cubicBezTo>
                      <a:pt x="13480" y="13323"/>
                      <a:pt x="13523" y="13366"/>
                      <a:pt x="13544" y="13366"/>
                    </a:cubicBezTo>
                    <a:cubicBezTo>
                      <a:pt x="13593" y="13366"/>
                      <a:pt x="13615" y="13323"/>
                      <a:pt x="13615" y="13296"/>
                    </a:cubicBezTo>
                    <a:cubicBezTo>
                      <a:pt x="13615" y="13253"/>
                      <a:pt x="13593" y="13231"/>
                      <a:pt x="13544" y="13231"/>
                    </a:cubicBezTo>
                    <a:close/>
                    <a:moveTo>
                      <a:pt x="13544" y="13501"/>
                    </a:moveTo>
                    <a:cubicBezTo>
                      <a:pt x="13523" y="13501"/>
                      <a:pt x="13480" y="13523"/>
                      <a:pt x="13480" y="13566"/>
                    </a:cubicBezTo>
                    <a:cubicBezTo>
                      <a:pt x="13480" y="13593"/>
                      <a:pt x="13523" y="13636"/>
                      <a:pt x="13544" y="13636"/>
                    </a:cubicBezTo>
                    <a:cubicBezTo>
                      <a:pt x="13593" y="13636"/>
                      <a:pt x="13615" y="13593"/>
                      <a:pt x="13615" y="13566"/>
                    </a:cubicBezTo>
                    <a:cubicBezTo>
                      <a:pt x="13615" y="13523"/>
                      <a:pt x="13593" y="13501"/>
                      <a:pt x="13544" y="13501"/>
                    </a:cubicBezTo>
                    <a:close/>
                    <a:moveTo>
                      <a:pt x="13544" y="13771"/>
                    </a:moveTo>
                    <a:cubicBezTo>
                      <a:pt x="13523" y="13771"/>
                      <a:pt x="13480" y="13793"/>
                      <a:pt x="13480" y="13836"/>
                    </a:cubicBezTo>
                    <a:cubicBezTo>
                      <a:pt x="13480" y="13863"/>
                      <a:pt x="13523" y="13906"/>
                      <a:pt x="13544" y="13906"/>
                    </a:cubicBezTo>
                    <a:cubicBezTo>
                      <a:pt x="13593" y="13906"/>
                      <a:pt x="13615" y="13863"/>
                      <a:pt x="13615" y="13836"/>
                    </a:cubicBezTo>
                    <a:cubicBezTo>
                      <a:pt x="13615" y="13793"/>
                      <a:pt x="13593" y="13771"/>
                      <a:pt x="13544" y="13771"/>
                    </a:cubicBezTo>
                    <a:close/>
                    <a:moveTo>
                      <a:pt x="13544" y="14041"/>
                    </a:moveTo>
                    <a:cubicBezTo>
                      <a:pt x="13523" y="14041"/>
                      <a:pt x="13480" y="14063"/>
                      <a:pt x="13480" y="14106"/>
                    </a:cubicBezTo>
                    <a:cubicBezTo>
                      <a:pt x="13480" y="14133"/>
                      <a:pt x="13523" y="14176"/>
                      <a:pt x="13544" y="14176"/>
                    </a:cubicBezTo>
                    <a:cubicBezTo>
                      <a:pt x="13593" y="14176"/>
                      <a:pt x="13615" y="14133"/>
                      <a:pt x="13615" y="14106"/>
                    </a:cubicBezTo>
                    <a:cubicBezTo>
                      <a:pt x="13615" y="14063"/>
                      <a:pt x="13593" y="14041"/>
                      <a:pt x="13544" y="14041"/>
                    </a:cubicBezTo>
                    <a:close/>
                    <a:moveTo>
                      <a:pt x="13544" y="14311"/>
                    </a:moveTo>
                    <a:cubicBezTo>
                      <a:pt x="13523" y="14311"/>
                      <a:pt x="13480" y="14333"/>
                      <a:pt x="13480" y="14376"/>
                    </a:cubicBezTo>
                    <a:cubicBezTo>
                      <a:pt x="13480" y="14403"/>
                      <a:pt x="13523" y="14446"/>
                      <a:pt x="13544" y="14446"/>
                    </a:cubicBezTo>
                    <a:cubicBezTo>
                      <a:pt x="13593" y="14446"/>
                      <a:pt x="13615" y="14403"/>
                      <a:pt x="13615" y="14376"/>
                    </a:cubicBezTo>
                    <a:cubicBezTo>
                      <a:pt x="13615" y="14333"/>
                      <a:pt x="13593" y="14311"/>
                      <a:pt x="13544" y="14311"/>
                    </a:cubicBezTo>
                    <a:close/>
                    <a:moveTo>
                      <a:pt x="13544" y="14581"/>
                    </a:moveTo>
                    <a:cubicBezTo>
                      <a:pt x="13523" y="14581"/>
                      <a:pt x="13480" y="14603"/>
                      <a:pt x="13480" y="14646"/>
                    </a:cubicBezTo>
                    <a:cubicBezTo>
                      <a:pt x="13480" y="14673"/>
                      <a:pt x="13523" y="14716"/>
                      <a:pt x="13544" y="14716"/>
                    </a:cubicBezTo>
                    <a:cubicBezTo>
                      <a:pt x="13593" y="14716"/>
                      <a:pt x="13615" y="14673"/>
                      <a:pt x="13615" y="14646"/>
                    </a:cubicBezTo>
                    <a:cubicBezTo>
                      <a:pt x="13615" y="14603"/>
                      <a:pt x="13593" y="14581"/>
                      <a:pt x="13544" y="14581"/>
                    </a:cubicBezTo>
                    <a:close/>
                    <a:moveTo>
                      <a:pt x="13544" y="14851"/>
                    </a:moveTo>
                    <a:cubicBezTo>
                      <a:pt x="13523" y="14851"/>
                      <a:pt x="13480" y="14873"/>
                      <a:pt x="13480" y="14916"/>
                    </a:cubicBezTo>
                    <a:cubicBezTo>
                      <a:pt x="13480" y="14943"/>
                      <a:pt x="13523" y="14986"/>
                      <a:pt x="13544" y="14986"/>
                    </a:cubicBezTo>
                    <a:cubicBezTo>
                      <a:pt x="13593" y="14986"/>
                      <a:pt x="13615" y="14943"/>
                      <a:pt x="13615" y="14916"/>
                    </a:cubicBezTo>
                    <a:cubicBezTo>
                      <a:pt x="13615" y="14873"/>
                      <a:pt x="13593" y="14851"/>
                      <a:pt x="13544" y="14851"/>
                    </a:cubicBezTo>
                    <a:close/>
                    <a:moveTo>
                      <a:pt x="13544" y="15121"/>
                    </a:moveTo>
                    <a:cubicBezTo>
                      <a:pt x="13523" y="15121"/>
                      <a:pt x="13480" y="15143"/>
                      <a:pt x="13480" y="15186"/>
                    </a:cubicBezTo>
                    <a:cubicBezTo>
                      <a:pt x="13480" y="15213"/>
                      <a:pt x="13523" y="15256"/>
                      <a:pt x="13544" y="15256"/>
                    </a:cubicBezTo>
                    <a:cubicBezTo>
                      <a:pt x="13593" y="15256"/>
                      <a:pt x="13615" y="15213"/>
                      <a:pt x="13615" y="15186"/>
                    </a:cubicBezTo>
                    <a:cubicBezTo>
                      <a:pt x="13615" y="15143"/>
                      <a:pt x="13593" y="15121"/>
                      <a:pt x="13544" y="15121"/>
                    </a:cubicBezTo>
                    <a:close/>
                    <a:moveTo>
                      <a:pt x="71" y="15143"/>
                    </a:moveTo>
                    <a:cubicBezTo>
                      <a:pt x="44" y="15143"/>
                      <a:pt x="0" y="15164"/>
                      <a:pt x="0" y="15213"/>
                    </a:cubicBezTo>
                    <a:cubicBezTo>
                      <a:pt x="0" y="15234"/>
                      <a:pt x="44" y="15278"/>
                      <a:pt x="71" y="15278"/>
                    </a:cubicBezTo>
                    <a:cubicBezTo>
                      <a:pt x="114" y="15278"/>
                      <a:pt x="135" y="15234"/>
                      <a:pt x="135" y="15213"/>
                    </a:cubicBezTo>
                    <a:cubicBezTo>
                      <a:pt x="135" y="15164"/>
                      <a:pt x="114" y="15143"/>
                      <a:pt x="71" y="15143"/>
                    </a:cubicBezTo>
                    <a:close/>
                    <a:moveTo>
                      <a:pt x="341" y="15143"/>
                    </a:moveTo>
                    <a:cubicBezTo>
                      <a:pt x="314" y="15143"/>
                      <a:pt x="270" y="15164"/>
                      <a:pt x="270" y="15213"/>
                    </a:cubicBezTo>
                    <a:cubicBezTo>
                      <a:pt x="270" y="15234"/>
                      <a:pt x="314" y="15278"/>
                      <a:pt x="341" y="15278"/>
                    </a:cubicBezTo>
                    <a:cubicBezTo>
                      <a:pt x="384" y="15278"/>
                      <a:pt x="405" y="15234"/>
                      <a:pt x="405" y="15213"/>
                    </a:cubicBezTo>
                    <a:cubicBezTo>
                      <a:pt x="405" y="15164"/>
                      <a:pt x="384" y="15143"/>
                      <a:pt x="341" y="15143"/>
                    </a:cubicBezTo>
                    <a:close/>
                    <a:moveTo>
                      <a:pt x="611" y="15143"/>
                    </a:moveTo>
                    <a:cubicBezTo>
                      <a:pt x="584" y="15143"/>
                      <a:pt x="540" y="15164"/>
                      <a:pt x="540" y="15213"/>
                    </a:cubicBezTo>
                    <a:cubicBezTo>
                      <a:pt x="540" y="15234"/>
                      <a:pt x="584" y="15278"/>
                      <a:pt x="611" y="15278"/>
                    </a:cubicBezTo>
                    <a:cubicBezTo>
                      <a:pt x="654" y="15278"/>
                      <a:pt x="675" y="15234"/>
                      <a:pt x="675" y="15213"/>
                    </a:cubicBezTo>
                    <a:cubicBezTo>
                      <a:pt x="675" y="15164"/>
                      <a:pt x="654" y="15143"/>
                      <a:pt x="611" y="15143"/>
                    </a:cubicBezTo>
                    <a:close/>
                    <a:moveTo>
                      <a:pt x="881" y="15143"/>
                    </a:moveTo>
                    <a:cubicBezTo>
                      <a:pt x="854" y="15143"/>
                      <a:pt x="810" y="15164"/>
                      <a:pt x="810" y="15213"/>
                    </a:cubicBezTo>
                    <a:cubicBezTo>
                      <a:pt x="810" y="15234"/>
                      <a:pt x="854" y="15278"/>
                      <a:pt x="881" y="15278"/>
                    </a:cubicBezTo>
                    <a:cubicBezTo>
                      <a:pt x="924" y="15278"/>
                      <a:pt x="945" y="15234"/>
                      <a:pt x="945" y="15213"/>
                    </a:cubicBezTo>
                    <a:cubicBezTo>
                      <a:pt x="945" y="15164"/>
                      <a:pt x="924" y="15143"/>
                      <a:pt x="881" y="15143"/>
                    </a:cubicBezTo>
                    <a:close/>
                    <a:moveTo>
                      <a:pt x="1151" y="15143"/>
                    </a:moveTo>
                    <a:cubicBezTo>
                      <a:pt x="1124" y="15143"/>
                      <a:pt x="1080" y="15164"/>
                      <a:pt x="1080" y="15213"/>
                    </a:cubicBezTo>
                    <a:cubicBezTo>
                      <a:pt x="1080" y="15234"/>
                      <a:pt x="1124" y="15278"/>
                      <a:pt x="1151" y="15278"/>
                    </a:cubicBezTo>
                    <a:cubicBezTo>
                      <a:pt x="1194" y="15278"/>
                      <a:pt x="1215" y="15234"/>
                      <a:pt x="1215" y="15213"/>
                    </a:cubicBezTo>
                    <a:cubicBezTo>
                      <a:pt x="1215" y="15164"/>
                      <a:pt x="1194" y="15143"/>
                      <a:pt x="1151" y="15143"/>
                    </a:cubicBezTo>
                    <a:close/>
                    <a:moveTo>
                      <a:pt x="1421" y="15143"/>
                    </a:moveTo>
                    <a:cubicBezTo>
                      <a:pt x="1394" y="15143"/>
                      <a:pt x="1351" y="15164"/>
                      <a:pt x="1351" y="15213"/>
                    </a:cubicBezTo>
                    <a:cubicBezTo>
                      <a:pt x="1351" y="15234"/>
                      <a:pt x="1394" y="15278"/>
                      <a:pt x="1421" y="15278"/>
                    </a:cubicBezTo>
                    <a:cubicBezTo>
                      <a:pt x="1464" y="15278"/>
                      <a:pt x="1486" y="15234"/>
                      <a:pt x="1486" y="15213"/>
                    </a:cubicBezTo>
                    <a:cubicBezTo>
                      <a:pt x="1486" y="15164"/>
                      <a:pt x="1464" y="15143"/>
                      <a:pt x="1421" y="15143"/>
                    </a:cubicBezTo>
                    <a:close/>
                    <a:moveTo>
                      <a:pt x="1691" y="15143"/>
                    </a:moveTo>
                    <a:cubicBezTo>
                      <a:pt x="1664" y="15143"/>
                      <a:pt x="1621" y="15164"/>
                      <a:pt x="1621" y="15213"/>
                    </a:cubicBezTo>
                    <a:cubicBezTo>
                      <a:pt x="1621" y="15234"/>
                      <a:pt x="1664" y="15278"/>
                      <a:pt x="1691" y="15278"/>
                    </a:cubicBezTo>
                    <a:cubicBezTo>
                      <a:pt x="1734" y="15278"/>
                      <a:pt x="1756" y="15234"/>
                      <a:pt x="1756" y="15213"/>
                    </a:cubicBezTo>
                    <a:cubicBezTo>
                      <a:pt x="1756" y="15164"/>
                      <a:pt x="1734" y="15143"/>
                      <a:pt x="1691" y="15143"/>
                    </a:cubicBezTo>
                    <a:close/>
                    <a:moveTo>
                      <a:pt x="1961" y="15143"/>
                    </a:moveTo>
                    <a:cubicBezTo>
                      <a:pt x="1934" y="15143"/>
                      <a:pt x="1891" y="15164"/>
                      <a:pt x="1891" y="15213"/>
                    </a:cubicBezTo>
                    <a:cubicBezTo>
                      <a:pt x="1891" y="15234"/>
                      <a:pt x="1934" y="15278"/>
                      <a:pt x="1961" y="15278"/>
                    </a:cubicBezTo>
                    <a:cubicBezTo>
                      <a:pt x="2004" y="15278"/>
                      <a:pt x="2026" y="15234"/>
                      <a:pt x="2026" y="15213"/>
                    </a:cubicBezTo>
                    <a:cubicBezTo>
                      <a:pt x="2026" y="15164"/>
                      <a:pt x="2004" y="15143"/>
                      <a:pt x="1961" y="15143"/>
                    </a:cubicBezTo>
                    <a:close/>
                    <a:moveTo>
                      <a:pt x="2231" y="15143"/>
                    </a:moveTo>
                    <a:cubicBezTo>
                      <a:pt x="2204" y="15143"/>
                      <a:pt x="2161" y="15164"/>
                      <a:pt x="2161" y="15213"/>
                    </a:cubicBezTo>
                    <a:cubicBezTo>
                      <a:pt x="2161" y="15234"/>
                      <a:pt x="2204" y="15278"/>
                      <a:pt x="2231" y="15278"/>
                    </a:cubicBezTo>
                    <a:cubicBezTo>
                      <a:pt x="2274" y="15278"/>
                      <a:pt x="2296" y="15234"/>
                      <a:pt x="2296" y="15213"/>
                    </a:cubicBezTo>
                    <a:cubicBezTo>
                      <a:pt x="2296" y="15164"/>
                      <a:pt x="2274" y="15143"/>
                      <a:pt x="2231" y="15143"/>
                    </a:cubicBezTo>
                    <a:close/>
                    <a:moveTo>
                      <a:pt x="2501" y="15143"/>
                    </a:moveTo>
                    <a:cubicBezTo>
                      <a:pt x="2474" y="15143"/>
                      <a:pt x="2431" y="15164"/>
                      <a:pt x="2431" y="15213"/>
                    </a:cubicBezTo>
                    <a:cubicBezTo>
                      <a:pt x="2431" y="15234"/>
                      <a:pt x="2474" y="15278"/>
                      <a:pt x="2501" y="15278"/>
                    </a:cubicBezTo>
                    <a:cubicBezTo>
                      <a:pt x="2544" y="15278"/>
                      <a:pt x="2566" y="15234"/>
                      <a:pt x="2566" y="15213"/>
                    </a:cubicBezTo>
                    <a:cubicBezTo>
                      <a:pt x="2566" y="15164"/>
                      <a:pt x="2544" y="15143"/>
                      <a:pt x="2501" y="15143"/>
                    </a:cubicBezTo>
                    <a:close/>
                    <a:moveTo>
                      <a:pt x="2771" y="15143"/>
                    </a:moveTo>
                    <a:cubicBezTo>
                      <a:pt x="2744" y="15143"/>
                      <a:pt x="2701" y="15164"/>
                      <a:pt x="2701" y="15213"/>
                    </a:cubicBezTo>
                    <a:cubicBezTo>
                      <a:pt x="2701" y="15234"/>
                      <a:pt x="2744" y="15278"/>
                      <a:pt x="2771" y="15278"/>
                    </a:cubicBezTo>
                    <a:cubicBezTo>
                      <a:pt x="2814" y="15278"/>
                      <a:pt x="2836" y="15234"/>
                      <a:pt x="2836" y="15213"/>
                    </a:cubicBezTo>
                    <a:cubicBezTo>
                      <a:pt x="2836" y="15164"/>
                      <a:pt x="2814" y="15143"/>
                      <a:pt x="2771" y="15143"/>
                    </a:cubicBezTo>
                    <a:close/>
                    <a:moveTo>
                      <a:pt x="3041" y="15143"/>
                    </a:moveTo>
                    <a:cubicBezTo>
                      <a:pt x="3014" y="15143"/>
                      <a:pt x="2971" y="15164"/>
                      <a:pt x="2971" y="15213"/>
                    </a:cubicBezTo>
                    <a:cubicBezTo>
                      <a:pt x="2971" y="15234"/>
                      <a:pt x="3014" y="15278"/>
                      <a:pt x="3041" y="15278"/>
                    </a:cubicBezTo>
                    <a:cubicBezTo>
                      <a:pt x="3084" y="15278"/>
                      <a:pt x="3106" y="15234"/>
                      <a:pt x="3106" y="15213"/>
                    </a:cubicBezTo>
                    <a:cubicBezTo>
                      <a:pt x="3106" y="15164"/>
                      <a:pt x="3084" y="15143"/>
                      <a:pt x="3041" y="15143"/>
                    </a:cubicBezTo>
                    <a:close/>
                    <a:moveTo>
                      <a:pt x="3311" y="15143"/>
                    </a:moveTo>
                    <a:cubicBezTo>
                      <a:pt x="3284" y="15143"/>
                      <a:pt x="3241" y="15164"/>
                      <a:pt x="3241" y="15213"/>
                    </a:cubicBezTo>
                    <a:cubicBezTo>
                      <a:pt x="3241" y="15234"/>
                      <a:pt x="3284" y="15278"/>
                      <a:pt x="3311" y="15278"/>
                    </a:cubicBezTo>
                    <a:cubicBezTo>
                      <a:pt x="3332" y="15278"/>
                      <a:pt x="3354" y="15256"/>
                      <a:pt x="3376" y="15256"/>
                    </a:cubicBezTo>
                    <a:cubicBezTo>
                      <a:pt x="3354" y="15234"/>
                      <a:pt x="3354" y="15213"/>
                      <a:pt x="3354" y="15213"/>
                    </a:cubicBezTo>
                    <a:cubicBezTo>
                      <a:pt x="3354" y="15186"/>
                      <a:pt x="3354" y="15164"/>
                      <a:pt x="3376" y="15164"/>
                    </a:cubicBezTo>
                    <a:cubicBezTo>
                      <a:pt x="3354" y="15143"/>
                      <a:pt x="3332" y="15143"/>
                      <a:pt x="3311" y="15143"/>
                    </a:cubicBezTo>
                    <a:close/>
                    <a:moveTo>
                      <a:pt x="3581" y="15143"/>
                    </a:moveTo>
                    <a:cubicBezTo>
                      <a:pt x="3554" y="15143"/>
                      <a:pt x="3511" y="15164"/>
                      <a:pt x="3511" y="15213"/>
                    </a:cubicBezTo>
                    <a:cubicBezTo>
                      <a:pt x="3511" y="15234"/>
                      <a:pt x="3554" y="15278"/>
                      <a:pt x="3581" y="15278"/>
                    </a:cubicBezTo>
                    <a:cubicBezTo>
                      <a:pt x="3624" y="15278"/>
                      <a:pt x="3646" y="15234"/>
                      <a:pt x="3646" y="15213"/>
                    </a:cubicBezTo>
                    <a:cubicBezTo>
                      <a:pt x="3646" y="15164"/>
                      <a:pt x="3624" y="15143"/>
                      <a:pt x="3581" y="15143"/>
                    </a:cubicBezTo>
                    <a:close/>
                    <a:moveTo>
                      <a:pt x="3851" y="15143"/>
                    </a:moveTo>
                    <a:cubicBezTo>
                      <a:pt x="3824" y="15143"/>
                      <a:pt x="3781" y="15164"/>
                      <a:pt x="3781" y="15213"/>
                    </a:cubicBezTo>
                    <a:cubicBezTo>
                      <a:pt x="3781" y="15234"/>
                      <a:pt x="3824" y="15278"/>
                      <a:pt x="3851" y="15278"/>
                    </a:cubicBezTo>
                    <a:cubicBezTo>
                      <a:pt x="3894" y="15278"/>
                      <a:pt x="3916" y="15234"/>
                      <a:pt x="3916" y="15213"/>
                    </a:cubicBezTo>
                    <a:cubicBezTo>
                      <a:pt x="3916" y="15164"/>
                      <a:pt x="3894" y="15143"/>
                      <a:pt x="3851" y="15143"/>
                    </a:cubicBezTo>
                    <a:close/>
                    <a:moveTo>
                      <a:pt x="4121" y="15143"/>
                    </a:moveTo>
                    <a:cubicBezTo>
                      <a:pt x="4094" y="15143"/>
                      <a:pt x="4051" y="15164"/>
                      <a:pt x="4051" y="15213"/>
                    </a:cubicBezTo>
                    <a:cubicBezTo>
                      <a:pt x="4051" y="15234"/>
                      <a:pt x="4094" y="15278"/>
                      <a:pt x="4121" y="15278"/>
                    </a:cubicBezTo>
                    <a:cubicBezTo>
                      <a:pt x="4164" y="15278"/>
                      <a:pt x="4186" y="15234"/>
                      <a:pt x="4186" y="15213"/>
                    </a:cubicBezTo>
                    <a:cubicBezTo>
                      <a:pt x="4186" y="15164"/>
                      <a:pt x="4164" y="15143"/>
                      <a:pt x="4121" y="15143"/>
                    </a:cubicBezTo>
                    <a:close/>
                    <a:moveTo>
                      <a:pt x="4391" y="15143"/>
                    </a:moveTo>
                    <a:cubicBezTo>
                      <a:pt x="4364" y="15143"/>
                      <a:pt x="4321" y="15164"/>
                      <a:pt x="4321" y="15213"/>
                    </a:cubicBezTo>
                    <a:cubicBezTo>
                      <a:pt x="4321" y="15234"/>
                      <a:pt x="4364" y="15278"/>
                      <a:pt x="4391" y="15278"/>
                    </a:cubicBezTo>
                    <a:cubicBezTo>
                      <a:pt x="4434" y="15278"/>
                      <a:pt x="4456" y="15234"/>
                      <a:pt x="4456" y="15213"/>
                    </a:cubicBezTo>
                    <a:cubicBezTo>
                      <a:pt x="4456" y="15164"/>
                      <a:pt x="4434" y="15143"/>
                      <a:pt x="4391" y="15143"/>
                    </a:cubicBezTo>
                    <a:close/>
                    <a:moveTo>
                      <a:pt x="4661" y="15143"/>
                    </a:moveTo>
                    <a:cubicBezTo>
                      <a:pt x="4634" y="15143"/>
                      <a:pt x="4591" y="15164"/>
                      <a:pt x="4591" y="15213"/>
                    </a:cubicBezTo>
                    <a:cubicBezTo>
                      <a:pt x="4591" y="15234"/>
                      <a:pt x="4634" y="15278"/>
                      <a:pt x="4661" y="15278"/>
                    </a:cubicBezTo>
                    <a:cubicBezTo>
                      <a:pt x="4704" y="15278"/>
                      <a:pt x="4726" y="15234"/>
                      <a:pt x="4726" y="15213"/>
                    </a:cubicBezTo>
                    <a:cubicBezTo>
                      <a:pt x="4726" y="15164"/>
                      <a:pt x="4704" y="15143"/>
                      <a:pt x="4661" y="15143"/>
                    </a:cubicBezTo>
                    <a:close/>
                    <a:moveTo>
                      <a:pt x="4931" y="15143"/>
                    </a:moveTo>
                    <a:cubicBezTo>
                      <a:pt x="4904" y="15143"/>
                      <a:pt x="4861" y="15164"/>
                      <a:pt x="4861" y="15213"/>
                    </a:cubicBezTo>
                    <a:cubicBezTo>
                      <a:pt x="4861" y="15234"/>
                      <a:pt x="4904" y="15278"/>
                      <a:pt x="4931" y="15278"/>
                    </a:cubicBezTo>
                    <a:cubicBezTo>
                      <a:pt x="4974" y="15278"/>
                      <a:pt x="4996" y="15234"/>
                      <a:pt x="4996" y="15213"/>
                    </a:cubicBezTo>
                    <a:cubicBezTo>
                      <a:pt x="4996" y="15164"/>
                      <a:pt x="4974" y="15143"/>
                      <a:pt x="4931" y="15143"/>
                    </a:cubicBezTo>
                    <a:close/>
                    <a:moveTo>
                      <a:pt x="5201" y="15143"/>
                    </a:moveTo>
                    <a:cubicBezTo>
                      <a:pt x="5174" y="15143"/>
                      <a:pt x="5131" y="15164"/>
                      <a:pt x="5131" y="15213"/>
                    </a:cubicBezTo>
                    <a:cubicBezTo>
                      <a:pt x="5131" y="15234"/>
                      <a:pt x="5174" y="15278"/>
                      <a:pt x="5201" y="15278"/>
                    </a:cubicBezTo>
                    <a:cubicBezTo>
                      <a:pt x="5244" y="15278"/>
                      <a:pt x="5266" y="15234"/>
                      <a:pt x="5266" y="15213"/>
                    </a:cubicBezTo>
                    <a:cubicBezTo>
                      <a:pt x="5266" y="15164"/>
                      <a:pt x="5244" y="15143"/>
                      <a:pt x="5201" y="15143"/>
                    </a:cubicBezTo>
                    <a:close/>
                    <a:moveTo>
                      <a:pt x="5471" y="15143"/>
                    </a:moveTo>
                    <a:cubicBezTo>
                      <a:pt x="5444" y="15143"/>
                      <a:pt x="5401" y="15164"/>
                      <a:pt x="5401" y="15213"/>
                    </a:cubicBezTo>
                    <a:cubicBezTo>
                      <a:pt x="5401" y="15234"/>
                      <a:pt x="5444" y="15278"/>
                      <a:pt x="5471" y="15278"/>
                    </a:cubicBezTo>
                    <a:cubicBezTo>
                      <a:pt x="5514" y="15278"/>
                      <a:pt x="5536" y="15234"/>
                      <a:pt x="5536" y="15213"/>
                    </a:cubicBezTo>
                    <a:cubicBezTo>
                      <a:pt x="5536" y="15164"/>
                      <a:pt x="5514" y="15143"/>
                      <a:pt x="5471" y="15143"/>
                    </a:cubicBezTo>
                    <a:close/>
                    <a:moveTo>
                      <a:pt x="5741" y="15143"/>
                    </a:moveTo>
                    <a:cubicBezTo>
                      <a:pt x="5714" y="15143"/>
                      <a:pt x="5671" y="15164"/>
                      <a:pt x="5671" y="15213"/>
                    </a:cubicBezTo>
                    <a:cubicBezTo>
                      <a:pt x="5671" y="15234"/>
                      <a:pt x="5714" y="15278"/>
                      <a:pt x="5741" y="15278"/>
                    </a:cubicBezTo>
                    <a:cubicBezTo>
                      <a:pt x="5784" y="15278"/>
                      <a:pt x="5806" y="15234"/>
                      <a:pt x="5806" y="15213"/>
                    </a:cubicBezTo>
                    <a:cubicBezTo>
                      <a:pt x="5806" y="15164"/>
                      <a:pt x="5784" y="15143"/>
                      <a:pt x="5741" y="15143"/>
                    </a:cubicBezTo>
                    <a:close/>
                    <a:moveTo>
                      <a:pt x="6011" y="15143"/>
                    </a:moveTo>
                    <a:cubicBezTo>
                      <a:pt x="5984" y="15143"/>
                      <a:pt x="5941" y="15164"/>
                      <a:pt x="5941" y="15213"/>
                    </a:cubicBezTo>
                    <a:cubicBezTo>
                      <a:pt x="5941" y="15234"/>
                      <a:pt x="5984" y="15278"/>
                      <a:pt x="6011" y="15278"/>
                    </a:cubicBezTo>
                    <a:cubicBezTo>
                      <a:pt x="6054" y="15278"/>
                      <a:pt x="6076" y="15234"/>
                      <a:pt x="6076" y="15213"/>
                    </a:cubicBezTo>
                    <a:cubicBezTo>
                      <a:pt x="6076" y="15164"/>
                      <a:pt x="6054" y="15143"/>
                      <a:pt x="6011" y="15143"/>
                    </a:cubicBezTo>
                    <a:close/>
                    <a:moveTo>
                      <a:pt x="6281" y="15143"/>
                    </a:moveTo>
                    <a:cubicBezTo>
                      <a:pt x="6254" y="15143"/>
                      <a:pt x="6211" y="15164"/>
                      <a:pt x="6211" y="15213"/>
                    </a:cubicBezTo>
                    <a:cubicBezTo>
                      <a:pt x="6211" y="15234"/>
                      <a:pt x="6254" y="15278"/>
                      <a:pt x="6281" y="15278"/>
                    </a:cubicBezTo>
                    <a:cubicBezTo>
                      <a:pt x="6324" y="15278"/>
                      <a:pt x="6346" y="15234"/>
                      <a:pt x="6346" y="15213"/>
                    </a:cubicBezTo>
                    <a:cubicBezTo>
                      <a:pt x="6346" y="15164"/>
                      <a:pt x="6324" y="15143"/>
                      <a:pt x="6281" y="15143"/>
                    </a:cubicBezTo>
                    <a:close/>
                    <a:moveTo>
                      <a:pt x="6551" y="15143"/>
                    </a:moveTo>
                    <a:cubicBezTo>
                      <a:pt x="6524" y="15143"/>
                      <a:pt x="6481" y="15164"/>
                      <a:pt x="6481" y="15213"/>
                    </a:cubicBezTo>
                    <a:cubicBezTo>
                      <a:pt x="6481" y="15234"/>
                      <a:pt x="6524" y="15278"/>
                      <a:pt x="6551" y="15278"/>
                    </a:cubicBezTo>
                    <a:cubicBezTo>
                      <a:pt x="6594" y="15278"/>
                      <a:pt x="6616" y="15234"/>
                      <a:pt x="6616" y="15213"/>
                    </a:cubicBezTo>
                    <a:cubicBezTo>
                      <a:pt x="6616" y="15164"/>
                      <a:pt x="6594" y="15143"/>
                      <a:pt x="6551" y="15143"/>
                    </a:cubicBezTo>
                    <a:close/>
                    <a:moveTo>
                      <a:pt x="6821" y="15143"/>
                    </a:moveTo>
                    <a:cubicBezTo>
                      <a:pt x="6794" y="15143"/>
                      <a:pt x="6751" y="15164"/>
                      <a:pt x="6751" y="15213"/>
                    </a:cubicBezTo>
                    <a:cubicBezTo>
                      <a:pt x="6751" y="15234"/>
                      <a:pt x="6794" y="15278"/>
                      <a:pt x="6821" y="15278"/>
                    </a:cubicBezTo>
                    <a:cubicBezTo>
                      <a:pt x="6864" y="15278"/>
                      <a:pt x="6886" y="15234"/>
                      <a:pt x="6886" y="15213"/>
                    </a:cubicBezTo>
                    <a:cubicBezTo>
                      <a:pt x="6886" y="15164"/>
                      <a:pt x="6864" y="15143"/>
                      <a:pt x="6821" y="15143"/>
                    </a:cubicBezTo>
                    <a:close/>
                    <a:moveTo>
                      <a:pt x="7091" y="15143"/>
                    </a:moveTo>
                    <a:cubicBezTo>
                      <a:pt x="7064" y="15143"/>
                      <a:pt x="7021" y="15164"/>
                      <a:pt x="7021" y="15213"/>
                    </a:cubicBezTo>
                    <a:cubicBezTo>
                      <a:pt x="7021" y="15234"/>
                      <a:pt x="7064" y="15278"/>
                      <a:pt x="7091" y="15278"/>
                    </a:cubicBezTo>
                    <a:cubicBezTo>
                      <a:pt x="7134" y="15278"/>
                      <a:pt x="7156" y="15234"/>
                      <a:pt x="7156" y="15213"/>
                    </a:cubicBezTo>
                    <a:cubicBezTo>
                      <a:pt x="7156" y="15164"/>
                      <a:pt x="7134" y="15143"/>
                      <a:pt x="7091" y="15143"/>
                    </a:cubicBezTo>
                    <a:close/>
                    <a:moveTo>
                      <a:pt x="7361" y="15143"/>
                    </a:moveTo>
                    <a:cubicBezTo>
                      <a:pt x="7334" y="15143"/>
                      <a:pt x="7291" y="15164"/>
                      <a:pt x="7291" y="15213"/>
                    </a:cubicBezTo>
                    <a:cubicBezTo>
                      <a:pt x="7291" y="15234"/>
                      <a:pt x="7334" y="15278"/>
                      <a:pt x="7361" y="15278"/>
                    </a:cubicBezTo>
                    <a:cubicBezTo>
                      <a:pt x="7404" y="15278"/>
                      <a:pt x="7426" y="15234"/>
                      <a:pt x="7426" y="15213"/>
                    </a:cubicBezTo>
                    <a:cubicBezTo>
                      <a:pt x="7426" y="15164"/>
                      <a:pt x="7404" y="15143"/>
                      <a:pt x="7361" y="15143"/>
                    </a:cubicBezTo>
                    <a:close/>
                    <a:moveTo>
                      <a:pt x="7631" y="15143"/>
                    </a:moveTo>
                    <a:cubicBezTo>
                      <a:pt x="7604" y="15143"/>
                      <a:pt x="7561" y="15164"/>
                      <a:pt x="7561" y="15213"/>
                    </a:cubicBezTo>
                    <a:cubicBezTo>
                      <a:pt x="7561" y="15234"/>
                      <a:pt x="7604" y="15278"/>
                      <a:pt x="7631" y="15278"/>
                    </a:cubicBezTo>
                    <a:cubicBezTo>
                      <a:pt x="7674" y="15278"/>
                      <a:pt x="7696" y="15234"/>
                      <a:pt x="7696" y="15213"/>
                    </a:cubicBezTo>
                    <a:cubicBezTo>
                      <a:pt x="7696" y="15164"/>
                      <a:pt x="7674" y="15143"/>
                      <a:pt x="7631" y="15143"/>
                    </a:cubicBezTo>
                    <a:close/>
                    <a:moveTo>
                      <a:pt x="7901" y="15143"/>
                    </a:moveTo>
                    <a:cubicBezTo>
                      <a:pt x="7874" y="15143"/>
                      <a:pt x="7831" y="15164"/>
                      <a:pt x="7831" y="15213"/>
                    </a:cubicBezTo>
                    <a:cubicBezTo>
                      <a:pt x="7831" y="15234"/>
                      <a:pt x="7874" y="15278"/>
                      <a:pt x="7901" y="15278"/>
                    </a:cubicBezTo>
                    <a:cubicBezTo>
                      <a:pt x="7944" y="15278"/>
                      <a:pt x="7966" y="15234"/>
                      <a:pt x="7966" y="15213"/>
                    </a:cubicBezTo>
                    <a:cubicBezTo>
                      <a:pt x="7966" y="15164"/>
                      <a:pt x="7944" y="15143"/>
                      <a:pt x="7901" y="15143"/>
                    </a:cubicBezTo>
                    <a:close/>
                    <a:moveTo>
                      <a:pt x="8171" y="15143"/>
                    </a:moveTo>
                    <a:cubicBezTo>
                      <a:pt x="8144" y="15143"/>
                      <a:pt x="8101" y="15164"/>
                      <a:pt x="8101" y="15213"/>
                    </a:cubicBezTo>
                    <a:cubicBezTo>
                      <a:pt x="8101" y="15234"/>
                      <a:pt x="8144" y="15278"/>
                      <a:pt x="8171" y="15278"/>
                    </a:cubicBezTo>
                    <a:cubicBezTo>
                      <a:pt x="8214" y="15278"/>
                      <a:pt x="8236" y="15234"/>
                      <a:pt x="8236" y="15213"/>
                    </a:cubicBezTo>
                    <a:cubicBezTo>
                      <a:pt x="8236" y="15164"/>
                      <a:pt x="8214" y="15143"/>
                      <a:pt x="8171" y="15143"/>
                    </a:cubicBezTo>
                    <a:close/>
                    <a:moveTo>
                      <a:pt x="8441" y="15143"/>
                    </a:moveTo>
                    <a:cubicBezTo>
                      <a:pt x="8414" y="15143"/>
                      <a:pt x="8371" y="15164"/>
                      <a:pt x="8371" y="15213"/>
                    </a:cubicBezTo>
                    <a:cubicBezTo>
                      <a:pt x="8371" y="15234"/>
                      <a:pt x="8414" y="15278"/>
                      <a:pt x="8441" y="15278"/>
                    </a:cubicBezTo>
                    <a:cubicBezTo>
                      <a:pt x="8484" y="15278"/>
                      <a:pt x="8506" y="15234"/>
                      <a:pt x="8506" y="15213"/>
                    </a:cubicBezTo>
                    <a:cubicBezTo>
                      <a:pt x="8506" y="15164"/>
                      <a:pt x="8484" y="15143"/>
                      <a:pt x="8441" y="15143"/>
                    </a:cubicBezTo>
                    <a:close/>
                    <a:moveTo>
                      <a:pt x="8711" y="15143"/>
                    </a:moveTo>
                    <a:cubicBezTo>
                      <a:pt x="8684" y="15143"/>
                      <a:pt x="8641" y="15164"/>
                      <a:pt x="8641" y="15213"/>
                    </a:cubicBezTo>
                    <a:cubicBezTo>
                      <a:pt x="8641" y="15234"/>
                      <a:pt x="8684" y="15278"/>
                      <a:pt x="8711" y="15278"/>
                    </a:cubicBezTo>
                    <a:cubicBezTo>
                      <a:pt x="8754" y="15278"/>
                      <a:pt x="8776" y="15234"/>
                      <a:pt x="8776" y="15213"/>
                    </a:cubicBezTo>
                    <a:cubicBezTo>
                      <a:pt x="8776" y="15164"/>
                      <a:pt x="8754" y="15143"/>
                      <a:pt x="8711" y="15143"/>
                    </a:cubicBezTo>
                    <a:close/>
                    <a:moveTo>
                      <a:pt x="8981" y="15143"/>
                    </a:moveTo>
                    <a:cubicBezTo>
                      <a:pt x="8954" y="15143"/>
                      <a:pt x="8911" y="15164"/>
                      <a:pt x="8911" y="15213"/>
                    </a:cubicBezTo>
                    <a:cubicBezTo>
                      <a:pt x="8911" y="15234"/>
                      <a:pt x="8954" y="15278"/>
                      <a:pt x="8981" y="15278"/>
                    </a:cubicBezTo>
                    <a:cubicBezTo>
                      <a:pt x="9024" y="15278"/>
                      <a:pt x="9046" y="15234"/>
                      <a:pt x="9046" y="15213"/>
                    </a:cubicBezTo>
                    <a:cubicBezTo>
                      <a:pt x="9046" y="15164"/>
                      <a:pt x="9024" y="15143"/>
                      <a:pt x="8981" y="15143"/>
                    </a:cubicBezTo>
                    <a:close/>
                    <a:moveTo>
                      <a:pt x="9251" y="15143"/>
                    </a:moveTo>
                    <a:cubicBezTo>
                      <a:pt x="9224" y="15143"/>
                      <a:pt x="9181" y="15164"/>
                      <a:pt x="9181" y="15213"/>
                    </a:cubicBezTo>
                    <a:cubicBezTo>
                      <a:pt x="9181" y="15234"/>
                      <a:pt x="9224" y="15278"/>
                      <a:pt x="9251" y="15278"/>
                    </a:cubicBezTo>
                    <a:cubicBezTo>
                      <a:pt x="9294" y="15278"/>
                      <a:pt x="9316" y="15234"/>
                      <a:pt x="9316" y="15213"/>
                    </a:cubicBezTo>
                    <a:cubicBezTo>
                      <a:pt x="9316" y="15164"/>
                      <a:pt x="9294" y="15143"/>
                      <a:pt x="9251" y="15143"/>
                    </a:cubicBezTo>
                    <a:close/>
                    <a:moveTo>
                      <a:pt x="9521" y="15143"/>
                    </a:moveTo>
                    <a:cubicBezTo>
                      <a:pt x="9494" y="15143"/>
                      <a:pt x="9451" y="15164"/>
                      <a:pt x="9451" y="15213"/>
                    </a:cubicBezTo>
                    <a:cubicBezTo>
                      <a:pt x="9451" y="15234"/>
                      <a:pt x="9494" y="15278"/>
                      <a:pt x="9521" y="15278"/>
                    </a:cubicBezTo>
                    <a:cubicBezTo>
                      <a:pt x="9564" y="15278"/>
                      <a:pt x="9586" y="15234"/>
                      <a:pt x="9586" y="15213"/>
                    </a:cubicBezTo>
                    <a:cubicBezTo>
                      <a:pt x="9586" y="15164"/>
                      <a:pt x="9564" y="15143"/>
                      <a:pt x="9521" y="15143"/>
                    </a:cubicBezTo>
                    <a:close/>
                    <a:moveTo>
                      <a:pt x="9791" y="15143"/>
                    </a:moveTo>
                    <a:cubicBezTo>
                      <a:pt x="9764" y="15143"/>
                      <a:pt x="9721" y="15164"/>
                      <a:pt x="9721" y="15213"/>
                    </a:cubicBezTo>
                    <a:cubicBezTo>
                      <a:pt x="9721" y="15234"/>
                      <a:pt x="9764" y="15278"/>
                      <a:pt x="9791" y="15278"/>
                    </a:cubicBezTo>
                    <a:cubicBezTo>
                      <a:pt x="9834" y="15278"/>
                      <a:pt x="9856" y="15234"/>
                      <a:pt x="9856" y="15213"/>
                    </a:cubicBezTo>
                    <a:cubicBezTo>
                      <a:pt x="9856" y="15164"/>
                      <a:pt x="9834" y="15143"/>
                      <a:pt x="9791" y="15143"/>
                    </a:cubicBezTo>
                    <a:close/>
                    <a:moveTo>
                      <a:pt x="10061" y="15143"/>
                    </a:moveTo>
                    <a:cubicBezTo>
                      <a:pt x="10034" y="15143"/>
                      <a:pt x="9991" y="15164"/>
                      <a:pt x="9991" y="15213"/>
                    </a:cubicBezTo>
                    <a:cubicBezTo>
                      <a:pt x="9991" y="15234"/>
                      <a:pt x="10034" y="15278"/>
                      <a:pt x="10061" y="15278"/>
                    </a:cubicBezTo>
                    <a:cubicBezTo>
                      <a:pt x="10104" y="15278"/>
                      <a:pt x="10126" y="15234"/>
                      <a:pt x="10126" y="15213"/>
                    </a:cubicBezTo>
                    <a:cubicBezTo>
                      <a:pt x="10126" y="15164"/>
                      <a:pt x="10104" y="15143"/>
                      <a:pt x="10061" y="15143"/>
                    </a:cubicBezTo>
                    <a:close/>
                    <a:moveTo>
                      <a:pt x="10331" y="15143"/>
                    </a:moveTo>
                    <a:cubicBezTo>
                      <a:pt x="10304" y="15143"/>
                      <a:pt x="10261" y="15164"/>
                      <a:pt x="10261" y="15213"/>
                    </a:cubicBezTo>
                    <a:cubicBezTo>
                      <a:pt x="10261" y="15234"/>
                      <a:pt x="10304" y="15278"/>
                      <a:pt x="10331" y="15278"/>
                    </a:cubicBezTo>
                    <a:cubicBezTo>
                      <a:pt x="10374" y="15278"/>
                      <a:pt x="10396" y="15234"/>
                      <a:pt x="10396" y="15213"/>
                    </a:cubicBezTo>
                    <a:cubicBezTo>
                      <a:pt x="10396" y="15164"/>
                      <a:pt x="10374" y="15143"/>
                      <a:pt x="10331" y="15143"/>
                    </a:cubicBezTo>
                    <a:close/>
                    <a:moveTo>
                      <a:pt x="10601" y="15143"/>
                    </a:moveTo>
                    <a:cubicBezTo>
                      <a:pt x="10574" y="15143"/>
                      <a:pt x="10531" y="15164"/>
                      <a:pt x="10531" y="15213"/>
                    </a:cubicBezTo>
                    <a:cubicBezTo>
                      <a:pt x="10531" y="15234"/>
                      <a:pt x="10574" y="15278"/>
                      <a:pt x="10601" y="15278"/>
                    </a:cubicBezTo>
                    <a:cubicBezTo>
                      <a:pt x="10644" y="15278"/>
                      <a:pt x="10666" y="15234"/>
                      <a:pt x="10666" y="15213"/>
                    </a:cubicBezTo>
                    <a:cubicBezTo>
                      <a:pt x="10666" y="15164"/>
                      <a:pt x="10644" y="15143"/>
                      <a:pt x="10601" y="15143"/>
                    </a:cubicBezTo>
                    <a:close/>
                    <a:moveTo>
                      <a:pt x="10871" y="15143"/>
                    </a:moveTo>
                    <a:cubicBezTo>
                      <a:pt x="10844" y="15143"/>
                      <a:pt x="10801" y="15164"/>
                      <a:pt x="10801" y="15213"/>
                    </a:cubicBezTo>
                    <a:cubicBezTo>
                      <a:pt x="10801" y="15234"/>
                      <a:pt x="10844" y="15278"/>
                      <a:pt x="10871" y="15278"/>
                    </a:cubicBezTo>
                    <a:cubicBezTo>
                      <a:pt x="10914" y="15278"/>
                      <a:pt x="10936" y="15234"/>
                      <a:pt x="10936" y="15213"/>
                    </a:cubicBezTo>
                    <a:cubicBezTo>
                      <a:pt x="10936" y="15164"/>
                      <a:pt x="10914" y="15143"/>
                      <a:pt x="10871" y="15143"/>
                    </a:cubicBezTo>
                    <a:close/>
                    <a:moveTo>
                      <a:pt x="11141" y="15143"/>
                    </a:moveTo>
                    <a:cubicBezTo>
                      <a:pt x="11114" y="15143"/>
                      <a:pt x="11071" y="15164"/>
                      <a:pt x="11071" y="15213"/>
                    </a:cubicBezTo>
                    <a:cubicBezTo>
                      <a:pt x="11071" y="15234"/>
                      <a:pt x="11114" y="15278"/>
                      <a:pt x="11141" y="15278"/>
                    </a:cubicBezTo>
                    <a:cubicBezTo>
                      <a:pt x="11184" y="15278"/>
                      <a:pt x="11206" y="15234"/>
                      <a:pt x="11206" y="15213"/>
                    </a:cubicBezTo>
                    <a:cubicBezTo>
                      <a:pt x="11206" y="15164"/>
                      <a:pt x="11184" y="15143"/>
                      <a:pt x="11141" y="15143"/>
                    </a:cubicBezTo>
                    <a:close/>
                    <a:moveTo>
                      <a:pt x="11411" y="15143"/>
                    </a:moveTo>
                    <a:cubicBezTo>
                      <a:pt x="11384" y="15143"/>
                      <a:pt x="11341" y="15164"/>
                      <a:pt x="11341" y="15213"/>
                    </a:cubicBezTo>
                    <a:cubicBezTo>
                      <a:pt x="11341" y="15234"/>
                      <a:pt x="11384" y="15278"/>
                      <a:pt x="11411" y="15278"/>
                    </a:cubicBezTo>
                    <a:cubicBezTo>
                      <a:pt x="11454" y="15278"/>
                      <a:pt x="11476" y="15234"/>
                      <a:pt x="11476" y="15213"/>
                    </a:cubicBezTo>
                    <a:cubicBezTo>
                      <a:pt x="11476" y="15164"/>
                      <a:pt x="11454" y="15143"/>
                      <a:pt x="11411" y="15143"/>
                    </a:cubicBezTo>
                    <a:close/>
                    <a:moveTo>
                      <a:pt x="11681" y="15143"/>
                    </a:moveTo>
                    <a:cubicBezTo>
                      <a:pt x="11654" y="15143"/>
                      <a:pt x="11611" y="15164"/>
                      <a:pt x="11611" y="15213"/>
                    </a:cubicBezTo>
                    <a:cubicBezTo>
                      <a:pt x="11611" y="15234"/>
                      <a:pt x="11654" y="15278"/>
                      <a:pt x="11681" y="15278"/>
                    </a:cubicBezTo>
                    <a:cubicBezTo>
                      <a:pt x="11724" y="15278"/>
                      <a:pt x="11746" y="15234"/>
                      <a:pt x="11746" y="15213"/>
                    </a:cubicBezTo>
                    <a:cubicBezTo>
                      <a:pt x="11746" y="15164"/>
                      <a:pt x="11724" y="15143"/>
                      <a:pt x="11681" y="15143"/>
                    </a:cubicBezTo>
                    <a:close/>
                    <a:moveTo>
                      <a:pt x="11951" y="15143"/>
                    </a:moveTo>
                    <a:cubicBezTo>
                      <a:pt x="11924" y="15143"/>
                      <a:pt x="11881" y="15164"/>
                      <a:pt x="11881" y="15213"/>
                    </a:cubicBezTo>
                    <a:cubicBezTo>
                      <a:pt x="11881" y="15234"/>
                      <a:pt x="11924" y="15278"/>
                      <a:pt x="11951" y="15278"/>
                    </a:cubicBezTo>
                    <a:cubicBezTo>
                      <a:pt x="11994" y="15278"/>
                      <a:pt x="12016" y="15234"/>
                      <a:pt x="12016" y="15213"/>
                    </a:cubicBezTo>
                    <a:cubicBezTo>
                      <a:pt x="12016" y="15164"/>
                      <a:pt x="11994" y="15143"/>
                      <a:pt x="11951" y="15143"/>
                    </a:cubicBezTo>
                    <a:close/>
                    <a:moveTo>
                      <a:pt x="12221" y="15143"/>
                    </a:moveTo>
                    <a:cubicBezTo>
                      <a:pt x="12194" y="15143"/>
                      <a:pt x="12151" y="15164"/>
                      <a:pt x="12151" y="15213"/>
                    </a:cubicBezTo>
                    <a:cubicBezTo>
                      <a:pt x="12151" y="15234"/>
                      <a:pt x="12194" y="15278"/>
                      <a:pt x="12221" y="15278"/>
                    </a:cubicBezTo>
                    <a:cubicBezTo>
                      <a:pt x="12264" y="15278"/>
                      <a:pt x="12286" y="15234"/>
                      <a:pt x="12286" y="15213"/>
                    </a:cubicBezTo>
                    <a:cubicBezTo>
                      <a:pt x="12286" y="15164"/>
                      <a:pt x="12264" y="15143"/>
                      <a:pt x="12221" y="15143"/>
                    </a:cubicBezTo>
                    <a:close/>
                    <a:moveTo>
                      <a:pt x="12491" y="15143"/>
                    </a:moveTo>
                    <a:cubicBezTo>
                      <a:pt x="12464" y="15143"/>
                      <a:pt x="12421" y="15164"/>
                      <a:pt x="12421" y="15213"/>
                    </a:cubicBezTo>
                    <a:cubicBezTo>
                      <a:pt x="12421" y="15234"/>
                      <a:pt x="12464" y="15278"/>
                      <a:pt x="12491" y="15278"/>
                    </a:cubicBezTo>
                    <a:cubicBezTo>
                      <a:pt x="12534" y="15278"/>
                      <a:pt x="12556" y="15234"/>
                      <a:pt x="12556" y="15213"/>
                    </a:cubicBezTo>
                    <a:cubicBezTo>
                      <a:pt x="12556" y="15164"/>
                      <a:pt x="12534" y="15143"/>
                      <a:pt x="12491" y="15143"/>
                    </a:cubicBezTo>
                    <a:close/>
                    <a:moveTo>
                      <a:pt x="12761" y="15143"/>
                    </a:moveTo>
                    <a:cubicBezTo>
                      <a:pt x="12734" y="15143"/>
                      <a:pt x="12691" y="15164"/>
                      <a:pt x="12691" y="15213"/>
                    </a:cubicBezTo>
                    <a:cubicBezTo>
                      <a:pt x="12691" y="15234"/>
                      <a:pt x="12734" y="15278"/>
                      <a:pt x="12761" y="15278"/>
                    </a:cubicBezTo>
                    <a:cubicBezTo>
                      <a:pt x="12804" y="15278"/>
                      <a:pt x="12826" y="15234"/>
                      <a:pt x="12826" y="15213"/>
                    </a:cubicBezTo>
                    <a:cubicBezTo>
                      <a:pt x="12826" y="15164"/>
                      <a:pt x="12804" y="15143"/>
                      <a:pt x="12761" y="15143"/>
                    </a:cubicBezTo>
                    <a:close/>
                    <a:moveTo>
                      <a:pt x="13031" y="15143"/>
                    </a:moveTo>
                    <a:cubicBezTo>
                      <a:pt x="13004" y="15143"/>
                      <a:pt x="12961" y="15164"/>
                      <a:pt x="12961" y="15213"/>
                    </a:cubicBezTo>
                    <a:cubicBezTo>
                      <a:pt x="12961" y="15234"/>
                      <a:pt x="13004" y="15278"/>
                      <a:pt x="13031" y="15278"/>
                    </a:cubicBezTo>
                    <a:cubicBezTo>
                      <a:pt x="13074" y="15278"/>
                      <a:pt x="13096" y="15234"/>
                      <a:pt x="13096" y="15213"/>
                    </a:cubicBezTo>
                    <a:cubicBezTo>
                      <a:pt x="13096" y="15164"/>
                      <a:pt x="13074" y="15143"/>
                      <a:pt x="13031" y="15143"/>
                    </a:cubicBezTo>
                    <a:close/>
                    <a:moveTo>
                      <a:pt x="13301" y="15143"/>
                    </a:moveTo>
                    <a:cubicBezTo>
                      <a:pt x="13274" y="15143"/>
                      <a:pt x="13231" y="15164"/>
                      <a:pt x="13231" y="15213"/>
                    </a:cubicBezTo>
                    <a:cubicBezTo>
                      <a:pt x="13231" y="15234"/>
                      <a:pt x="13274" y="15278"/>
                      <a:pt x="13301" y="15278"/>
                    </a:cubicBezTo>
                    <a:cubicBezTo>
                      <a:pt x="13345" y="15278"/>
                      <a:pt x="13366" y="15234"/>
                      <a:pt x="13366" y="15213"/>
                    </a:cubicBezTo>
                    <a:cubicBezTo>
                      <a:pt x="13366" y="15164"/>
                      <a:pt x="13345" y="15143"/>
                      <a:pt x="13301" y="15143"/>
                    </a:cubicBezTo>
                    <a:close/>
                    <a:moveTo>
                      <a:pt x="71" y="15413"/>
                    </a:moveTo>
                    <a:cubicBezTo>
                      <a:pt x="44" y="15413"/>
                      <a:pt x="0" y="15434"/>
                      <a:pt x="0" y="15483"/>
                    </a:cubicBezTo>
                    <a:cubicBezTo>
                      <a:pt x="0" y="15504"/>
                      <a:pt x="44" y="15548"/>
                      <a:pt x="71" y="15548"/>
                    </a:cubicBezTo>
                    <a:cubicBezTo>
                      <a:pt x="114" y="15548"/>
                      <a:pt x="135" y="15504"/>
                      <a:pt x="135" y="15483"/>
                    </a:cubicBezTo>
                    <a:cubicBezTo>
                      <a:pt x="135" y="15434"/>
                      <a:pt x="114" y="15413"/>
                      <a:pt x="71" y="15413"/>
                    </a:cubicBezTo>
                    <a:close/>
                    <a:moveTo>
                      <a:pt x="71" y="15683"/>
                    </a:moveTo>
                    <a:cubicBezTo>
                      <a:pt x="44" y="15683"/>
                      <a:pt x="0" y="15704"/>
                      <a:pt x="0" y="15753"/>
                    </a:cubicBezTo>
                    <a:cubicBezTo>
                      <a:pt x="0" y="15774"/>
                      <a:pt x="44" y="15818"/>
                      <a:pt x="71" y="15818"/>
                    </a:cubicBezTo>
                    <a:cubicBezTo>
                      <a:pt x="114" y="15818"/>
                      <a:pt x="135" y="15774"/>
                      <a:pt x="135" y="15753"/>
                    </a:cubicBezTo>
                    <a:cubicBezTo>
                      <a:pt x="135" y="15704"/>
                      <a:pt x="114" y="15683"/>
                      <a:pt x="71" y="15683"/>
                    </a:cubicBezTo>
                    <a:close/>
                    <a:moveTo>
                      <a:pt x="71" y="15953"/>
                    </a:moveTo>
                    <a:cubicBezTo>
                      <a:pt x="44" y="15953"/>
                      <a:pt x="0" y="15974"/>
                      <a:pt x="0" y="16023"/>
                    </a:cubicBezTo>
                    <a:cubicBezTo>
                      <a:pt x="0" y="16044"/>
                      <a:pt x="44" y="16088"/>
                      <a:pt x="71" y="16088"/>
                    </a:cubicBezTo>
                    <a:cubicBezTo>
                      <a:pt x="114" y="16088"/>
                      <a:pt x="135" y="16044"/>
                      <a:pt x="135" y="16023"/>
                    </a:cubicBezTo>
                    <a:cubicBezTo>
                      <a:pt x="135" y="15974"/>
                      <a:pt x="114" y="15953"/>
                      <a:pt x="71" y="15953"/>
                    </a:cubicBezTo>
                    <a:close/>
                    <a:moveTo>
                      <a:pt x="71" y="16223"/>
                    </a:moveTo>
                    <a:cubicBezTo>
                      <a:pt x="44" y="16223"/>
                      <a:pt x="0" y="16244"/>
                      <a:pt x="0" y="16293"/>
                    </a:cubicBezTo>
                    <a:cubicBezTo>
                      <a:pt x="0" y="16314"/>
                      <a:pt x="44" y="16358"/>
                      <a:pt x="71" y="16358"/>
                    </a:cubicBezTo>
                    <a:cubicBezTo>
                      <a:pt x="114" y="16358"/>
                      <a:pt x="135" y="16314"/>
                      <a:pt x="135" y="16293"/>
                    </a:cubicBezTo>
                    <a:cubicBezTo>
                      <a:pt x="135" y="16244"/>
                      <a:pt x="114" y="16223"/>
                      <a:pt x="71" y="16223"/>
                    </a:cubicBezTo>
                    <a:close/>
                    <a:moveTo>
                      <a:pt x="71" y="16493"/>
                    </a:moveTo>
                    <a:cubicBezTo>
                      <a:pt x="44" y="16493"/>
                      <a:pt x="0" y="16514"/>
                      <a:pt x="0" y="16563"/>
                    </a:cubicBezTo>
                    <a:cubicBezTo>
                      <a:pt x="0" y="16584"/>
                      <a:pt x="44" y="16628"/>
                      <a:pt x="71" y="16628"/>
                    </a:cubicBezTo>
                    <a:cubicBezTo>
                      <a:pt x="114" y="16628"/>
                      <a:pt x="135" y="16584"/>
                      <a:pt x="135" y="16563"/>
                    </a:cubicBezTo>
                    <a:cubicBezTo>
                      <a:pt x="135" y="16514"/>
                      <a:pt x="114" y="16493"/>
                      <a:pt x="71" y="16493"/>
                    </a:cubicBezTo>
                    <a:close/>
                    <a:moveTo>
                      <a:pt x="71" y="16763"/>
                    </a:moveTo>
                    <a:cubicBezTo>
                      <a:pt x="44" y="16763"/>
                      <a:pt x="0" y="16784"/>
                      <a:pt x="0" y="16833"/>
                    </a:cubicBezTo>
                    <a:cubicBezTo>
                      <a:pt x="0" y="16854"/>
                      <a:pt x="44" y="16898"/>
                      <a:pt x="71" y="16898"/>
                    </a:cubicBezTo>
                    <a:cubicBezTo>
                      <a:pt x="114" y="16898"/>
                      <a:pt x="135" y="16854"/>
                      <a:pt x="135" y="16833"/>
                    </a:cubicBezTo>
                    <a:cubicBezTo>
                      <a:pt x="135" y="16784"/>
                      <a:pt x="114" y="16763"/>
                      <a:pt x="71" y="16763"/>
                    </a:cubicBezTo>
                    <a:close/>
                    <a:moveTo>
                      <a:pt x="71" y="17033"/>
                    </a:moveTo>
                    <a:cubicBezTo>
                      <a:pt x="44" y="17033"/>
                      <a:pt x="0" y="17054"/>
                      <a:pt x="0" y="17103"/>
                    </a:cubicBezTo>
                    <a:cubicBezTo>
                      <a:pt x="0" y="17125"/>
                      <a:pt x="44" y="17168"/>
                      <a:pt x="71" y="17168"/>
                    </a:cubicBezTo>
                    <a:cubicBezTo>
                      <a:pt x="114" y="17168"/>
                      <a:pt x="135" y="17125"/>
                      <a:pt x="135" y="17103"/>
                    </a:cubicBezTo>
                    <a:cubicBezTo>
                      <a:pt x="135" y="17054"/>
                      <a:pt x="114" y="17033"/>
                      <a:pt x="71" y="17033"/>
                    </a:cubicBezTo>
                    <a:close/>
                    <a:moveTo>
                      <a:pt x="71" y="17303"/>
                    </a:moveTo>
                    <a:cubicBezTo>
                      <a:pt x="44" y="17303"/>
                      <a:pt x="0" y="17324"/>
                      <a:pt x="0" y="17373"/>
                    </a:cubicBezTo>
                    <a:cubicBezTo>
                      <a:pt x="0" y="17395"/>
                      <a:pt x="44" y="17438"/>
                      <a:pt x="71" y="17438"/>
                    </a:cubicBezTo>
                    <a:cubicBezTo>
                      <a:pt x="114" y="17438"/>
                      <a:pt x="135" y="17395"/>
                      <a:pt x="135" y="17373"/>
                    </a:cubicBezTo>
                    <a:cubicBezTo>
                      <a:pt x="135" y="17324"/>
                      <a:pt x="114" y="17303"/>
                      <a:pt x="71" y="17303"/>
                    </a:cubicBezTo>
                    <a:close/>
                    <a:moveTo>
                      <a:pt x="71" y="17573"/>
                    </a:moveTo>
                    <a:cubicBezTo>
                      <a:pt x="44" y="17573"/>
                      <a:pt x="0" y="17594"/>
                      <a:pt x="0" y="17643"/>
                    </a:cubicBezTo>
                    <a:cubicBezTo>
                      <a:pt x="0" y="17665"/>
                      <a:pt x="44" y="17708"/>
                      <a:pt x="71" y="17708"/>
                    </a:cubicBezTo>
                    <a:cubicBezTo>
                      <a:pt x="114" y="17708"/>
                      <a:pt x="135" y="17665"/>
                      <a:pt x="135" y="17643"/>
                    </a:cubicBezTo>
                    <a:cubicBezTo>
                      <a:pt x="135" y="17594"/>
                      <a:pt x="114" y="17573"/>
                      <a:pt x="71" y="17573"/>
                    </a:cubicBezTo>
                    <a:close/>
                    <a:moveTo>
                      <a:pt x="71" y="17843"/>
                    </a:moveTo>
                    <a:cubicBezTo>
                      <a:pt x="44" y="17843"/>
                      <a:pt x="0" y="17864"/>
                      <a:pt x="0" y="17913"/>
                    </a:cubicBezTo>
                    <a:cubicBezTo>
                      <a:pt x="0" y="17935"/>
                      <a:pt x="44" y="17978"/>
                      <a:pt x="71" y="17978"/>
                    </a:cubicBezTo>
                    <a:cubicBezTo>
                      <a:pt x="114" y="17978"/>
                      <a:pt x="135" y="17935"/>
                      <a:pt x="135" y="17913"/>
                    </a:cubicBezTo>
                    <a:cubicBezTo>
                      <a:pt x="135" y="17864"/>
                      <a:pt x="114" y="17843"/>
                      <a:pt x="71" y="17843"/>
                    </a:cubicBezTo>
                    <a:close/>
                    <a:moveTo>
                      <a:pt x="71" y="18113"/>
                    </a:moveTo>
                    <a:cubicBezTo>
                      <a:pt x="44" y="18113"/>
                      <a:pt x="0" y="18134"/>
                      <a:pt x="0" y="18183"/>
                    </a:cubicBezTo>
                    <a:cubicBezTo>
                      <a:pt x="0" y="18205"/>
                      <a:pt x="44" y="18248"/>
                      <a:pt x="71" y="18248"/>
                    </a:cubicBezTo>
                    <a:cubicBezTo>
                      <a:pt x="114" y="18248"/>
                      <a:pt x="135" y="18205"/>
                      <a:pt x="135" y="18183"/>
                    </a:cubicBezTo>
                    <a:cubicBezTo>
                      <a:pt x="135" y="18134"/>
                      <a:pt x="114" y="18113"/>
                      <a:pt x="71" y="18113"/>
                    </a:cubicBezTo>
                    <a:close/>
                    <a:moveTo>
                      <a:pt x="71" y="18383"/>
                    </a:moveTo>
                    <a:cubicBezTo>
                      <a:pt x="44" y="18383"/>
                      <a:pt x="0" y="18404"/>
                      <a:pt x="0" y="18453"/>
                    </a:cubicBezTo>
                    <a:cubicBezTo>
                      <a:pt x="0" y="18475"/>
                      <a:pt x="44" y="18518"/>
                      <a:pt x="71" y="18518"/>
                    </a:cubicBezTo>
                    <a:cubicBezTo>
                      <a:pt x="114" y="18518"/>
                      <a:pt x="135" y="18475"/>
                      <a:pt x="135" y="18453"/>
                    </a:cubicBezTo>
                    <a:cubicBezTo>
                      <a:pt x="135" y="18404"/>
                      <a:pt x="114" y="18383"/>
                      <a:pt x="71" y="18383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g3f131e4dc8c_0_538"/>
              <p:cNvSpPr/>
              <p:nvPr/>
            </p:nvSpPr>
            <p:spPr>
              <a:xfrm flipH="1" rot="10800000">
                <a:off x="2573007" y="-551095"/>
                <a:ext cx="1850784" cy="996121"/>
              </a:xfrm>
              <a:custGeom>
                <a:rect b="b" l="l" r="r" t="t"/>
                <a:pathLst>
                  <a:path extrusionOk="0" h="8598" w="15975">
                    <a:moveTo>
                      <a:pt x="15909" y="1"/>
                    </a:moveTo>
                    <a:cubicBezTo>
                      <a:pt x="15861" y="1"/>
                      <a:pt x="15839" y="22"/>
                      <a:pt x="15839" y="66"/>
                    </a:cubicBezTo>
                    <a:cubicBezTo>
                      <a:pt x="15839" y="93"/>
                      <a:pt x="15861" y="136"/>
                      <a:pt x="15909" y="136"/>
                    </a:cubicBezTo>
                    <a:cubicBezTo>
                      <a:pt x="15931" y="136"/>
                      <a:pt x="15974" y="93"/>
                      <a:pt x="15974" y="66"/>
                    </a:cubicBezTo>
                    <a:cubicBezTo>
                      <a:pt x="15974" y="22"/>
                      <a:pt x="15931" y="1"/>
                      <a:pt x="15909" y="1"/>
                    </a:cubicBezTo>
                    <a:close/>
                    <a:moveTo>
                      <a:pt x="15909" y="271"/>
                    </a:moveTo>
                    <a:cubicBezTo>
                      <a:pt x="15861" y="271"/>
                      <a:pt x="15839" y="292"/>
                      <a:pt x="15839" y="336"/>
                    </a:cubicBezTo>
                    <a:cubicBezTo>
                      <a:pt x="15839" y="363"/>
                      <a:pt x="15861" y="406"/>
                      <a:pt x="15909" y="406"/>
                    </a:cubicBezTo>
                    <a:cubicBezTo>
                      <a:pt x="15931" y="406"/>
                      <a:pt x="15974" y="363"/>
                      <a:pt x="15974" y="336"/>
                    </a:cubicBezTo>
                    <a:cubicBezTo>
                      <a:pt x="15974" y="292"/>
                      <a:pt x="15931" y="271"/>
                      <a:pt x="15909" y="271"/>
                    </a:cubicBezTo>
                    <a:close/>
                    <a:moveTo>
                      <a:pt x="15909" y="541"/>
                    </a:moveTo>
                    <a:cubicBezTo>
                      <a:pt x="15861" y="541"/>
                      <a:pt x="15839" y="562"/>
                      <a:pt x="15839" y="606"/>
                    </a:cubicBezTo>
                    <a:cubicBezTo>
                      <a:pt x="15839" y="633"/>
                      <a:pt x="15861" y="676"/>
                      <a:pt x="15909" y="676"/>
                    </a:cubicBezTo>
                    <a:cubicBezTo>
                      <a:pt x="15931" y="676"/>
                      <a:pt x="15974" y="633"/>
                      <a:pt x="15974" y="606"/>
                    </a:cubicBezTo>
                    <a:cubicBezTo>
                      <a:pt x="15974" y="562"/>
                      <a:pt x="15931" y="541"/>
                      <a:pt x="15909" y="541"/>
                    </a:cubicBezTo>
                    <a:close/>
                    <a:moveTo>
                      <a:pt x="15909" y="811"/>
                    </a:moveTo>
                    <a:cubicBezTo>
                      <a:pt x="15861" y="811"/>
                      <a:pt x="15839" y="832"/>
                      <a:pt x="15839" y="876"/>
                    </a:cubicBezTo>
                    <a:cubicBezTo>
                      <a:pt x="15839" y="903"/>
                      <a:pt x="15861" y="946"/>
                      <a:pt x="15909" y="946"/>
                    </a:cubicBezTo>
                    <a:cubicBezTo>
                      <a:pt x="15931" y="946"/>
                      <a:pt x="15974" y="903"/>
                      <a:pt x="15974" y="876"/>
                    </a:cubicBezTo>
                    <a:cubicBezTo>
                      <a:pt x="15974" y="832"/>
                      <a:pt x="15931" y="811"/>
                      <a:pt x="15909" y="811"/>
                    </a:cubicBezTo>
                    <a:close/>
                    <a:moveTo>
                      <a:pt x="15909" y="1081"/>
                    </a:moveTo>
                    <a:cubicBezTo>
                      <a:pt x="15861" y="1081"/>
                      <a:pt x="15839" y="1102"/>
                      <a:pt x="15839" y="1146"/>
                    </a:cubicBezTo>
                    <a:cubicBezTo>
                      <a:pt x="15839" y="1173"/>
                      <a:pt x="15861" y="1216"/>
                      <a:pt x="15909" y="1216"/>
                    </a:cubicBezTo>
                    <a:cubicBezTo>
                      <a:pt x="15931" y="1216"/>
                      <a:pt x="15974" y="1173"/>
                      <a:pt x="15974" y="1146"/>
                    </a:cubicBezTo>
                    <a:cubicBezTo>
                      <a:pt x="15974" y="1102"/>
                      <a:pt x="15931" y="1081"/>
                      <a:pt x="15909" y="1081"/>
                    </a:cubicBezTo>
                    <a:close/>
                    <a:moveTo>
                      <a:pt x="15909" y="1351"/>
                    </a:moveTo>
                    <a:cubicBezTo>
                      <a:pt x="15861" y="1351"/>
                      <a:pt x="15839" y="1372"/>
                      <a:pt x="15839" y="1416"/>
                    </a:cubicBezTo>
                    <a:cubicBezTo>
                      <a:pt x="15839" y="1443"/>
                      <a:pt x="15861" y="1486"/>
                      <a:pt x="15909" y="1486"/>
                    </a:cubicBezTo>
                    <a:cubicBezTo>
                      <a:pt x="15931" y="1486"/>
                      <a:pt x="15974" y="1443"/>
                      <a:pt x="15974" y="1416"/>
                    </a:cubicBezTo>
                    <a:cubicBezTo>
                      <a:pt x="15974" y="1372"/>
                      <a:pt x="15931" y="1351"/>
                      <a:pt x="15909" y="1351"/>
                    </a:cubicBezTo>
                    <a:close/>
                    <a:moveTo>
                      <a:pt x="15909" y="1621"/>
                    </a:moveTo>
                    <a:cubicBezTo>
                      <a:pt x="15861" y="1621"/>
                      <a:pt x="15839" y="1642"/>
                      <a:pt x="15839" y="1686"/>
                    </a:cubicBezTo>
                    <a:cubicBezTo>
                      <a:pt x="15839" y="1713"/>
                      <a:pt x="15861" y="1756"/>
                      <a:pt x="15909" y="1756"/>
                    </a:cubicBezTo>
                    <a:cubicBezTo>
                      <a:pt x="15931" y="1756"/>
                      <a:pt x="15974" y="1713"/>
                      <a:pt x="15974" y="1686"/>
                    </a:cubicBezTo>
                    <a:cubicBezTo>
                      <a:pt x="15974" y="1642"/>
                      <a:pt x="15931" y="1621"/>
                      <a:pt x="15909" y="1621"/>
                    </a:cubicBezTo>
                    <a:close/>
                    <a:moveTo>
                      <a:pt x="15909" y="1891"/>
                    </a:moveTo>
                    <a:cubicBezTo>
                      <a:pt x="15861" y="1891"/>
                      <a:pt x="15839" y="1912"/>
                      <a:pt x="15839" y="1956"/>
                    </a:cubicBezTo>
                    <a:cubicBezTo>
                      <a:pt x="15839" y="1983"/>
                      <a:pt x="15861" y="2026"/>
                      <a:pt x="15909" y="2026"/>
                    </a:cubicBezTo>
                    <a:cubicBezTo>
                      <a:pt x="15931" y="2026"/>
                      <a:pt x="15974" y="1983"/>
                      <a:pt x="15974" y="1956"/>
                    </a:cubicBezTo>
                    <a:cubicBezTo>
                      <a:pt x="15974" y="1912"/>
                      <a:pt x="15931" y="1891"/>
                      <a:pt x="15909" y="1891"/>
                    </a:cubicBezTo>
                    <a:close/>
                    <a:moveTo>
                      <a:pt x="11319" y="2161"/>
                    </a:moveTo>
                    <a:cubicBezTo>
                      <a:pt x="11270" y="2161"/>
                      <a:pt x="11249" y="2182"/>
                      <a:pt x="11249" y="2226"/>
                    </a:cubicBezTo>
                    <a:cubicBezTo>
                      <a:pt x="11249" y="2253"/>
                      <a:pt x="11270" y="2296"/>
                      <a:pt x="11319" y="2296"/>
                    </a:cubicBezTo>
                    <a:cubicBezTo>
                      <a:pt x="11341" y="2296"/>
                      <a:pt x="11384" y="2253"/>
                      <a:pt x="11384" y="2226"/>
                    </a:cubicBezTo>
                    <a:cubicBezTo>
                      <a:pt x="11384" y="2182"/>
                      <a:pt x="11341" y="2161"/>
                      <a:pt x="11319" y="2161"/>
                    </a:cubicBezTo>
                    <a:close/>
                    <a:moveTo>
                      <a:pt x="11589" y="2161"/>
                    </a:moveTo>
                    <a:cubicBezTo>
                      <a:pt x="11540" y="2161"/>
                      <a:pt x="11519" y="2182"/>
                      <a:pt x="11519" y="2226"/>
                    </a:cubicBezTo>
                    <a:cubicBezTo>
                      <a:pt x="11519" y="2253"/>
                      <a:pt x="11540" y="2296"/>
                      <a:pt x="11589" y="2296"/>
                    </a:cubicBezTo>
                    <a:cubicBezTo>
                      <a:pt x="11611" y="2296"/>
                      <a:pt x="11654" y="2253"/>
                      <a:pt x="11654" y="2226"/>
                    </a:cubicBezTo>
                    <a:cubicBezTo>
                      <a:pt x="11654" y="2182"/>
                      <a:pt x="11611" y="2161"/>
                      <a:pt x="11589" y="2161"/>
                    </a:cubicBezTo>
                    <a:close/>
                    <a:moveTo>
                      <a:pt x="11859" y="2161"/>
                    </a:moveTo>
                    <a:cubicBezTo>
                      <a:pt x="11810" y="2161"/>
                      <a:pt x="11789" y="2182"/>
                      <a:pt x="11789" y="2226"/>
                    </a:cubicBezTo>
                    <a:cubicBezTo>
                      <a:pt x="11789" y="2253"/>
                      <a:pt x="11810" y="2296"/>
                      <a:pt x="11859" y="2296"/>
                    </a:cubicBezTo>
                    <a:cubicBezTo>
                      <a:pt x="11881" y="2296"/>
                      <a:pt x="11924" y="2253"/>
                      <a:pt x="11924" y="2226"/>
                    </a:cubicBezTo>
                    <a:cubicBezTo>
                      <a:pt x="11924" y="2182"/>
                      <a:pt x="11881" y="2161"/>
                      <a:pt x="11859" y="2161"/>
                    </a:cubicBezTo>
                    <a:close/>
                    <a:moveTo>
                      <a:pt x="12129" y="2161"/>
                    </a:moveTo>
                    <a:cubicBezTo>
                      <a:pt x="12080" y="2161"/>
                      <a:pt x="12059" y="2182"/>
                      <a:pt x="12059" y="2226"/>
                    </a:cubicBezTo>
                    <a:cubicBezTo>
                      <a:pt x="12059" y="2253"/>
                      <a:pt x="12080" y="2296"/>
                      <a:pt x="12129" y="2296"/>
                    </a:cubicBezTo>
                    <a:cubicBezTo>
                      <a:pt x="12151" y="2296"/>
                      <a:pt x="12194" y="2253"/>
                      <a:pt x="12194" y="2226"/>
                    </a:cubicBezTo>
                    <a:cubicBezTo>
                      <a:pt x="12194" y="2182"/>
                      <a:pt x="12151" y="2161"/>
                      <a:pt x="12129" y="2161"/>
                    </a:cubicBezTo>
                    <a:close/>
                    <a:moveTo>
                      <a:pt x="12399" y="2161"/>
                    </a:moveTo>
                    <a:cubicBezTo>
                      <a:pt x="12350" y="2161"/>
                      <a:pt x="12329" y="2182"/>
                      <a:pt x="12329" y="2226"/>
                    </a:cubicBezTo>
                    <a:cubicBezTo>
                      <a:pt x="12329" y="2253"/>
                      <a:pt x="12350" y="2296"/>
                      <a:pt x="12399" y="2296"/>
                    </a:cubicBezTo>
                    <a:cubicBezTo>
                      <a:pt x="12421" y="2296"/>
                      <a:pt x="12464" y="2253"/>
                      <a:pt x="12464" y="2226"/>
                    </a:cubicBezTo>
                    <a:cubicBezTo>
                      <a:pt x="12464" y="2182"/>
                      <a:pt x="12421" y="2161"/>
                      <a:pt x="12399" y="2161"/>
                    </a:cubicBezTo>
                    <a:close/>
                    <a:moveTo>
                      <a:pt x="12669" y="2161"/>
                    </a:moveTo>
                    <a:cubicBezTo>
                      <a:pt x="12620" y="2161"/>
                      <a:pt x="12599" y="2182"/>
                      <a:pt x="12599" y="2226"/>
                    </a:cubicBezTo>
                    <a:cubicBezTo>
                      <a:pt x="12599" y="2253"/>
                      <a:pt x="12620" y="2296"/>
                      <a:pt x="12669" y="2296"/>
                    </a:cubicBezTo>
                    <a:cubicBezTo>
                      <a:pt x="12691" y="2296"/>
                      <a:pt x="12734" y="2253"/>
                      <a:pt x="12734" y="2226"/>
                    </a:cubicBezTo>
                    <a:cubicBezTo>
                      <a:pt x="12734" y="2182"/>
                      <a:pt x="12691" y="2161"/>
                      <a:pt x="12669" y="2161"/>
                    </a:cubicBezTo>
                    <a:close/>
                    <a:moveTo>
                      <a:pt x="12939" y="2161"/>
                    </a:moveTo>
                    <a:cubicBezTo>
                      <a:pt x="12891" y="2161"/>
                      <a:pt x="12869" y="2182"/>
                      <a:pt x="12869" y="2226"/>
                    </a:cubicBezTo>
                    <a:cubicBezTo>
                      <a:pt x="12869" y="2253"/>
                      <a:pt x="12891" y="2296"/>
                      <a:pt x="12939" y="2296"/>
                    </a:cubicBezTo>
                    <a:cubicBezTo>
                      <a:pt x="12961" y="2296"/>
                      <a:pt x="13004" y="2253"/>
                      <a:pt x="13004" y="2226"/>
                    </a:cubicBezTo>
                    <a:cubicBezTo>
                      <a:pt x="13004" y="2182"/>
                      <a:pt x="12961" y="2161"/>
                      <a:pt x="12939" y="2161"/>
                    </a:cubicBezTo>
                    <a:close/>
                    <a:moveTo>
                      <a:pt x="13209" y="2161"/>
                    </a:moveTo>
                    <a:cubicBezTo>
                      <a:pt x="13161" y="2161"/>
                      <a:pt x="13139" y="2182"/>
                      <a:pt x="13139" y="2226"/>
                    </a:cubicBezTo>
                    <a:cubicBezTo>
                      <a:pt x="13139" y="2253"/>
                      <a:pt x="13161" y="2296"/>
                      <a:pt x="13209" y="2296"/>
                    </a:cubicBezTo>
                    <a:cubicBezTo>
                      <a:pt x="13231" y="2296"/>
                      <a:pt x="13274" y="2253"/>
                      <a:pt x="13274" y="2226"/>
                    </a:cubicBezTo>
                    <a:cubicBezTo>
                      <a:pt x="13274" y="2182"/>
                      <a:pt x="13231" y="2161"/>
                      <a:pt x="13209" y="2161"/>
                    </a:cubicBezTo>
                    <a:close/>
                    <a:moveTo>
                      <a:pt x="13479" y="2161"/>
                    </a:moveTo>
                    <a:cubicBezTo>
                      <a:pt x="13431" y="2161"/>
                      <a:pt x="13409" y="2182"/>
                      <a:pt x="13409" y="2226"/>
                    </a:cubicBezTo>
                    <a:cubicBezTo>
                      <a:pt x="13409" y="2253"/>
                      <a:pt x="13431" y="2296"/>
                      <a:pt x="13479" y="2296"/>
                    </a:cubicBezTo>
                    <a:cubicBezTo>
                      <a:pt x="13501" y="2296"/>
                      <a:pt x="13544" y="2253"/>
                      <a:pt x="13544" y="2226"/>
                    </a:cubicBezTo>
                    <a:cubicBezTo>
                      <a:pt x="13544" y="2182"/>
                      <a:pt x="13501" y="2161"/>
                      <a:pt x="13479" y="2161"/>
                    </a:cubicBezTo>
                    <a:close/>
                    <a:moveTo>
                      <a:pt x="13749" y="2161"/>
                    </a:moveTo>
                    <a:cubicBezTo>
                      <a:pt x="13701" y="2161"/>
                      <a:pt x="13679" y="2182"/>
                      <a:pt x="13679" y="2226"/>
                    </a:cubicBezTo>
                    <a:cubicBezTo>
                      <a:pt x="13679" y="2253"/>
                      <a:pt x="13701" y="2296"/>
                      <a:pt x="13749" y="2296"/>
                    </a:cubicBezTo>
                    <a:cubicBezTo>
                      <a:pt x="13771" y="2296"/>
                      <a:pt x="13814" y="2253"/>
                      <a:pt x="13814" y="2226"/>
                    </a:cubicBezTo>
                    <a:cubicBezTo>
                      <a:pt x="13814" y="2182"/>
                      <a:pt x="13771" y="2161"/>
                      <a:pt x="13749" y="2161"/>
                    </a:cubicBezTo>
                    <a:close/>
                    <a:moveTo>
                      <a:pt x="14019" y="2161"/>
                    </a:moveTo>
                    <a:cubicBezTo>
                      <a:pt x="13971" y="2161"/>
                      <a:pt x="13949" y="2182"/>
                      <a:pt x="13949" y="2226"/>
                    </a:cubicBezTo>
                    <a:cubicBezTo>
                      <a:pt x="13949" y="2253"/>
                      <a:pt x="13971" y="2296"/>
                      <a:pt x="14019" y="2296"/>
                    </a:cubicBezTo>
                    <a:cubicBezTo>
                      <a:pt x="14041" y="2296"/>
                      <a:pt x="14084" y="2253"/>
                      <a:pt x="14084" y="2226"/>
                    </a:cubicBezTo>
                    <a:cubicBezTo>
                      <a:pt x="14084" y="2182"/>
                      <a:pt x="14041" y="2161"/>
                      <a:pt x="14019" y="2161"/>
                    </a:cubicBezTo>
                    <a:close/>
                    <a:moveTo>
                      <a:pt x="14289" y="2161"/>
                    </a:moveTo>
                    <a:cubicBezTo>
                      <a:pt x="14241" y="2161"/>
                      <a:pt x="14219" y="2182"/>
                      <a:pt x="14219" y="2226"/>
                    </a:cubicBezTo>
                    <a:cubicBezTo>
                      <a:pt x="14219" y="2253"/>
                      <a:pt x="14241" y="2296"/>
                      <a:pt x="14289" y="2296"/>
                    </a:cubicBezTo>
                    <a:cubicBezTo>
                      <a:pt x="14311" y="2296"/>
                      <a:pt x="14354" y="2253"/>
                      <a:pt x="14354" y="2226"/>
                    </a:cubicBezTo>
                    <a:cubicBezTo>
                      <a:pt x="14354" y="2182"/>
                      <a:pt x="14311" y="2161"/>
                      <a:pt x="14289" y="2161"/>
                    </a:cubicBezTo>
                    <a:close/>
                    <a:moveTo>
                      <a:pt x="14559" y="2161"/>
                    </a:moveTo>
                    <a:cubicBezTo>
                      <a:pt x="14511" y="2161"/>
                      <a:pt x="14489" y="2182"/>
                      <a:pt x="14489" y="2226"/>
                    </a:cubicBezTo>
                    <a:cubicBezTo>
                      <a:pt x="14489" y="2253"/>
                      <a:pt x="14511" y="2296"/>
                      <a:pt x="14559" y="2296"/>
                    </a:cubicBezTo>
                    <a:cubicBezTo>
                      <a:pt x="14581" y="2296"/>
                      <a:pt x="14624" y="2253"/>
                      <a:pt x="14624" y="2226"/>
                    </a:cubicBezTo>
                    <a:cubicBezTo>
                      <a:pt x="14624" y="2182"/>
                      <a:pt x="14581" y="2161"/>
                      <a:pt x="14559" y="2161"/>
                    </a:cubicBezTo>
                    <a:close/>
                    <a:moveTo>
                      <a:pt x="14829" y="2161"/>
                    </a:moveTo>
                    <a:cubicBezTo>
                      <a:pt x="14781" y="2161"/>
                      <a:pt x="14759" y="2182"/>
                      <a:pt x="14759" y="2226"/>
                    </a:cubicBezTo>
                    <a:cubicBezTo>
                      <a:pt x="14759" y="2253"/>
                      <a:pt x="14781" y="2296"/>
                      <a:pt x="14829" y="2296"/>
                    </a:cubicBezTo>
                    <a:cubicBezTo>
                      <a:pt x="14851" y="2296"/>
                      <a:pt x="14894" y="2253"/>
                      <a:pt x="14894" y="2226"/>
                    </a:cubicBezTo>
                    <a:cubicBezTo>
                      <a:pt x="14894" y="2182"/>
                      <a:pt x="14851" y="2161"/>
                      <a:pt x="14829" y="2161"/>
                    </a:cubicBezTo>
                    <a:close/>
                    <a:moveTo>
                      <a:pt x="15099" y="2161"/>
                    </a:moveTo>
                    <a:cubicBezTo>
                      <a:pt x="15051" y="2161"/>
                      <a:pt x="15029" y="2182"/>
                      <a:pt x="15029" y="2226"/>
                    </a:cubicBezTo>
                    <a:cubicBezTo>
                      <a:pt x="15029" y="2253"/>
                      <a:pt x="15051" y="2296"/>
                      <a:pt x="15099" y="2296"/>
                    </a:cubicBezTo>
                    <a:cubicBezTo>
                      <a:pt x="15121" y="2296"/>
                      <a:pt x="15164" y="2253"/>
                      <a:pt x="15164" y="2226"/>
                    </a:cubicBezTo>
                    <a:cubicBezTo>
                      <a:pt x="15164" y="2182"/>
                      <a:pt x="15121" y="2161"/>
                      <a:pt x="15099" y="2161"/>
                    </a:cubicBezTo>
                    <a:close/>
                    <a:moveTo>
                      <a:pt x="15369" y="2161"/>
                    </a:moveTo>
                    <a:cubicBezTo>
                      <a:pt x="15321" y="2161"/>
                      <a:pt x="15299" y="2182"/>
                      <a:pt x="15299" y="2226"/>
                    </a:cubicBezTo>
                    <a:cubicBezTo>
                      <a:pt x="15299" y="2253"/>
                      <a:pt x="15321" y="2296"/>
                      <a:pt x="15369" y="2296"/>
                    </a:cubicBezTo>
                    <a:cubicBezTo>
                      <a:pt x="15391" y="2296"/>
                      <a:pt x="15434" y="2253"/>
                      <a:pt x="15434" y="2226"/>
                    </a:cubicBezTo>
                    <a:cubicBezTo>
                      <a:pt x="15434" y="2182"/>
                      <a:pt x="15391" y="2161"/>
                      <a:pt x="15369" y="2161"/>
                    </a:cubicBezTo>
                    <a:close/>
                    <a:moveTo>
                      <a:pt x="15639" y="2161"/>
                    </a:moveTo>
                    <a:cubicBezTo>
                      <a:pt x="15591" y="2161"/>
                      <a:pt x="15569" y="2182"/>
                      <a:pt x="15569" y="2226"/>
                    </a:cubicBezTo>
                    <a:cubicBezTo>
                      <a:pt x="15569" y="2253"/>
                      <a:pt x="15591" y="2296"/>
                      <a:pt x="15639" y="2296"/>
                    </a:cubicBezTo>
                    <a:cubicBezTo>
                      <a:pt x="15661" y="2296"/>
                      <a:pt x="15704" y="2253"/>
                      <a:pt x="15704" y="2226"/>
                    </a:cubicBezTo>
                    <a:cubicBezTo>
                      <a:pt x="15704" y="2182"/>
                      <a:pt x="15661" y="2161"/>
                      <a:pt x="15639" y="2161"/>
                    </a:cubicBezTo>
                    <a:close/>
                    <a:moveTo>
                      <a:pt x="15909" y="2161"/>
                    </a:moveTo>
                    <a:cubicBezTo>
                      <a:pt x="15861" y="2161"/>
                      <a:pt x="15839" y="2182"/>
                      <a:pt x="15839" y="2226"/>
                    </a:cubicBezTo>
                    <a:cubicBezTo>
                      <a:pt x="15839" y="2253"/>
                      <a:pt x="15861" y="2296"/>
                      <a:pt x="15909" y="2296"/>
                    </a:cubicBezTo>
                    <a:cubicBezTo>
                      <a:pt x="15931" y="2296"/>
                      <a:pt x="15974" y="2253"/>
                      <a:pt x="15974" y="2226"/>
                    </a:cubicBezTo>
                    <a:cubicBezTo>
                      <a:pt x="15974" y="2182"/>
                      <a:pt x="15931" y="2161"/>
                      <a:pt x="15909" y="2161"/>
                    </a:cubicBezTo>
                    <a:close/>
                    <a:moveTo>
                      <a:pt x="11162" y="2274"/>
                    </a:moveTo>
                    <a:cubicBezTo>
                      <a:pt x="11135" y="2274"/>
                      <a:pt x="11092" y="2317"/>
                      <a:pt x="11092" y="2339"/>
                    </a:cubicBezTo>
                    <a:cubicBezTo>
                      <a:pt x="11092" y="2388"/>
                      <a:pt x="11135" y="2409"/>
                      <a:pt x="11162" y="2409"/>
                    </a:cubicBezTo>
                    <a:cubicBezTo>
                      <a:pt x="11206" y="2409"/>
                      <a:pt x="11227" y="2388"/>
                      <a:pt x="11227" y="2339"/>
                    </a:cubicBezTo>
                    <a:cubicBezTo>
                      <a:pt x="11227" y="2317"/>
                      <a:pt x="11206" y="2274"/>
                      <a:pt x="11162" y="2274"/>
                    </a:cubicBezTo>
                    <a:close/>
                    <a:moveTo>
                      <a:pt x="11162" y="2544"/>
                    </a:moveTo>
                    <a:cubicBezTo>
                      <a:pt x="11135" y="2544"/>
                      <a:pt x="11092" y="2587"/>
                      <a:pt x="11092" y="2609"/>
                    </a:cubicBezTo>
                    <a:cubicBezTo>
                      <a:pt x="11092" y="2658"/>
                      <a:pt x="11135" y="2679"/>
                      <a:pt x="11162" y="2679"/>
                    </a:cubicBezTo>
                    <a:cubicBezTo>
                      <a:pt x="11206" y="2679"/>
                      <a:pt x="11227" y="2658"/>
                      <a:pt x="11227" y="2609"/>
                    </a:cubicBezTo>
                    <a:cubicBezTo>
                      <a:pt x="11227" y="2587"/>
                      <a:pt x="11206" y="2544"/>
                      <a:pt x="11162" y="2544"/>
                    </a:cubicBezTo>
                    <a:close/>
                    <a:moveTo>
                      <a:pt x="11162" y="2814"/>
                    </a:moveTo>
                    <a:cubicBezTo>
                      <a:pt x="11135" y="2814"/>
                      <a:pt x="11092" y="2857"/>
                      <a:pt x="11092" y="2879"/>
                    </a:cubicBezTo>
                    <a:cubicBezTo>
                      <a:pt x="11092" y="2928"/>
                      <a:pt x="11135" y="2949"/>
                      <a:pt x="11162" y="2949"/>
                    </a:cubicBezTo>
                    <a:cubicBezTo>
                      <a:pt x="11206" y="2949"/>
                      <a:pt x="11227" y="2928"/>
                      <a:pt x="11227" y="2879"/>
                    </a:cubicBezTo>
                    <a:cubicBezTo>
                      <a:pt x="11227" y="2857"/>
                      <a:pt x="11206" y="2814"/>
                      <a:pt x="11162" y="2814"/>
                    </a:cubicBezTo>
                    <a:close/>
                    <a:moveTo>
                      <a:pt x="11162" y="3084"/>
                    </a:moveTo>
                    <a:cubicBezTo>
                      <a:pt x="11135" y="3084"/>
                      <a:pt x="11092" y="3127"/>
                      <a:pt x="11092" y="3149"/>
                    </a:cubicBezTo>
                    <a:cubicBezTo>
                      <a:pt x="11092" y="3198"/>
                      <a:pt x="11135" y="3219"/>
                      <a:pt x="11162" y="3219"/>
                    </a:cubicBezTo>
                    <a:cubicBezTo>
                      <a:pt x="11206" y="3219"/>
                      <a:pt x="11227" y="3198"/>
                      <a:pt x="11227" y="3149"/>
                    </a:cubicBezTo>
                    <a:cubicBezTo>
                      <a:pt x="11227" y="3127"/>
                      <a:pt x="11206" y="3084"/>
                      <a:pt x="11162" y="3084"/>
                    </a:cubicBezTo>
                    <a:close/>
                    <a:moveTo>
                      <a:pt x="11162" y="3354"/>
                    </a:moveTo>
                    <a:cubicBezTo>
                      <a:pt x="11135" y="3354"/>
                      <a:pt x="11092" y="3398"/>
                      <a:pt x="11092" y="3419"/>
                    </a:cubicBezTo>
                    <a:cubicBezTo>
                      <a:pt x="11092" y="3468"/>
                      <a:pt x="11135" y="3489"/>
                      <a:pt x="11162" y="3489"/>
                    </a:cubicBezTo>
                    <a:cubicBezTo>
                      <a:pt x="11206" y="3489"/>
                      <a:pt x="11227" y="3468"/>
                      <a:pt x="11227" y="3419"/>
                    </a:cubicBezTo>
                    <a:cubicBezTo>
                      <a:pt x="11227" y="3398"/>
                      <a:pt x="11206" y="3354"/>
                      <a:pt x="11162" y="3354"/>
                    </a:cubicBezTo>
                    <a:close/>
                    <a:moveTo>
                      <a:pt x="11162" y="3624"/>
                    </a:moveTo>
                    <a:cubicBezTo>
                      <a:pt x="11135" y="3624"/>
                      <a:pt x="11092" y="3668"/>
                      <a:pt x="11092" y="3689"/>
                    </a:cubicBezTo>
                    <a:cubicBezTo>
                      <a:pt x="11092" y="3738"/>
                      <a:pt x="11135" y="3759"/>
                      <a:pt x="11162" y="3759"/>
                    </a:cubicBezTo>
                    <a:cubicBezTo>
                      <a:pt x="11206" y="3759"/>
                      <a:pt x="11227" y="3738"/>
                      <a:pt x="11227" y="3689"/>
                    </a:cubicBezTo>
                    <a:cubicBezTo>
                      <a:pt x="11227" y="3668"/>
                      <a:pt x="11206" y="3624"/>
                      <a:pt x="11162" y="3624"/>
                    </a:cubicBezTo>
                    <a:close/>
                    <a:moveTo>
                      <a:pt x="11162" y="3894"/>
                    </a:moveTo>
                    <a:cubicBezTo>
                      <a:pt x="11135" y="3894"/>
                      <a:pt x="11092" y="3938"/>
                      <a:pt x="11092" y="3959"/>
                    </a:cubicBezTo>
                    <a:cubicBezTo>
                      <a:pt x="11092" y="4008"/>
                      <a:pt x="11135" y="4029"/>
                      <a:pt x="11162" y="4029"/>
                    </a:cubicBezTo>
                    <a:cubicBezTo>
                      <a:pt x="11206" y="4029"/>
                      <a:pt x="11227" y="4008"/>
                      <a:pt x="11227" y="3959"/>
                    </a:cubicBezTo>
                    <a:cubicBezTo>
                      <a:pt x="11227" y="3938"/>
                      <a:pt x="11206" y="3894"/>
                      <a:pt x="11162" y="3894"/>
                    </a:cubicBezTo>
                    <a:close/>
                    <a:moveTo>
                      <a:pt x="11162" y="4164"/>
                    </a:moveTo>
                    <a:cubicBezTo>
                      <a:pt x="11135" y="4164"/>
                      <a:pt x="11092" y="4208"/>
                      <a:pt x="11092" y="4229"/>
                    </a:cubicBezTo>
                    <a:cubicBezTo>
                      <a:pt x="11092" y="4278"/>
                      <a:pt x="11135" y="4299"/>
                      <a:pt x="11162" y="4299"/>
                    </a:cubicBezTo>
                    <a:cubicBezTo>
                      <a:pt x="11206" y="4299"/>
                      <a:pt x="11227" y="4278"/>
                      <a:pt x="11227" y="4229"/>
                    </a:cubicBezTo>
                    <a:cubicBezTo>
                      <a:pt x="11227" y="4208"/>
                      <a:pt x="11206" y="4164"/>
                      <a:pt x="11162" y="4164"/>
                    </a:cubicBezTo>
                    <a:close/>
                    <a:moveTo>
                      <a:pt x="11162" y="4434"/>
                    </a:moveTo>
                    <a:cubicBezTo>
                      <a:pt x="11135" y="4434"/>
                      <a:pt x="11092" y="4478"/>
                      <a:pt x="11092" y="4499"/>
                    </a:cubicBezTo>
                    <a:cubicBezTo>
                      <a:pt x="11092" y="4548"/>
                      <a:pt x="11135" y="4569"/>
                      <a:pt x="11162" y="4569"/>
                    </a:cubicBezTo>
                    <a:cubicBezTo>
                      <a:pt x="11206" y="4569"/>
                      <a:pt x="11227" y="4548"/>
                      <a:pt x="11227" y="4499"/>
                    </a:cubicBezTo>
                    <a:cubicBezTo>
                      <a:pt x="11227" y="4478"/>
                      <a:pt x="11206" y="4434"/>
                      <a:pt x="11162" y="4434"/>
                    </a:cubicBezTo>
                    <a:close/>
                    <a:moveTo>
                      <a:pt x="11162" y="4704"/>
                    </a:moveTo>
                    <a:cubicBezTo>
                      <a:pt x="11135" y="4704"/>
                      <a:pt x="11092" y="4748"/>
                      <a:pt x="11092" y="4769"/>
                    </a:cubicBezTo>
                    <a:cubicBezTo>
                      <a:pt x="11092" y="4818"/>
                      <a:pt x="11135" y="4839"/>
                      <a:pt x="11162" y="4839"/>
                    </a:cubicBezTo>
                    <a:cubicBezTo>
                      <a:pt x="11206" y="4839"/>
                      <a:pt x="11227" y="4818"/>
                      <a:pt x="11227" y="4769"/>
                    </a:cubicBezTo>
                    <a:cubicBezTo>
                      <a:pt x="11227" y="4748"/>
                      <a:pt x="11206" y="4704"/>
                      <a:pt x="11162" y="4704"/>
                    </a:cubicBezTo>
                    <a:close/>
                    <a:moveTo>
                      <a:pt x="11162" y="4974"/>
                    </a:moveTo>
                    <a:cubicBezTo>
                      <a:pt x="11135" y="4974"/>
                      <a:pt x="11092" y="5018"/>
                      <a:pt x="11092" y="5039"/>
                    </a:cubicBezTo>
                    <a:cubicBezTo>
                      <a:pt x="11092" y="5088"/>
                      <a:pt x="11135" y="5109"/>
                      <a:pt x="11162" y="5109"/>
                    </a:cubicBezTo>
                    <a:cubicBezTo>
                      <a:pt x="11206" y="5109"/>
                      <a:pt x="11227" y="5088"/>
                      <a:pt x="11227" y="5039"/>
                    </a:cubicBezTo>
                    <a:cubicBezTo>
                      <a:pt x="11227" y="5018"/>
                      <a:pt x="11206" y="4974"/>
                      <a:pt x="11162" y="4974"/>
                    </a:cubicBezTo>
                    <a:close/>
                    <a:moveTo>
                      <a:pt x="11162" y="5244"/>
                    </a:moveTo>
                    <a:cubicBezTo>
                      <a:pt x="11135" y="5244"/>
                      <a:pt x="11092" y="5288"/>
                      <a:pt x="11092" y="5309"/>
                    </a:cubicBezTo>
                    <a:cubicBezTo>
                      <a:pt x="11092" y="5358"/>
                      <a:pt x="11135" y="5379"/>
                      <a:pt x="11162" y="5379"/>
                    </a:cubicBezTo>
                    <a:cubicBezTo>
                      <a:pt x="11206" y="5379"/>
                      <a:pt x="11227" y="5358"/>
                      <a:pt x="11227" y="5309"/>
                    </a:cubicBezTo>
                    <a:cubicBezTo>
                      <a:pt x="11227" y="5288"/>
                      <a:pt x="11206" y="5244"/>
                      <a:pt x="11162" y="5244"/>
                    </a:cubicBezTo>
                    <a:close/>
                    <a:moveTo>
                      <a:pt x="11162" y="5514"/>
                    </a:moveTo>
                    <a:cubicBezTo>
                      <a:pt x="11135" y="5514"/>
                      <a:pt x="11092" y="5558"/>
                      <a:pt x="11092" y="5579"/>
                    </a:cubicBezTo>
                    <a:cubicBezTo>
                      <a:pt x="11092" y="5628"/>
                      <a:pt x="11135" y="5649"/>
                      <a:pt x="11162" y="5649"/>
                    </a:cubicBezTo>
                    <a:cubicBezTo>
                      <a:pt x="11206" y="5649"/>
                      <a:pt x="11227" y="5628"/>
                      <a:pt x="11227" y="5579"/>
                    </a:cubicBezTo>
                    <a:cubicBezTo>
                      <a:pt x="11227" y="5558"/>
                      <a:pt x="11206" y="5514"/>
                      <a:pt x="11162" y="5514"/>
                    </a:cubicBezTo>
                    <a:close/>
                    <a:moveTo>
                      <a:pt x="11162" y="5784"/>
                    </a:moveTo>
                    <a:cubicBezTo>
                      <a:pt x="11135" y="5784"/>
                      <a:pt x="11092" y="5828"/>
                      <a:pt x="11092" y="5849"/>
                    </a:cubicBezTo>
                    <a:cubicBezTo>
                      <a:pt x="11092" y="5898"/>
                      <a:pt x="11135" y="5919"/>
                      <a:pt x="11162" y="5919"/>
                    </a:cubicBezTo>
                    <a:cubicBezTo>
                      <a:pt x="11206" y="5919"/>
                      <a:pt x="11227" y="5898"/>
                      <a:pt x="11227" y="5849"/>
                    </a:cubicBezTo>
                    <a:cubicBezTo>
                      <a:pt x="11227" y="5828"/>
                      <a:pt x="11206" y="5784"/>
                      <a:pt x="11162" y="5784"/>
                    </a:cubicBezTo>
                    <a:close/>
                    <a:moveTo>
                      <a:pt x="11162" y="6054"/>
                    </a:moveTo>
                    <a:cubicBezTo>
                      <a:pt x="11135" y="6054"/>
                      <a:pt x="11092" y="6098"/>
                      <a:pt x="11092" y="6119"/>
                    </a:cubicBezTo>
                    <a:cubicBezTo>
                      <a:pt x="11092" y="6168"/>
                      <a:pt x="11135" y="6189"/>
                      <a:pt x="11162" y="6189"/>
                    </a:cubicBezTo>
                    <a:cubicBezTo>
                      <a:pt x="11206" y="6189"/>
                      <a:pt x="11227" y="6168"/>
                      <a:pt x="11227" y="6119"/>
                    </a:cubicBezTo>
                    <a:cubicBezTo>
                      <a:pt x="11227" y="6098"/>
                      <a:pt x="11206" y="6054"/>
                      <a:pt x="11162" y="6054"/>
                    </a:cubicBezTo>
                    <a:close/>
                    <a:moveTo>
                      <a:pt x="11162" y="6324"/>
                    </a:moveTo>
                    <a:cubicBezTo>
                      <a:pt x="11135" y="6324"/>
                      <a:pt x="11092" y="6368"/>
                      <a:pt x="11092" y="6389"/>
                    </a:cubicBezTo>
                    <a:cubicBezTo>
                      <a:pt x="11092" y="6438"/>
                      <a:pt x="11135" y="6459"/>
                      <a:pt x="11162" y="6459"/>
                    </a:cubicBezTo>
                    <a:cubicBezTo>
                      <a:pt x="11206" y="6459"/>
                      <a:pt x="11227" y="6438"/>
                      <a:pt x="11227" y="6389"/>
                    </a:cubicBezTo>
                    <a:cubicBezTo>
                      <a:pt x="11227" y="6368"/>
                      <a:pt x="11206" y="6324"/>
                      <a:pt x="11162" y="6324"/>
                    </a:cubicBezTo>
                    <a:close/>
                    <a:moveTo>
                      <a:pt x="11162" y="6594"/>
                    </a:moveTo>
                    <a:cubicBezTo>
                      <a:pt x="11135" y="6594"/>
                      <a:pt x="11092" y="6638"/>
                      <a:pt x="11092" y="6659"/>
                    </a:cubicBezTo>
                    <a:cubicBezTo>
                      <a:pt x="11092" y="6708"/>
                      <a:pt x="11135" y="6729"/>
                      <a:pt x="11162" y="6729"/>
                    </a:cubicBezTo>
                    <a:cubicBezTo>
                      <a:pt x="11206" y="6729"/>
                      <a:pt x="11227" y="6708"/>
                      <a:pt x="11227" y="6659"/>
                    </a:cubicBezTo>
                    <a:cubicBezTo>
                      <a:pt x="11227" y="6638"/>
                      <a:pt x="11206" y="6594"/>
                      <a:pt x="11162" y="6594"/>
                    </a:cubicBezTo>
                    <a:close/>
                    <a:moveTo>
                      <a:pt x="11162" y="6864"/>
                    </a:moveTo>
                    <a:cubicBezTo>
                      <a:pt x="11135" y="6864"/>
                      <a:pt x="11092" y="6908"/>
                      <a:pt x="11092" y="6929"/>
                    </a:cubicBezTo>
                    <a:cubicBezTo>
                      <a:pt x="11092" y="6978"/>
                      <a:pt x="11135" y="6999"/>
                      <a:pt x="11162" y="6999"/>
                    </a:cubicBezTo>
                    <a:cubicBezTo>
                      <a:pt x="11206" y="6999"/>
                      <a:pt x="11227" y="6978"/>
                      <a:pt x="11227" y="6929"/>
                    </a:cubicBezTo>
                    <a:cubicBezTo>
                      <a:pt x="11227" y="6908"/>
                      <a:pt x="11206" y="6864"/>
                      <a:pt x="11162" y="6864"/>
                    </a:cubicBezTo>
                    <a:close/>
                    <a:moveTo>
                      <a:pt x="11162" y="7134"/>
                    </a:moveTo>
                    <a:cubicBezTo>
                      <a:pt x="11135" y="7134"/>
                      <a:pt x="11092" y="7178"/>
                      <a:pt x="11092" y="7199"/>
                    </a:cubicBezTo>
                    <a:cubicBezTo>
                      <a:pt x="11092" y="7248"/>
                      <a:pt x="11135" y="7269"/>
                      <a:pt x="11162" y="7269"/>
                    </a:cubicBezTo>
                    <a:cubicBezTo>
                      <a:pt x="11206" y="7269"/>
                      <a:pt x="11227" y="7248"/>
                      <a:pt x="11227" y="7199"/>
                    </a:cubicBezTo>
                    <a:cubicBezTo>
                      <a:pt x="11227" y="7178"/>
                      <a:pt x="11206" y="7134"/>
                      <a:pt x="11162" y="7134"/>
                    </a:cubicBezTo>
                    <a:close/>
                    <a:moveTo>
                      <a:pt x="11162" y="7404"/>
                    </a:moveTo>
                    <a:cubicBezTo>
                      <a:pt x="11135" y="7404"/>
                      <a:pt x="11092" y="7448"/>
                      <a:pt x="11092" y="7469"/>
                    </a:cubicBezTo>
                    <a:cubicBezTo>
                      <a:pt x="11092" y="7518"/>
                      <a:pt x="11135" y="7539"/>
                      <a:pt x="11162" y="7539"/>
                    </a:cubicBezTo>
                    <a:cubicBezTo>
                      <a:pt x="11206" y="7539"/>
                      <a:pt x="11227" y="7518"/>
                      <a:pt x="11227" y="7469"/>
                    </a:cubicBezTo>
                    <a:cubicBezTo>
                      <a:pt x="11227" y="7448"/>
                      <a:pt x="11206" y="7404"/>
                      <a:pt x="11162" y="7404"/>
                    </a:cubicBezTo>
                    <a:close/>
                    <a:moveTo>
                      <a:pt x="11162" y="7674"/>
                    </a:moveTo>
                    <a:cubicBezTo>
                      <a:pt x="11135" y="7674"/>
                      <a:pt x="11092" y="7718"/>
                      <a:pt x="11092" y="7739"/>
                    </a:cubicBezTo>
                    <a:cubicBezTo>
                      <a:pt x="11092" y="7788"/>
                      <a:pt x="11135" y="7809"/>
                      <a:pt x="11162" y="7809"/>
                    </a:cubicBezTo>
                    <a:cubicBezTo>
                      <a:pt x="11206" y="7809"/>
                      <a:pt x="11227" y="7788"/>
                      <a:pt x="11227" y="7739"/>
                    </a:cubicBezTo>
                    <a:cubicBezTo>
                      <a:pt x="11227" y="7718"/>
                      <a:pt x="11206" y="7674"/>
                      <a:pt x="11162" y="7674"/>
                    </a:cubicBezTo>
                    <a:close/>
                    <a:moveTo>
                      <a:pt x="11162" y="7944"/>
                    </a:moveTo>
                    <a:cubicBezTo>
                      <a:pt x="11135" y="7944"/>
                      <a:pt x="11092" y="7988"/>
                      <a:pt x="11092" y="8009"/>
                    </a:cubicBezTo>
                    <a:cubicBezTo>
                      <a:pt x="11092" y="8058"/>
                      <a:pt x="11135" y="8080"/>
                      <a:pt x="11162" y="8080"/>
                    </a:cubicBezTo>
                    <a:cubicBezTo>
                      <a:pt x="11206" y="8080"/>
                      <a:pt x="11227" y="8058"/>
                      <a:pt x="11227" y="8009"/>
                    </a:cubicBezTo>
                    <a:cubicBezTo>
                      <a:pt x="11227" y="7988"/>
                      <a:pt x="11206" y="7944"/>
                      <a:pt x="11162" y="7944"/>
                    </a:cubicBezTo>
                    <a:close/>
                    <a:moveTo>
                      <a:pt x="11162" y="8215"/>
                    </a:moveTo>
                    <a:cubicBezTo>
                      <a:pt x="11135" y="8215"/>
                      <a:pt x="11092" y="8258"/>
                      <a:pt x="11092" y="8279"/>
                    </a:cubicBezTo>
                    <a:cubicBezTo>
                      <a:pt x="11092" y="8328"/>
                      <a:pt x="11135" y="8350"/>
                      <a:pt x="11162" y="8350"/>
                    </a:cubicBezTo>
                    <a:cubicBezTo>
                      <a:pt x="11206" y="8350"/>
                      <a:pt x="11227" y="8328"/>
                      <a:pt x="11227" y="8279"/>
                    </a:cubicBezTo>
                    <a:cubicBezTo>
                      <a:pt x="11227" y="8258"/>
                      <a:pt x="11206" y="8215"/>
                      <a:pt x="11162" y="8215"/>
                    </a:cubicBezTo>
                    <a:close/>
                    <a:moveTo>
                      <a:pt x="65" y="8463"/>
                    </a:moveTo>
                    <a:cubicBezTo>
                      <a:pt x="65" y="8485"/>
                      <a:pt x="43" y="8485"/>
                      <a:pt x="22" y="8485"/>
                    </a:cubicBezTo>
                    <a:cubicBezTo>
                      <a:pt x="22" y="8485"/>
                      <a:pt x="0" y="8506"/>
                      <a:pt x="0" y="8528"/>
                    </a:cubicBezTo>
                    <a:cubicBezTo>
                      <a:pt x="0" y="8571"/>
                      <a:pt x="22" y="8598"/>
                      <a:pt x="65" y="8598"/>
                    </a:cubicBezTo>
                    <a:cubicBezTo>
                      <a:pt x="113" y="8598"/>
                      <a:pt x="135" y="8571"/>
                      <a:pt x="135" y="8528"/>
                    </a:cubicBezTo>
                    <a:cubicBezTo>
                      <a:pt x="135" y="8506"/>
                      <a:pt x="113" y="8463"/>
                      <a:pt x="65" y="8463"/>
                    </a:cubicBezTo>
                    <a:close/>
                    <a:moveTo>
                      <a:pt x="335" y="8463"/>
                    </a:moveTo>
                    <a:cubicBezTo>
                      <a:pt x="292" y="8463"/>
                      <a:pt x="270" y="8485"/>
                      <a:pt x="270" y="8528"/>
                    </a:cubicBezTo>
                    <a:cubicBezTo>
                      <a:pt x="270" y="8571"/>
                      <a:pt x="292" y="8598"/>
                      <a:pt x="335" y="8598"/>
                    </a:cubicBezTo>
                    <a:cubicBezTo>
                      <a:pt x="383" y="8598"/>
                      <a:pt x="405" y="8571"/>
                      <a:pt x="405" y="8528"/>
                    </a:cubicBezTo>
                    <a:cubicBezTo>
                      <a:pt x="405" y="8485"/>
                      <a:pt x="383" y="8463"/>
                      <a:pt x="335" y="8463"/>
                    </a:cubicBezTo>
                    <a:close/>
                    <a:moveTo>
                      <a:pt x="605" y="8463"/>
                    </a:moveTo>
                    <a:cubicBezTo>
                      <a:pt x="562" y="8463"/>
                      <a:pt x="540" y="8485"/>
                      <a:pt x="540" y="8528"/>
                    </a:cubicBezTo>
                    <a:cubicBezTo>
                      <a:pt x="540" y="8571"/>
                      <a:pt x="562" y="8598"/>
                      <a:pt x="605" y="8598"/>
                    </a:cubicBezTo>
                    <a:cubicBezTo>
                      <a:pt x="653" y="8598"/>
                      <a:pt x="675" y="8571"/>
                      <a:pt x="675" y="8528"/>
                    </a:cubicBezTo>
                    <a:cubicBezTo>
                      <a:pt x="675" y="8485"/>
                      <a:pt x="653" y="8463"/>
                      <a:pt x="605" y="8463"/>
                    </a:cubicBezTo>
                    <a:close/>
                    <a:moveTo>
                      <a:pt x="875" y="8463"/>
                    </a:moveTo>
                    <a:cubicBezTo>
                      <a:pt x="832" y="8463"/>
                      <a:pt x="810" y="8485"/>
                      <a:pt x="810" y="8528"/>
                    </a:cubicBezTo>
                    <a:cubicBezTo>
                      <a:pt x="810" y="8571"/>
                      <a:pt x="832" y="8598"/>
                      <a:pt x="875" y="8598"/>
                    </a:cubicBezTo>
                    <a:cubicBezTo>
                      <a:pt x="923" y="8598"/>
                      <a:pt x="945" y="8571"/>
                      <a:pt x="945" y="8528"/>
                    </a:cubicBezTo>
                    <a:cubicBezTo>
                      <a:pt x="945" y="8485"/>
                      <a:pt x="923" y="8463"/>
                      <a:pt x="875" y="8463"/>
                    </a:cubicBezTo>
                    <a:close/>
                    <a:moveTo>
                      <a:pt x="1145" y="8463"/>
                    </a:moveTo>
                    <a:cubicBezTo>
                      <a:pt x="1102" y="8463"/>
                      <a:pt x="1080" y="8485"/>
                      <a:pt x="1080" y="8528"/>
                    </a:cubicBezTo>
                    <a:cubicBezTo>
                      <a:pt x="1080" y="8571"/>
                      <a:pt x="1102" y="8598"/>
                      <a:pt x="1145" y="8598"/>
                    </a:cubicBezTo>
                    <a:cubicBezTo>
                      <a:pt x="1194" y="8598"/>
                      <a:pt x="1215" y="8571"/>
                      <a:pt x="1215" y="8528"/>
                    </a:cubicBezTo>
                    <a:cubicBezTo>
                      <a:pt x="1215" y="8485"/>
                      <a:pt x="1194" y="8463"/>
                      <a:pt x="1145" y="8463"/>
                    </a:cubicBezTo>
                    <a:close/>
                    <a:moveTo>
                      <a:pt x="1415" y="8463"/>
                    </a:moveTo>
                    <a:cubicBezTo>
                      <a:pt x="1372" y="8463"/>
                      <a:pt x="1350" y="8485"/>
                      <a:pt x="1350" y="8528"/>
                    </a:cubicBezTo>
                    <a:cubicBezTo>
                      <a:pt x="1350" y="8571"/>
                      <a:pt x="1372" y="8598"/>
                      <a:pt x="1415" y="8598"/>
                    </a:cubicBezTo>
                    <a:cubicBezTo>
                      <a:pt x="1464" y="8598"/>
                      <a:pt x="1485" y="8571"/>
                      <a:pt x="1485" y="8528"/>
                    </a:cubicBezTo>
                    <a:cubicBezTo>
                      <a:pt x="1485" y="8485"/>
                      <a:pt x="1464" y="8463"/>
                      <a:pt x="1415" y="8463"/>
                    </a:cubicBezTo>
                    <a:close/>
                    <a:moveTo>
                      <a:pt x="1685" y="8463"/>
                    </a:moveTo>
                    <a:cubicBezTo>
                      <a:pt x="1642" y="8463"/>
                      <a:pt x="1620" y="8485"/>
                      <a:pt x="1620" y="8528"/>
                    </a:cubicBezTo>
                    <a:cubicBezTo>
                      <a:pt x="1620" y="8571"/>
                      <a:pt x="1642" y="8598"/>
                      <a:pt x="1685" y="8598"/>
                    </a:cubicBezTo>
                    <a:cubicBezTo>
                      <a:pt x="1734" y="8598"/>
                      <a:pt x="1755" y="8571"/>
                      <a:pt x="1755" y="8528"/>
                    </a:cubicBezTo>
                    <a:cubicBezTo>
                      <a:pt x="1755" y="8485"/>
                      <a:pt x="1734" y="8463"/>
                      <a:pt x="1685" y="8463"/>
                    </a:cubicBezTo>
                    <a:close/>
                    <a:moveTo>
                      <a:pt x="1955" y="8463"/>
                    </a:moveTo>
                    <a:cubicBezTo>
                      <a:pt x="1912" y="8463"/>
                      <a:pt x="1890" y="8485"/>
                      <a:pt x="1890" y="8528"/>
                    </a:cubicBezTo>
                    <a:cubicBezTo>
                      <a:pt x="1890" y="8571"/>
                      <a:pt x="1912" y="8598"/>
                      <a:pt x="1955" y="8598"/>
                    </a:cubicBezTo>
                    <a:cubicBezTo>
                      <a:pt x="2004" y="8598"/>
                      <a:pt x="2025" y="8571"/>
                      <a:pt x="2025" y="8528"/>
                    </a:cubicBezTo>
                    <a:cubicBezTo>
                      <a:pt x="2025" y="8485"/>
                      <a:pt x="2004" y="8463"/>
                      <a:pt x="1955" y="8463"/>
                    </a:cubicBezTo>
                    <a:close/>
                    <a:moveTo>
                      <a:pt x="2225" y="8463"/>
                    </a:moveTo>
                    <a:cubicBezTo>
                      <a:pt x="2182" y="8463"/>
                      <a:pt x="2160" y="8485"/>
                      <a:pt x="2160" y="8528"/>
                    </a:cubicBezTo>
                    <a:cubicBezTo>
                      <a:pt x="2160" y="8571"/>
                      <a:pt x="2182" y="8598"/>
                      <a:pt x="2225" y="8598"/>
                    </a:cubicBezTo>
                    <a:cubicBezTo>
                      <a:pt x="2274" y="8598"/>
                      <a:pt x="2295" y="8571"/>
                      <a:pt x="2295" y="8528"/>
                    </a:cubicBezTo>
                    <a:cubicBezTo>
                      <a:pt x="2295" y="8485"/>
                      <a:pt x="2274" y="8463"/>
                      <a:pt x="2225" y="8463"/>
                    </a:cubicBezTo>
                    <a:close/>
                    <a:moveTo>
                      <a:pt x="2495" y="8463"/>
                    </a:moveTo>
                    <a:cubicBezTo>
                      <a:pt x="2452" y="8463"/>
                      <a:pt x="2430" y="8485"/>
                      <a:pt x="2430" y="8528"/>
                    </a:cubicBezTo>
                    <a:cubicBezTo>
                      <a:pt x="2430" y="8571"/>
                      <a:pt x="2452" y="8598"/>
                      <a:pt x="2495" y="8598"/>
                    </a:cubicBezTo>
                    <a:cubicBezTo>
                      <a:pt x="2544" y="8598"/>
                      <a:pt x="2565" y="8571"/>
                      <a:pt x="2565" y="8528"/>
                    </a:cubicBezTo>
                    <a:cubicBezTo>
                      <a:pt x="2565" y="8485"/>
                      <a:pt x="2544" y="8463"/>
                      <a:pt x="2495" y="8463"/>
                    </a:cubicBezTo>
                    <a:close/>
                    <a:moveTo>
                      <a:pt x="2765" y="8463"/>
                    </a:moveTo>
                    <a:cubicBezTo>
                      <a:pt x="2722" y="8463"/>
                      <a:pt x="2700" y="8485"/>
                      <a:pt x="2700" y="8528"/>
                    </a:cubicBezTo>
                    <a:cubicBezTo>
                      <a:pt x="2700" y="8571"/>
                      <a:pt x="2722" y="8598"/>
                      <a:pt x="2765" y="8598"/>
                    </a:cubicBezTo>
                    <a:cubicBezTo>
                      <a:pt x="2814" y="8598"/>
                      <a:pt x="2835" y="8571"/>
                      <a:pt x="2835" y="8528"/>
                    </a:cubicBezTo>
                    <a:cubicBezTo>
                      <a:pt x="2835" y="8485"/>
                      <a:pt x="2814" y="8463"/>
                      <a:pt x="2765" y="8463"/>
                    </a:cubicBezTo>
                    <a:close/>
                    <a:moveTo>
                      <a:pt x="3035" y="8463"/>
                    </a:moveTo>
                    <a:cubicBezTo>
                      <a:pt x="2992" y="8463"/>
                      <a:pt x="2970" y="8485"/>
                      <a:pt x="2970" y="8528"/>
                    </a:cubicBezTo>
                    <a:cubicBezTo>
                      <a:pt x="2970" y="8571"/>
                      <a:pt x="2992" y="8598"/>
                      <a:pt x="3035" y="8598"/>
                    </a:cubicBezTo>
                    <a:cubicBezTo>
                      <a:pt x="3084" y="8598"/>
                      <a:pt x="3105" y="8571"/>
                      <a:pt x="3105" y="8528"/>
                    </a:cubicBezTo>
                    <a:cubicBezTo>
                      <a:pt x="3105" y="8485"/>
                      <a:pt x="3084" y="8463"/>
                      <a:pt x="3035" y="8463"/>
                    </a:cubicBezTo>
                    <a:close/>
                    <a:moveTo>
                      <a:pt x="3305" y="8463"/>
                    </a:moveTo>
                    <a:cubicBezTo>
                      <a:pt x="3262" y="8463"/>
                      <a:pt x="3240" y="8485"/>
                      <a:pt x="3240" y="8528"/>
                    </a:cubicBezTo>
                    <a:cubicBezTo>
                      <a:pt x="3240" y="8571"/>
                      <a:pt x="3262" y="8598"/>
                      <a:pt x="3305" y="8598"/>
                    </a:cubicBezTo>
                    <a:cubicBezTo>
                      <a:pt x="3354" y="8598"/>
                      <a:pt x="3375" y="8571"/>
                      <a:pt x="3375" y="8528"/>
                    </a:cubicBezTo>
                    <a:cubicBezTo>
                      <a:pt x="3375" y="8485"/>
                      <a:pt x="3354" y="8463"/>
                      <a:pt x="3305" y="8463"/>
                    </a:cubicBezTo>
                    <a:close/>
                    <a:moveTo>
                      <a:pt x="3575" y="8463"/>
                    </a:moveTo>
                    <a:cubicBezTo>
                      <a:pt x="3532" y="8463"/>
                      <a:pt x="3510" y="8485"/>
                      <a:pt x="3510" y="8528"/>
                    </a:cubicBezTo>
                    <a:cubicBezTo>
                      <a:pt x="3510" y="8571"/>
                      <a:pt x="3532" y="8598"/>
                      <a:pt x="3575" y="8598"/>
                    </a:cubicBezTo>
                    <a:cubicBezTo>
                      <a:pt x="3624" y="8598"/>
                      <a:pt x="3645" y="8571"/>
                      <a:pt x="3645" y="8528"/>
                    </a:cubicBezTo>
                    <a:cubicBezTo>
                      <a:pt x="3645" y="8485"/>
                      <a:pt x="3624" y="8463"/>
                      <a:pt x="3575" y="8463"/>
                    </a:cubicBezTo>
                    <a:close/>
                    <a:moveTo>
                      <a:pt x="3845" y="8463"/>
                    </a:moveTo>
                    <a:cubicBezTo>
                      <a:pt x="3802" y="8463"/>
                      <a:pt x="3780" y="8485"/>
                      <a:pt x="3780" y="8528"/>
                    </a:cubicBezTo>
                    <a:cubicBezTo>
                      <a:pt x="3780" y="8571"/>
                      <a:pt x="3802" y="8598"/>
                      <a:pt x="3845" y="8598"/>
                    </a:cubicBezTo>
                    <a:cubicBezTo>
                      <a:pt x="3894" y="8598"/>
                      <a:pt x="3915" y="8571"/>
                      <a:pt x="3915" y="8528"/>
                    </a:cubicBezTo>
                    <a:cubicBezTo>
                      <a:pt x="3915" y="8485"/>
                      <a:pt x="3894" y="8463"/>
                      <a:pt x="3845" y="8463"/>
                    </a:cubicBezTo>
                    <a:close/>
                    <a:moveTo>
                      <a:pt x="4115" y="8463"/>
                    </a:moveTo>
                    <a:cubicBezTo>
                      <a:pt x="4072" y="8463"/>
                      <a:pt x="4050" y="8485"/>
                      <a:pt x="4050" y="8528"/>
                    </a:cubicBezTo>
                    <a:cubicBezTo>
                      <a:pt x="4050" y="8571"/>
                      <a:pt x="4072" y="8598"/>
                      <a:pt x="4115" y="8598"/>
                    </a:cubicBezTo>
                    <a:cubicBezTo>
                      <a:pt x="4164" y="8598"/>
                      <a:pt x="4185" y="8571"/>
                      <a:pt x="4185" y="8528"/>
                    </a:cubicBezTo>
                    <a:cubicBezTo>
                      <a:pt x="4185" y="8485"/>
                      <a:pt x="4164" y="8463"/>
                      <a:pt x="4115" y="8463"/>
                    </a:cubicBezTo>
                    <a:close/>
                    <a:moveTo>
                      <a:pt x="4385" y="8463"/>
                    </a:moveTo>
                    <a:cubicBezTo>
                      <a:pt x="4342" y="8463"/>
                      <a:pt x="4320" y="8485"/>
                      <a:pt x="4320" y="8528"/>
                    </a:cubicBezTo>
                    <a:cubicBezTo>
                      <a:pt x="4320" y="8571"/>
                      <a:pt x="4342" y="8598"/>
                      <a:pt x="4385" y="8598"/>
                    </a:cubicBezTo>
                    <a:cubicBezTo>
                      <a:pt x="4434" y="8598"/>
                      <a:pt x="4455" y="8571"/>
                      <a:pt x="4455" y="8528"/>
                    </a:cubicBezTo>
                    <a:cubicBezTo>
                      <a:pt x="4455" y="8485"/>
                      <a:pt x="4434" y="8463"/>
                      <a:pt x="4385" y="8463"/>
                    </a:cubicBezTo>
                    <a:close/>
                    <a:moveTo>
                      <a:pt x="4655" y="8463"/>
                    </a:moveTo>
                    <a:cubicBezTo>
                      <a:pt x="4612" y="8463"/>
                      <a:pt x="4590" y="8485"/>
                      <a:pt x="4590" y="8528"/>
                    </a:cubicBezTo>
                    <a:cubicBezTo>
                      <a:pt x="4590" y="8571"/>
                      <a:pt x="4612" y="8598"/>
                      <a:pt x="4655" y="8598"/>
                    </a:cubicBezTo>
                    <a:cubicBezTo>
                      <a:pt x="4704" y="8598"/>
                      <a:pt x="4725" y="8571"/>
                      <a:pt x="4725" y="8528"/>
                    </a:cubicBezTo>
                    <a:cubicBezTo>
                      <a:pt x="4725" y="8485"/>
                      <a:pt x="4704" y="8463"/>
                      <a:pt x="4655" y="8463"/>
                    </a:cubicBezTo>
                    <a:close/>
                    <a:moveTo>
                      <a:pt x="4925" y="8463"/>
                    </a:moveTo>
                    <a:cubicBezTo>
                      <a:pt x="4882" y="8463"/>
                      <a:pt x="4860" y="8485"/>
                      <a:pt x="4860" y="8528"/>
                    </a:cubicBezTo>
                    <a:cubicBezTo>
                      <a:pt x="4860" y="8571"/>
                      <a:pt x="4882" y="8598"/>
                      <a:pt x="4925" y="8598"/>
                    </a:cubicBezTo>
                    <a:cubicBezTo>
                      <a:pt x="4974" y="8598"/>
                      <a:pt x="4995" y="8571"/>
                      <a:pt x="4995" y="8528"/>
                    </a:cubicBezTo>
                    <a:cubicBezTo>
                      <a:pt x="4995" y="8485"/>
                      <a:pt x="4974" y="8463"/>
                      <a:pt x="4925" y="8463"/>
                    </a:cubicBezTo>
                    <a:close/>
                    <a:moveTo>
                      <a:pt x="5195" y="8463"/>
                    </a:moveTo>
                    <a:cubicBezTo>
                      <a:pt x="5152" y="8463"/>
                      <a:pt x="5130" y="8485"/>
                      <a:pt x="5130" y="8528"/>
                    </a:cubicBezTo>
                    <a:cubicBezTo>
                      <a:pt x="5130" y="8571"/>
                      <a:pt x="5152" y="8598"/>
                      <a:pt x="5195" y="8598"/>
                    </a:cubicBezTo>
                    <a:cubicBezTo>
                      <a:pt x="5244" y="8598"/>
                      <a:pt x="5265" y="8571"/>
                      <a:pt x="5265" y="8528"/>
                    </a:cubicBezTo>
                    <a:cubicBezTo>
                      <a:pt x="5265" y="8485"/>
                      <a:pt x="5244" y="8463"/>
                      <a:pt x="5195" y="8463"/>
                    </a:cubicBezTo>
                    <a:close/>
                    <a:moveTo>
                      <a:pt x="5465" y="8463"/>
                    </a:moveTo>
                    <a:cubicBezTo>
                      <a:pt x="5422" y="8463"/>
                      <a:pt x="5400" y="8485"/>
                      <a:pt x="5400" y="8528"/>
                    </a:cubicBezTo>
                    <a:cubicBezTo>
                      <a:pt x="5400" y="8571"/>
                      <a:pt x="5422" y="8598"/>
                      <a:pt x="5465" y="8598"/>
                    </a:cubicBezTo>
                    <a:cubicBezTo>
                      <a:pt x="5514" y="8598"/>
                      <a:pt x="5535" y="8571"/>
                      <a:pt x="5535" y="8528"/>
                    </a:cubicBezTo>
                    <a:cubicBezTo>
                      <a:pt x="5535" y="8485"/>
                      <a:pt x="5514" y="8463"/>
                      <a:pt x="5465" y="8463"/>
                    </a:cubicBezTo>
                    <a:close/>
                    <a:moveTo>
                      <a:pt x="5735" y="8463"/>
                    </a:moveTo>
                    <a:cubicBezTo>
                      <a:pt x="5692" y="8463"/>
                      <a:pt x="5670" y="8485"/>
                      <a:pt x="5670" y="8528"/>
                    </a:cubicBezTo>
                    <a:cubicBezTo>
                      <a:pt x="5670" y="8571"/>
                      <a:pt x="5692" y="8598"/>
                      <a:pt x="5735" y="8598"/>
                    </a:cubicBezTo>
                    <a:cubicBezTo>
                      <a:pt x="5784" y="8598"/>
                      <a:pt x="5805" y="8571"/>
                      <a:pt x="5805" y="8528"/>
                    </a:cubicBezTo>
                    <a:cubicBezTo>
                      <a:pt x="5805" y="8485"/>
                      <a:pt x="5784" y="8463"/>
                      <a:pt x="5735" y="8463"/>
                    </a:cubicBezTo>
                    <a:close/>
                    <a:moveTo>
                      <a:pt x="6005" y="8463"/>
                    </a:moveTo>
                    <a:cubicBezTo>
                      <a:pt x="5962" y="8463"/>
                      <a:pt x="5940" y="8485"/>
                      <a:pt x="5940" y="8528"/>
                    </a:cubicBezTo>
                    <a:cubicBezTo>
                      <a:pt x="5940" y="8571"/>
                      <a:pt x="5962" y="8598"/>
                      <a:pt x="6005" y="8598"/>
                    </a:cubicBezTo>
                    <a:cubicBezTo>
                      <a:pt x="6054" y="8598"/>
                      <a:pt x="6075" y="8571"/>
                      <a:pt x="6075" y="8528"/>
                    </a:cubicBezTo>
                    <a:cubicBezTo>
                      <a:pt x="6075" y="8485"/>
                      <a:pt x="6054" y="8463"/>
                      <a:pt x="6005" y="8463"/>
                    </a:cubicBezTo>
                    <a:close/>
                    <a:moveTo>
                      <a:pt x="6275" y="8463"/>
                    </a:moveTo>
                    <a:cubicBezTo>
                      <a:pt x="6232" y="8463"/>
                      <a:pt x="6210" y="8485"/>
                      <a:pt x="6210" y="8528"/>
                    </a:cubicBezTo>
                    <a:cubicBezTo>
                      <a:pt x="6210" y="8571"/>
                      <a:pt x="6232" y="8598"/>
                      <a:pt x="6275" y="8598"/>
                    </a:cubicBezTo>
                    <a:cubicBezTo>
                      <a:pt x="6324" y="8598"/>
                      <a:pt x="6345" y="8571"/>
                      <a:pt x="6345" y="8528"/>
                    </a:cubicBezTo>
                    <a:cubicBezTo>
                      <a:pt x="6345" y="8485"/>
                      <a:pt x="6324" y="8463"/>
                      <a:pt x="6275" y="8463"/>
                    </a:cubicBezTo>
                    <a:close/>
                    <a:moveTo>
                      <a:pt x="6545" y="8463"/>
                    </a:moveTo>
                    <a:cubicBezTo>
                      <a:pt x="6502" y="8463"/>
                      <a:pt x="6480" y="8485"/>
                      <a:pt x="6480" y="8528"/>
                    </a:cubicBezTo>
                    <a:cubicBezTo>
                      <a:pt x="6480" y="8571"/>
                      <a:pt x="6502" y="8598"/>
                      <a:pt x="6545" y="8598"/>
                    </a:cubicBezTo>
                    <a:cubicBezTo>
                      <a:pt x="6594" y="8598"/>
                      <a:pt x="6615" y="8571"/>
                      <a:pt x="6615" y="8528"/>
                    </a:cubicBezTo>
                    <a:cubicBezTo>
                      <a:pt x="6615" y="8485"/>
                      <a:pt x="6594" y="8463"/>
                      <a:pt x="6545" y="8463"/>
                    </a:cubicBezTo>
                    <a:close/>
                    <a:moveTo>
                      <a:pt x="6815" y="8463"/>
                    </a:moveTo>
                    <a:cubicBezTo>
                      <a:pt x="6772" y="8463"/>
                      <a:pt x="6750" y="8485"/>
                      <a:pt x="6750" y="8528"/>
                    </a:cubicBezTo>
                    <a:cubicBezTo>
                      <a:pt x="6750" y="8571"/>
                      <a:pt x="6772" y="8598"/>
                      <a:pt x="6815" y="8598"/>
                    </a:cubicBezTo>
                    <a:cubicBezTo>
                      <a:pt x="6864" y="8598"/>
                      <a:pt x="6885" y="8571"/>
                      <a:pt x="6885" y="8528"/>
                    </a:cubicBezTo>
                    <a:cubicBezTo>
                      <a:pt x="6885" y="8485"/>
                      <a:pt x="6864" y="8463"/>
                      <a:pt x="6815" y="8463"/>
                    </a:cubicBezTo>
                    <a:close/>
                    <a:moveTo>
                      <a:pt x="7085" y="8463"/>
                    </a:moveTo>
                    <a:cubicBezTo>
                      <a:pt x="7042" y="8463"/>
                      <a:pt x="7020" y="8485"/>
                      <a:pt x="7020" y="8528"/>
                    </a:cubicBezTo>
                    <a:cubicBezTo>
                      <a:pt x="7020" y="8571"/>
                      <a:pt x="7042" y="8598"/>
                      <a:pt x="7085" y="8598"/>
                    </a:cubicBezTo>
                    <a:cubicBezTo>
                      <a:pt x="7134" y="8598"/>
                      <a:pt x="7155" y="8571"/>
                      <a:pt x="7155" y="8528"/>
                    </a:cubicBezTo>
                    <a:cubicBezTo>
                      <a:pt x="7155" y="8485"/>
                      <a:pt x="7134" y="8463"/>
                      <a:pt x="7085" y="8463"/>
                    </a:cubicBezTo>
                    <a:close/>
                    <a:moveTo>
                      <a:pt x="7355" y="8463"/>
                    </a:moveTo>
                    <a:cubicBezTo>
                      <a:pt x="7312" y="8463"/>
                      <a:pt x="7290" y="8485"/>
                      <a:pt x="7290" y="8528"/>
                    </a:cubicBezTo>
                    <a:cubicBezTo>
                      <a:pt x="7290" y="8571"/>
                      <a:pt x="7312" y="8598"/>
                      <a:pt x="7355" y="8598"/>
                    </a:cubicBezTo>
                    <a:cubicBezTo>
                      <a:pt x="7404" y="8598"/>
                      <a:pt x="7425" y="8571"/>
                      <a:pt x="7425" y="8528"/>
                    </a:cubicBezTo>
                    <a:cubicBezTo>
                      <a:pt x="7425" y="8485"/>
                      <a:pt x="7404" y="8463"/>
                      <a:pt x="7355" y="8463"/>
                    </a:cubicBezTo>
                    <a:close/>
                    <a:moveTo>
                      <a:pt x="7625" y="8463"/>
                    </a:moveTo>
                    <a:cubicBezTo>
                      <a:pt x="7582" y="8463"/>
                      <a:pt x="7560" y="8485"/>
                      <a:pt x="7560" y="8528"/>
                    </a:cubicBezTo>
                    <a:cubicBezTo>
                      <a:pt x="7560" y="8571"/>
                      <a:pt x="7582" y="8598"/>
                      <a:pt x="7625" y="8598"/>
                    </a:cubicBezTo>
                    <a:cubicBezTo>
                      <a:pt x="7674" y="8598"/>
                      <a:pt x="7695" y="8571"/>
                      <a:pt x="7695" y="8528"/>
                    </a:cubicBezTo>
                    <a:cubicBezTo>
                      <a:pt x="7695" y="8485"/>
                      <a:pt x="7674" y="8463"/>
                      <a:pt x="7625" y="8463"/>
                    </a:cubicBezTo>
                    <a:close/>
                    <a:moveTo>
                      <a:pt x="7895" y="8463"/>
                    </a:moveTo>
                    <a:cubicBezTo>
                      <a:pt x="7852" y="8463"/>
                      <a:pt x="7830" y="8485"/>
                      <a:pt x="7830" y="8528"/>
                    </a:cubicBezTo>
                    <a:cubicBezTo>
                      <a:pt x="7830" y="8571"/>
                      <a:pt x="7852" y="8598"/>
                      <a:pt x="7895" y="8598"/>
                    </a:cubicBezTo>
                    <a:cubicBezTo>
                      <a:pt x="7944" y="8598"/>
                      <a:pt x="7965" y="8571"/>
                      <a:pt x="7965" y="8528"/>
                    </a:cubicBezTo>
                    <a:cubicBezTo>
                      <a:pt x="7965" y="8485"/>
                      <a:pt x="7944" y="8463"/>
                      <a:pt x="7895" y="8463"/>
                    </a:cubicBezTo>
                    <a:close/>
                    <a:moveTo>
                      <a:pt x="8165" y="8463"/>
                    </a:moveTo>
                    <a:cubicBezTo>
                      <a:pt x="8122" y="8463"/>
                      <a:pt x="8100" y="8485"/>
                      <a:pt x="8100" y="8528"/>
                    </a:cubicBezTo>
                    <a:cubicBezTo>
                      <a:pt x="8100" y="8571"/>
                      <a:pt x="8122" y="8598"/>
                      <a:pt x="8165" y="8598"/>
                    </a:cubicBezTo>
                    <a:cubicBezTo>
                      <a:pt x="8214" y="8598"/>
                      <a:pt x="8235" y="8571"/>
                      <a:pt x="8235" y="8528"/>
                    </a:cubicBezTo>
                    <a:cubicBezTo>
                      <a:pt x="8235" y="8485"/>
                      <a:pt x="8214" y="8463"/>
                      <a:pt x="8165" y="8463"/>
                    </a:cubicBezTo>
                    <a:close/>
                    <a:moveTo>
                      <a:pt x="8435" y="8463"/>
                    </a:moveTo>
                    <a:cubicBezTo>
                      <a:pt x="8392" y="8463"/>
                      <a:pt x="8370" y="8485"/>
                      <a:pt x="8370" y="8528"/>
                    </a:cubicBezTo>
                    <a:cubicBezTo>
                      <a:pt x="8370" y="8571"/>
                      <a:pt x="8392" y="8598"/>
                      <a:pt x="8435" y="8598"/>
                    </a:cubicBezTo>
                    <a:cubicBezTo>
                      <a:pt x="8484" y="8598"/>
                      <a:pt x="8505" y="8571"/>
                      <a:pt x="8505" y="8528"/>
                    </a:cubicBezTo>
                    <a:cubicBezTo>
                      <a:pt x="8505" y="8485"/>
                      <a:pt x="8484" y="8463"/>
                      <a:pt x="8435" y="8463"/>
                    </a:cubicBezTo>
                    <a:close/>
                    <a:moveTo>
                      <a:pt x="8705" y="8463"/>
                    </a:moveTo>
                    <a:cubicBezTo>
                      <a:pt x="8662" y="8463"/>
                      <a:pt x="8640" y="8485"/>
                      <a:pt x="8640" y="8528"/>
                    </a:cubicBezTo>
                    <a:cubicBezTo>
                      <a:pt x="8640" y="8571"/>
                      <a:pt x="8662" y="8598"/>
                      <a:pt x="8705" y="8598"/>
                    </a:cubicBezTo>
                    <a:cubicBezTo>
                      <a:pt x="8754" y="8598"/>
                      <a:pt x="8775" y="8571"/>
                      <a:pt x="8775" y="8528"/>
                    </a:cubicBezTo>
                    <a:cubicBezTo>
                      <a:pt x="8775" y="8485"/>
                      <a:pt x="8754" y="8463"/>
                      <a:pt x="8705" y="8463"/>
                    </a:cubicBezTo>
                    <a:close/>
                    <a:moveTo>
                      <a:pt x="8975" y="8463"/>
                    </a:moveTo>
                    <a:cubicBezTo>
                      <a:pt x="8932" y="8463"/>
                      <a:pt x="8911" y="8485"/>
                      <a:pt x="8911" y="8528"/>
                    </a:cubicBezTo>
                    <a:cubicBezTo>
                      <a:pt x="8911" y="8571"/>
                      <a:pt x="8932" y="8598"/>
                      <a:pt x="8975" y="8598"/>
                    </a:cubicBezTo>
                    <a:cubicBezTo>
                      <a:pt x="9024" y="8598"/>
                      <a:pt x="9046" y="8571"/>
                      <a:pt x="9046" y="8528"/>
                    </a:cubicBezTo>
                    <a:cubicBezTo>
                      <a:pt x="9046" y="8485"/>
                      <a:pt x="9024" y="8463"/>
                      <a:pt x="8975" y="8463"/>
                    </a:cubicBezTo>
                    <a:close/>
                    <a:moveTo>
                      <a:pt x="9245" y="8463"/>
                    </a:moveTo>
                    <a:cubicBezTo>
                      <a:pt x="9202" y="8463"/>
                      <a:pt x="9181" y="8485"/>
                      <a:pt x="9181" y="8528"/>
                    </a:cubicBezTo>
                    <a:cubicBezTo>
                      <a:pt x="9181" y="8571"/>
                      <a:pt x="9202" y="8598"/>
                      <a:pt x="9245" y="8598"/>
                    </a:cubicBezTo>
                    <a:cubicBezTo>
                      <a:pt x="9294" y="8598"/>
                      <a:pt x="9316" y="8571"/>
                      <a:pt x="9316" y="8528"/>
                    </a:cubicBezTo>
                    <a:cubicBezTo>
                      <a:pt x="9316" y="8485"/>
                      <a:pt x="9294" y="8463"/>
                      <a:pt x="9245" y="8463"/>
                    </a:cubicBezTo>
                    <a:close/>
                    <a:moveTo>
                      <a:pt x="9515" y="8463"/>
                    </a:moveTo>
                    <a:cubicBezTo>
                      <a:pt x="9472" y="8463"/>
                      <a:pt x="9451" y="8485"/>
                      <a:pt x="9451" y="8528"/>
                    </a:cubicBezTo>
                    <a:cubicBezTo>
                      <a:pt x="9451" y="8571"/>
                      <a:pt x="9472" y="8598"/>
                      <a:pt x="9515" y="8598"/>
                    </a:cubicBezTo>
                    <a:cubicBezTo>
                      <a:pt x="9564" y="8598"/>
                      <a:pt x="9586" y="8571"/>
                      <a:pt x="9586" y="8528"/>
                    </a:cubicBezTo>
                    <a:cubicBezTo>
                      <a:pt x="9586" y="8485"/>
                      <a:pt x="9564" y="8463"/>
                      <a:pt x="9515" y="8463"/>
                    </a:cubicBezTo>
                    <a:close/>
                    <a:moveTo>
                      <a:pt x="9785" y="8463"/>
                    </a:moveTo>
                    <a:cubicBezTo>
                      <a:pt x="9742" y="8463"/>
                      <a:pt x="9721" y="8485"/>
                      <a:pt x="9721" y="8528"/>
                    </a:cubicBezTo>
                    <a:cubicBezTo>
                      <a:pt x="9721" y="8571"/>
                      <a:pt x="9742" y="8598"/>
                      <a:pt x="9785" y="8598"/>
                    </a:cubicBezTo>
                    <a:cubicBezTo>
                      <a:pt x="9834" y="8598"/>
                      <a:pt x="9856" y="8571"/>
                      <a:pt x="9856" y="8528"/>
                    </a:cubicBezTo>
                    <a:cubicBezTo>
                      <a:pt x="9856" y="8485"/>
                      <a:pt x="9834" y="8463"/>
                      <a:pt x="9785" y="8463"/>
                    </a:cubicBezTo>
                    <a:close/>
                    <a:moveTo>
                      <a:pt x="10055" y="8463"/>
                    </a:moveTo>
                    <a:cubicBezTo>
                      <a:pt x="10012" y="8463"/>
                      <a:pt x="9991" y="8485"/>
                      <a:pt x="9991" y="8528"/>
                    </a:cubicBezTo>
                    <a:cubicBezTo>
                      <a:pt x="9991" y="8571"/>
                      <a:pt x="10012" y="8598"/>
                      <a:pt x="10055" y="8598"/>
                    </a:cubicBezTo>
                    <a:cubicBezTo>
                      <a:pt x="10104" y="8598"/>
                      <a:pt x="10126" y="8571"/>
                      <a:pt x="10126" y="8528"/>
                    </a:cubicBezTo>
                    <a:cubicBezTo>
                      <a:pt x="10126" y="8485"/>
                      <a:pt x="10104" y="8463"/>
                      <a:pt x="10055" y="8463"/>
                    </a:cubicBezTo>
                    <a:close/>
                    <a:moveTo>
                      <a:pt x="10325" y="8463"/>
                    </a:moveTo>
                    <a:cubicBezTo>
                      <a:pt x="10282" y="8463"/>
                      <a:pt x="10261" y="8485"/>
                      <a:pt x="10261" y="8528"/>
                    </a:cubicBezTo>
                    <a:cubicBezTo>
                      <a:pt x="10261" y="8571"/>
                      <a:pt x="10282" y="8598"/>
                      <a:pt x="10325" y="8598"/>
                    </a:cubicBezTo>
                    <a:cubicBezTo>
                      <a:pt x="10374" y="8598"/>
                      <a:pt x="10396" y="8571"/>
                      <a:pt x="10396" y="8528"/>
                    </a:cubicBezTo>
                    <a:cubicBezTo>
                      <a:pt x="10396" y="8485"/>
                      <a:pt x="10374" y="8463"/>
                      <a:pt x="10325" y="8463"/>
                    </a:cubicBezTo>
                    <a:close/>
                    <a:moveTo>
                      <a:pt x="10595" y="8463"/>
                    </a:moveTo>
                    <a:cubicBezTo>
                      <a:pt x="10552" y="8463"/>
                      <a:pt x="10531" y="8485"/>
                      <a:pt x="10531" y="8528"/>
                    </a:cubicBezTo>
                    <a:cubicBezTo>
                      <a:pt x="10531" y="8571"/>
                      <a:pt x="10552" y="8598"/>
                      <a:pt x="10595" y="8598"/>
                    </a:cubicBezTo>
                    <a:cubicBezTo>
                      <a:pt x="10644" y="8598"/>
                      <a:pt x="10666" y="8571"/>
                      <a:pt x="10666" y="8528"/>
                    </a:cubicBezTo>
                    <a:cubicBezTo>
                      <a:pt x="10666" y="8485"/>
                      <a:pt x="10644" y="8463"/>
                      <a:pt x="10595" y="8463"/>
                    </a:cubicBezTo>
                    <a:close/>
                    <a:moveTo>
                      <a:pt x="10865" y="8463"/>
                    </a:moveTo>
                    <a:cubicBezTo>
                      <a:pt x="10822" y="8463"/>
                      <a:pt x="10801" y="8485"/>
                      <a:pt x="10801" y="8528"/>
                    </a:cubicBezTo>
                    <a:cubicBezTo>
                      <a:pt x="10801" y="8571"/>
                      <a:pt x="10822" y="8598"/>
                      <a:pt x="10865" y="8598"/>
                    </a:cubicBezTo>
                    <a:cubicBezTo>
                      <a:pt x="10914" y="8598"/>
                      <a:pt x="10936" y="8571"/>
                      <a:pt x="10936" y="8528"/>
                    </a:cubicBezTo>
                    <a:cubicBezTo>
                      <a:pt x="10936" y="8485"/>
                      <a:pt x="10914" y="8463"/>
                      <a:pt x="10865" y="8463"/>
                    </a:cubicBezTo>
                    <a:close/>
                    <a:moveTo>
                      <a:pt x="11135" y="8463"/>
                    </a:moveTo>
                    <a:cubicBezTo>
                      <a:pt x="11092" y="8463"/>
                      <a:pt x="11071" y="8485"/>
                      <a:pt x="11071" y="8528"/>
                    </a:cubicBezTo>
                    <a:cubicBezTo>
                      <a:pt x="11071" y="8571"/>
                      <a:pt x="11092" y="8598"/>
                      <a:pt x="11135" y="8598"/>
                    </a:cubicBezTo>
                    <a:cubicBezTo>
                      <a:pt x="11184" y="8598"/>
                      <a:pt x="11206" y="8571"/>
                      <a:pt x="11206" y="8528"/>
                    </a:cubicBezTo>
                    <a:cubicBezTo>
                      <a:pt x="11206" y="8485"/>
                      <a:pt x="11184" y="8463"/>
                      <a:pt x="11135" y="8463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g3f131e4dc8c_0_538"/>
              <p:cNvSpPr/>
              <p:nvPr/>
            </p:nvSpPr>
            <p:spPr>
              <a:xfrm>
                <a:off x="2573012" y="4749545"/>
                <a:ext cx="1454675" cy="15756"/>
              </a:xfrm>
              <a:custGeom>
                <a:rect b="b" l="l" r="r" t="t"/>
                <a:pathLst>
                  <a:path extrusionOk="0" h="136" w="12556">
                    <a:moveTo>
                      <a:pt x="65" y="1"/>
                    </a:moveTo>
                    <a:cubicBezTo>
                      <a:pt x="43" y="1"/>
                      <a:pt x="0" y="44"/>
                      <a:pt x="0" y="65"/>
                    </a:cubicBezTo>
                    <a:cubicBezTo>
                      <a:pt x="0" y="109"/>
                      <a:pt x="43" y="136"/>
                      <a:pt x="65" y="136"/>
                    </a:cubicBezTo>
                    <a:cubicBezTo>
                      <a:pt x="108" y="136"/>
                      <a:pt x="135" y="109"/>
                      <a:pt x="135" y="65"/>
                    </a:cubicBezTo>
                    <a:cubicBezTo>
                      <a:pt x="135" y="44"/>
                      <a:pt x="108" y="1"/>
                      <a:pt x="65" y="1"/>
                    </a:cubicBezTo>
                    <a:close/>
                    <a:moveTo>
                      <a:pt x="335" y="1"/>
                    </a:moveTo>
                    <a:cubicBezTo>
                      <a:pt x="313" y="1"/>
                      <a:pt x="270" y="44"/>
                      <a:pt x="270" y="65"/>
                    </a:cubicBezTo>
                    <a:cubicBezTo>
                      <a:pt x="270" y="109"/>
                      <a:pt x="313" y="136"/>
                      <a:pt x="335" y="136"/>
                    </a:cubicBezTo>
                    <a:cubicBezTo>
                      <a:pt x="378" y="136"/>
                      <a:pt x="405" y="109"/>
                      <a:pt x="405" y="65"/>
                    </a:cubicBezTo>
                    <a:cubicBezTo>
                      <a:pt x="405" y="44"/>
                      <a:pt x="378" y="1"/>
                      <a:pt x="335" y="1"/>
                    </a:cubicBezTo>
                    <a:close/>
                    <a:moveTo>
                      <a:pt x="605" y="1"/>
                    </a:moveTo>
                    <a:cubicBezTo>
                      <a:pt x="583" y="1"/>
                      <a:pt x="540" y="44"/>
                      <a:pt x="540" y="65"/>
                    </a:cubicBezTo>
                    <a:cubicBezTo>
                      <a:pt x="540" y="109"/>
                      <a:pt x="583" y="136"/>
                      <a:pt x="605" y="136"/>
                    </a:cubicBezTo>
                    <a:cubicBezTo>
                      <a:pt x="648" y="136"/>
                      <a:pt x="675" y="109"/>
                      <a:pt x="675" y="65"/>
                    </a:cubicBezTo>
                    <a:cubicBezTo>
                      <a:pt x="675" y="44"/>
                      <a:pt x="648" y="1"/>
                      <a:pt x="605" y="1"/>
                    </a:cubicBezTo>
                    <a:close/>
                    <a:moveTo>
                      <a:pt x="875" y="1"/>
                    </a:moveTo>
                    <a:cubicBezTo>
                      <a:pt x="853" y="1"/>
                      <a:pt x="810" y="44"/>
                      <a:pt x="810" y="65"/>
                    </a:cubicBezTo>
                    <a:cubicBezTo>
                      <a:pt x="810" y="109"/>
                      <a:pt x="853" y="136"/>
                      <a:pt x="875" y="136"/>
                    </a:cubicBezTo>
                    <a:cubicBezTo>
                      <a:pt x="918" y="136"/>
                      <a:pt x="945" y="109"/>
                      <a:pt x="945" y="65"/>
                    </a:cubicBezTo>
                    <a:cubicBezTo>
                      <a:pt x="945" y="44"/>
                      <a:pt x="918" y="1"/>
                      <a:pt x="875" y="1"/>
                    </a:cubicBezTo>
                    <a:close/>
                    <a:moveTo>
                      <a:pt x="1145" y="1"/>
                    </a:moveTo>
                    <a:cubicBezTo>
                      <a:pt x="1123" y="1"/>
                      <a:pt x="1080" y="44"/>
                      <a:pt x="1080" y="65"/>
                    </a:cubicBezTo>
                    <a:cubicBezTo>
                      <a:pt x="1080" y="109"/>
                      <a:pt x="1123" y="136"/>
                      <a:pt x="1145" y="136"/>
                    </a:cubicBezTo>
                    <a:cubicBezTo>
                      <a:pt x="1188" y="136"/>
                      <a:pt x="1215" y="109"/>
                      <a:pt x="1215" y="65"/>
                    </a:cubicBezTo>
                    <a:cubicBezTo>
                      <a:pt x="1215" y="44"/>
                      <a:pt x="1188" y="1"/>
                      <a:pt x="1145" y="1"/>
                    </a:cubicBezTo>
                    <a:close/>
                    <a:moveTo>
                      <a:pt x="1415" y="1"/>
                    </a:moveTo>
                    <a:cubicBezTo>
                      <a:pt x="1393" y="1"/>
                      <a:pt x="1350" y="44"/>
                      <a:pt x="1350" y="65"/>
                    </a:cubicBezTo>
                    <a:cubicBezTo>
                      <a:pt x="1350" y="109"/>
                      <a:pt x="1393" y="136"/>
                      <a:pt x="1415" y="136"/>
                    </a:cubicBezTo>
                    <a:cubicBezTo>
                      <a:pt x="1458" y="136"/>
                      <a:pt x="1485" y="109"/>
                      <a:pt x="1485" y="65"/>
                    </a:cubicBezTo>
                    <a:cubicBezTo>
                      <a:pt x="1485" y="44"/>
                      <a:pt x="1458" y="1"/>
                      <a:pt x="1415" y="1"/>
                    </a:cubicBezTo>
                    <a:close/>
                    <a:moveTo>
                      <a:pt x="1685" y="1"/>
                    </a:moveTo>
                    <a:cubicBezTo>
                      <a:pt x="1663" y="1"/>
                      <a:pt x="1620" y="44"/>
                      <a:pt x="1620" y="65"/>
                    </a:cubicBezTo>
                    <a:cubicBezTo>
                      <a:pt x="1620" y="109"/>
                      <a:pt x="1663" y="136"/>
                      <a:pt x="1685" y="136"/>
                    </a:cubicBezTo>
                    <a:cubicBezTo>
                      <a:pt x="1728" y="136"/>
                      <a:pt x="1755" y="109"/>
                      <a:pt x="1755" y="65"/>
                    </a:cubicBezTo>
                    <a:cubicBezTo>
                      <a:pt x="1755" y="44"/>
                      <a:pt x="1728" y="1"/>
                      <a:pt x="1685" y="1"/>
                    </a:cubicBezTo>
                    <a:close/>
                    <a:moveTo>
                      <a:pt x="1955" y="1"/>
                    </a:moveTo>
                    <a:cubicBezTo>
                      <a:pt x="1934" y="1"/>
                      <a:pt x="1890" y="44"/>
                      <a:pt x="1890" y="65"/>
                    </a:cubicBezTo>
                    <a:cubicBezTo>
                      <a:pt x="1890" y="109"/>
                      <a:pt x="1934" y="136"/>
                      <a:pt x="1955" y="136"/>
                    </a:cubicBezTo>
                    <a:cubicBezTo>
                      <a:pt x="1998" y="136"/>
                      <a:pt x="2025" y="109"/>
                      <a:pt x="2025" y="65"/>
                    </a:cubicBezTo>
                    <a:cubicBezTo>
                      <a:pt x="2025" y="44"/>
                      <a:pt x="1998" y="1"/>
                      <a:pt x="1955" y="1"/>
                    </a:cubicBezTo>
                    <a:close/>
                    <a:moveTo>
                      <a:pt x="2225" y="1"/>
                    </a:moveTo>
                    <a:cubicBezTo>
                      <a:pt x="2204" y="1"/>
                      <a:pt x="2160" y="44"/>
                      <a:pt x="2160" y="65"/>
                    </a:cubicBezTo>
                    <a:cubicBezTo>
                      <a:pt x="2160" y="109"/>
                      <a:pt x="2204" y="136"/>
                      <a:pt x="2225" y="136"/>
                    </a:cubicBezTo>
                    <a:cubicBezTo>
                      <a:pt x="2268" y="136"/>
                      <a:pt x="2295" y="109"/>
                      <a:pt x="2295" y="65"/>
                    </a:cubicBezTo>
                    <a:cubicBezTo>
                      <a:pt x="2295" y="44"/>
                      <a:pt x="2268" y="1"/>
                      <a:pt x="2225" y="1"/>
                    </a:cubicBezTo>
                    <a:close/>
                    <a:moveTo>
                      <a:pt x="2495" y="1"/>
                    </a:moveTo>
                    <a:cubicBezTo>
                      <a:pt x="2474" y="1"/>
                      <a:pt x="2430" y="44"/>
                      <a:pt x="2430" y="65"/>
                    </a:cubicBezTo>
                    <a:cubicBezTo>
                      <a:pt x="2430" y="109"/>
                      <a:pt x="2474" y="136"/>
                      <a:pt x="2495" y="136"/>
                    </a:cubicBezTo>
                    <a:cubicBezTo>
                      <a:pt x="2538" y="136"/>
                      <a:pt x="2565" y="109"/>
                      <a:pt x="2565" y="65"/>
                    </a:cubicBezTo>
                    <a:cubicBezTo>
                      <a:pt x="2565" y="44"/>
                      <a:pt x="2538" y="1"/>
                      <a:pt x="2495" y="1"/>
                    </a:cubicBezTo>
                    <a:close/>
                    <a:moveTo>
                      <a:pt x="2765" y="1"/>
                    </a:moveTo>
                    <a:cubicBezTo>
                      <a:pt x="2744" y="1"/>
                      <a:pt x="2700" y="44"/>
                      <a:pt x="2700" y="65"/>
                    </a:cubicBezTo>
                    <a:cubicBezTo>
                      <a:pt x="2700" y="109"/>
                      <a:pt x="2744" y="136"/>
                      <a:pt x="2765" y="136"/>
                    </a:cubicBezTo>
                    <a:cubicBezTo>
                      <a:pt x="2808" y="136"/>
                      <a:pt x="2835" y="109"/>
                      <a:pt x="2835" y="65"/>
                    </a:cubicBezTo>
                    <a:cubicBezTo>
                      <a:pt x="2835" y="44"/>
                      <a:pt x="2808" y="1"/>
                      <a:pt x="2765" y="1"/>
                    </a:cubicBezTo>
                    <a:close/>
                    <a:moveTo>
                      <a:pt x="3035" y="1"/>
                    </a:moveTo>
                    <a:cubicBezTo>
                      <a:pt x="3014" y="1"/>
                      <a:pt x="2970" y="44"/>
                      <a:pt x="2970" y="65"/>
                    </a:cubicBezTo>
                    <a:cubicBezTo>
                      <a:pt x="2970" y="109"/>
                      <a:pt x="3014" y="136"/>
                      <a:pt x="3035" y="136"/>
                    </a:cubicBezTo>
                    <a:cubicBezTo>
                      <a:pt x="3078" y="136"/>
                      <a:pt x="3105" y="109"/>
                      <a:pt x="3105" y="65"/>
                    </a:cubicBezTo>
                    <a:cubicBezTo>
                      <a:pt x="3105" y="44"/>
                      <a:pt x="3078" y="1"/>
                      <a:pt x="3035" y="1"/>
                    </a:cubicBezTo>
                    <a:close/>
                    <a:moveTo>
                      <a:pt x="3305" y="1"/>
                    </a:moveTo>
                    <a:cubicBezTo>
                      <a:pt x="3284" y="1"/>
                      <a:pt x="3240" y="44"/>
                      <a:pt x="3240" y="65"/>
                    </a:cubicBezTo>
                    <a:cubicBezTo>
                      <a:pt x="3240" y="109"/>
                      <a:pt x="3284" y="136"/>
                      <a:pt x="3305" y="136"/>
                    </a:cubicBezTo>
                    <a:cubicBezTo>
                      <a:pt x="3348" y="136"/>
                      <a:pt x="3375" y="109"/>
                      <a:pt x="3375" y="65"/>
                    </a:cubicBezTo>
                    <a:cubicBezTo>
                      <a:pt x="3375" y="44"/>
                      <a:pt x="3348" y="1"/>
                      <a:pt x="3305" y="1"/>
                    </a:cubicBezTo>
                    <a:close/>
                    <a:moveTo>
                      <a:pt x="3575" y="1"/>
                    </a:moveTo>
                    <a:cubicBezTo>
                      <a:pt x="3554" y="1"/>
                      <a:pt x="3510" y="44"/>
                      <a:pt x="3510" y="65"/>
                    </a:cubicBezTo>
                    <a:cubicBezTo>
                      <a:pt x="3510" y="109"/>
                      <a:pt x="3554" y="136"/>
                      <a:pt x="3575" y="136"/>
                    </a:cubicBezTo>
                    <a:cubicBezTo>
                      <a:pt x="3618" y="136"/>
                      <a:pt x="3645" y="109"/>
                      <a:pt x="3645" y="65"/>
                    </a:cubicBezTo>
                    <a:cubicBezTo>
                      <a:pt x="3645" y="44"/>
                      <a:pt x="3618" y="1"/>
                      <a:pt x="3575" y="1"/>
                    </a:cubicBezTo>
                    <a:close/>
                    <a:moveTo>
                      <a:pt x="3845" y="1"/>
                    </a:moveTo>
                    <a:cubicBezTo>
                      <a:pt x="3824" y="1"/>
                      <a:pt x="3780" y="44"/>
                      <a:pt x="3780" y="65"/>
                    </a:cubicBezTo>
                    <a:cubicBezTo>
                      <a:pt x="3780" y="109"/>
                      <a:pt x="3824" y="136"/>
                      <a:pt x="3845" y="136"/>
                    </a:cubicBezTo>
                    <a:cubicBezTo>
                      <a:pt x="3888" y="136"/>
                      <a:pt x="3915" y="109"/>
                      <a:pt x="3915" y="65"/>
                    </a:cubicBezTo>
                    <a:cubicBezTo>
                      <a:pt x="3915" y="44"/>
                      <a:pt x="3888" y="1"/>
                      <a:pt x="3845" y="1"/>
                    </a:cubicBezTo>
                    <a:close/>
                    <a:moveTo>
                      <a:pt x="4115" y="1"/>
                    </a:moveTo>
                    <a:cubicBezTo>
                      <a:pt x="4094" y="1"/>
                      <a:pt x="4050" y="44"/>
                      <a:pt x="4050" y="65"/>
                    </a:cubicBezTo>
                    <a:cubicBezTo>
                      <a:pt x="4050" y="109"/>
                      <a:pt x="4094" y="136"/>
                      <a:pt x="4115" y="136"/>
                    </a:cubicBezTo>
                    <a:cubicBezTo>
                      <a:pt x="4158" y="136"/>
                      <a:pt x="4185" y="109"/>
                      <a:pt x="4185" y="65"/>
                    </a:cubicBezTo>
                    <a:cubicBezTo>
                      <a:pt x="4185" y="44"/>
                      <a:pt x="4158" y="1"/>
                      <a:pt x="4115" y="1"/>
                    </a:cubicBezTo>
                    <a:close/>
                    <a:moveTo>
                      <a:pt x="4385" y="1"/>
                    </a:moveTo>
                    <a:cubicBezTo>
                      <a:pt x="4364" y="1"/>
                      <a:pt x="4320" y="44"/>
                      <a:pt x="4320" y="65"/>
                    </a:cubicBezTo>
                    <a:cubicBezTo>
                      <a:pt x="4320" y="109"/>
                      <a:pt x="4364" y="136"/>
                      <a:pt x="4385" y="136"/>
                    </a:cubicBezTo>
                    <a:cubicBezTo>
                      <a:pt x="4428" y="136"/>
                      <a:pt x="4455" y="109"/>
                      <a:pt x="4455" y="65"/>
                    </a:cubicBezTo>
                    <a:cubicBezTo>
                      <a:pt x="4455" y="44"/>
                      <a:pt x="4428" y="1"/>
                      <a:pt x="4385" y="1"/>
                    </a:cubicBezTo>
                    <a:close/>
                    <a:moveTo>
                      <a:pt x="4655" y="1"/>
                    </a:moveTo>
                    <a:cubicBezTo>
                      <a:pt x="4634" y="1"/>
                      <a:pt x="4590" y="44"/>
                      <a:pt x="4590" y="65"/>
                    </a:cubicBezTo>
                    <a:cubicBezTo>
                      <a:pt x="4590" y="109"/>
                      <a:pt x="4634" y="136"/>
                      <a:pt x="4655" y="136"/>
                    </a:cubicBezTo>
                    <a:cubicBezTo>
                      <a:pt x="4698" y="136"/>
                      <a:pt x="4725" y="109"/>
                      <a:pt x="4725" y="65"/>
                    </a:cubicBezTo>
                    <a:cubicBezTo>
                      <a:pt x="4725" y="44"/>
                      <a:pt x="4698" y="1"/>
                      <a:pt x="4655" y="1"/>
                    </a:cubicBezTo>
                    <a:close/>
                    <a:moveTo>
                      <a:pt x="4925" y="1"/>
                    </a:moveTo>
                    <a:cubicBezTo>
                      <a:pt x="4904" y="1"/>
                      <a:pt x="4860" y="44"/>
                      <a:pt x="4860" y="65"/>
                    </a:cubicBezTo>
                    <a:cubicBezTo>
                      <a:pt x="4860" y="109"/>
                      <a:pt x="4904" y="136"/>
                      <a:pt x="4925" y="136"/>
                    </a:cubicBezTo>
                    <a:cubicBezTo>
                      <a:pt x="4968" y="136"/>
                      <a:pt x="4995" y="109"/>
                      <a:pt x="4995" y="65"/>
                    </a:cubicBezTo>
                    <a:cubicBezTo>
                      <a:pt x="4995" y="44"/>
                      <a:pt x="4968" y="1"/>
                      <a:pt x="4925" y="1"/>
                    </a:cubicBezTo>
                    <a:close/>
                    <a:moveTo>
                      <a:pt x="5195" y="1"/>
                    </a:moveTo>
                    <a:cubicBezTo>
                      <a:pt x="5174" y="1"/>
                      <a:pt x="5130" y="44"/>
                      <a:pt x="5130" y="65"/>
                    </a:cubicBezTo>
                    <a:cubicBezTo>
                      <a:pt x="5130" y="109"/>
                      <a:pt x="5174" y="136"/>
                      <a:pt x="5195" y="136"/>
                    </a:cubicBezTo>
                    <a:cubicBezTo>
                      <a:pt x="5238" y="136"/>
                      <a:pt x="5265" y="109"/>
                      <a:pt x="5265" y="65"/>
                    </a:cubicBezTo>
                    <a:cubicBezTo>
                      <a:pt x="5265" y="44"/>
                      <a:pt x="5238" y="1"/>
                      <a:pt x="5195" y="1"/>
                    </a:cubicBezTo>
                    <a:close/>
                    <a:moveTo>
                      <a:pt x="5465" y="1"/>
                    </a:moveTo>
                    <a:cubicBezTo>
                      <a:pt x="5444" y="1"/>
                      <a:pt x="5400" y="44"/>
                      <a:pt x="5400" y="65"/>
                    </a:cubicBezTo>
                    <a:cubicBezTo>
                      <a:pt x="5400" y="109"/>
                      <a:pt x="5444" y="136"/>
                      <a:pt x="5465" y="136"/>
                    </a:cubicBezTo>
                    <a:cubicBezTo>
                      <a:pt x="5508" y="136"/>
                      <a:pt x="5535" y="109"/>
                      <a:pt x="5535" y="65"/>
                    </a:cubicBezTo>
                    <a:cubicBezTo>
                      <a:pt x="5535" y="44"/>
                      <a:pt x="5508" y="1"/>
                      <a:pt x="5465" y="1"/>
                    </a:cubicBezTo>
                    <a:close/>
                    <a:moveTo>
                      <a:pt x="5735" y="1"/>
                    </a:moveTo>
                    <a:cubicBezTo>
                      <a:pt x="5714" y="1"/>
                      <a:pt x="5670" y="44"/>
                      <a:pt x="5670" y="65"/>
                    </a:cubicBezTo>
                    <a:cubicBezTo>
                      <a:pt x="5670" y="109"/>
                      <a:pt x="5714" y="136"/>
                      <a:pt x="5735" y="136"/>
                    </a:cubicBezTo>
                    <a:cubicBezTo>
                      <a:pt x="5779" y="136"/>
                      <a:pt x="5806" y="109"/>
                      <a:pt x="5806" y="65"/>
                    </a:cubicBezTo>
                    <a:cubicBezTo>
                      <a:pt x="5806" y="44"/>
                      <a:pt x="5779" y="1"/>
                      <a:pt x="5735" y="1"/>
                    </a:cubicBezTo>
                    <a:close/>
                    <a:moveTo>
                      <a:pt x="6005" y="1"/>
                    </a:moveTo>
                    <a:cubicBezTo>
                      <a:pt x="5984" y="1"/>
                      <a:pt x="5941" y="44"/>
                      <a:pt x="5941" y="65"/>
                    </a:cubicBezTo>
                    <a:cubicBezTo>
                      <a:pt x="5941" y="109"/>
                      <a:pt x="5984" y="136"/>
                      <a:pt x="6005" y="136"/>
                    </a:cubicBezTo>
                    <a:cubicBezTo>
                      <a:pt x="6049" y="136"/>
                      <a:pt x="6076" y="109"/>
                      <a:pt x="6076" y="65"/>
                    </a:cubicBezTo>
                    <a:cubicBezTo>
                      <a:pt x="6076" y="44"/>
                      <a:pt x="6049" y="1"/>
                      <a:pt x="6005" y="1"/>
                    </a:cubicBezTo>
                    <a:close/>
                    <a:moveTo>
                      <a:pt x="6275" y="1"/>
                    </a:moveTo>
                    <a:cubicBezTo>
                      <a:pt x="6254" y="1"/>
                      <a:pt x="6211" y="44"/>
                      <a:pt x="6211" y="65"/>
                    </a:cubicBezTo>
                    <a:cubicBezTo>
                      <a:pt x="6211" y="109"/>
                      <a:pt x="6254" y="136"/>
                      <a:pt x="6275" y="136"/>
                    </a:cubicBezTo>
                    <a:cubicBezTo>
                      <a:pt x="6319" y="136"/>
                      <a:pt x="6346" y="109"/>
                      <a:pt x="6346" y="65"/>
                    </a:cubicBezTo>
                    <a:cubicBezTo>
                      <a:pt x="6346" y="44"/>
                      <a:pt x="6319" y="1"/>
                      <a:pt x="6275" y="1"/>
                    </a:cubicBezTo>
                    <a:close/>
                    <a:moveTo>
                      <a:pt x="6545" y="1"/>
                    </a:moveTo>
                    <a:cubicBezTo>
                      <a:pt x="6524" y="1"/>
                      <a:pt x="6481" y="44"/>
                      <a:pt x="6481" y="65"/>
                    </a:cubicBezTo>
                    <a:cubicBezTo>
                      <a:pt x="6481" y="109"/>
                      <a:pt x="6524" y="136"/>
                      <a:pt x="6545" y="136"/>
                    </a:cubicBezTo>
                    <a:cubicBezTo>
                      <a:pt x="6589" y="136"/>
                      <a:pt x="6616" y="109"/>
                      <a:pt x="6616" y="65"/>
                    </a:cubicBezTo>
                    <a:cubicBezTo>
                      <a:pt x="6616" y="44"/>
                      <a:pt x="6589" y="1"/>
                      <a:pt x="6545" y="1"/>
                    </a:cubicBezTo>
                    <a:close/>
                    <a:moveTo>
                      <a:pt x="6815" y="1"/>
                    </a:moveTo>
                    <a:cubicBezTo>
                      <a:pt x="6794" y="1"/>
                      <a:pt x="6751" y="44"/>
                      <a:pt x="6751" y="65"/>
                    </a:cubicBezTo>
                    <a:cubicBezTo>
                      <a:pt x="6751" y="109"/>
                      <a:pt x="6794" y="136"/>
                      <a:pt x="6815" y="136"/>
                    </a:cubicBezTo>
                    <a:cubicBezTo>
                      <a:pt x="6859" y="136"/>
                      <a:pt x="6886" y="109"/>
                      <a:pt x="6886" y="65"/>
                    </a:cubicBezTo>
                    <a:cubicBezTo>
                      <a:pt x="6886" y="44"/>
                      <a:pt x="6859" y="1"/>
                      <a:pt x="6815" y="1"/>
                    </a:cubicBezTo>
                    <a:close/>
                    <a:moveTo>
                      <a:pt x="7085" y="1"/>
                    </a:moveTo>
                    <a:cubicBezTo>
                      <a:pt x="7064" y="1"/>
                      <a:pt x="7021" y="44"/>
                      <a:pt x="7021" y="65"/>
                    </a:cubicBezTo>
                    <a:cubicBezTo>
                      <a:pt x="7021" y="109"/>
                      <a:pt x="7064" y="136"/>
                      <a:pt x="7085" y="136"/>
                    </a:cubicBezTo>
                    <a:cubicBezTo>
                      <a:pt x="7129" y="136"/>
                      <a:pt x="7156" y="109"/>
                      <a:pt x="7156" y="65"/>
                    </a:cubicBezTo>
                    <a:cubicBezTo>
                      <a:pt x="7156" y="44"/>
                      <a:pt x="7129" y="1"/>
                      <a:pt x="7085" y="1"/>
                    </a:cubicBezTo>
                    <a:close/>
                    <a:moveTo>
                      <a:pt x="7355" y="1"/>
                    </a:moveTo>
                    <a:cubicBezTo>
                      <a:pt x="7334" y="1"/>
                      <a:pt x="7291" y="44"/>
                      <a:pt x="7291" y="65"/>
                    </a:cubicBezTo>
                    <a:cubicBezTo>
                      <a:pt x="7291" y="109"/>
                      <a:pt x="7334" y="136"/>
                      <a:pt x="7355" y="136"/>
                    </a:cubicBezTo>
                    <a:cubicBezTo>
                      <a:pt x="7399" y="136"/>
                      <a:pt x="7426" y="109"/>
                      <a:pt x="7426" y="65"/>
                    </a:cubicBezTo>
                    <a:cubicBezTo>
                      <a:pt x="7426" y="44"/>
                      <a:pt x="7399" y="1"/>
                      <a:pt x="7355" y="1"/>
                    </a:cubicBezTo>
                    <a:close/>
                    <a:moveTo>
                      <a:pt x="7625" y="1"/>
                    </a:moveTo>
                    <a:cubicBezTo>
                      <a:pt x="7604" y="1"/>
                      <a:pt x="7561" y="44"/>
                      <a:pt x="7561" y="65"/>
                    </a:cubicBezTo>
                    <a:cubicBezTo>
                      <a:pt x="7561" y="109"/>
                      <a:pt x="7604" y="136"/>
                      <a:pt x="7625" y="136"/>
                    </a:cubicBezTo>
                    <a:cubicBezTo>
                      <a:pt x="7669" y="136"/>
                      <a:pt x="7696" y="109"/>
                      <a:pt x="7696" y="65"/>
                    </a:cubicBezTo>
                    <a:cubicBezTo>
                      <a:pt x="7696" y="44"/>
                      <a:pt x="7669" y="1"/>
                      <a:pt x="7625" y="1"/>
                    </a:cubicBezTo>
                    <a:close/>
                    <a:moveTo>
                      <a:pt x="7895" y="1"/>
                    </a:moveTo>
                    <a:cubicBezTo>
                      <a:pt x="7874" y="1"/>
                      <a:pt x="7831" y="44"/>
                      <a:pt x="7831" y="65"/>
                    </a:cubicBezTo>
                    <a:cubicBezTo>
                      <a:pt x="7831" y="109"/>
                      <a:pt x="7874" y="136"/>
                      <a:pt x="7895" y="136"/>
                    </a:cubicBezTo>
                    <a:cubicBezTo>
                      <a:pt x="7939" y="136"/>
                      <a:pt x="7966" y="109"/>
                      <a:pt x="7966" y="65"/>
                    </a:cubicBezTo>
                    <a:cubicBezTo>
                      <a:pt x="7966" y="44"/>
                      <a:pt x="7939" y="1"/>
                      <a:pt x="7895" y="1"/>
                    </a:cubicBezTo>
                    <a:close/>
                    <a:moveTo>
                      <a:pt x="8165" y="1"/>
                    </a:moveTo>
                    <a:cubicBezTo>
                      <a:pt x="8144" y="1"/>
                      <a:pt x="8101" y="44"/>
                      <a:pt x="8101" y="65"/>
                    </a:cubicBezTo>
                    <a:cubicBezTo>
                      <a:pt x="8101" y="109"/>
                      <a:pt x="8144" y="136"/>
                      <a:pt x="8165" y="136"/>
                    </a:cubicBezTo>
                    <a:cubicBezTo>
                      <a:pt x="8209" y="136"/>
                      <a:pt x="8236" y="109"/>
                      <a:pt x="8236" y="65"/>
                    </a:cubicBezTo>
                    <a:cubicBezTo>
                      <a:pt x="8236" y="44"/>
                      <a:pt x="8209" y="1"/>
                      <a:pt x="8165" y="1"/>
                    </a:cubicBezTo>
                    <a:close/>
                    <a:moveTo>
                      <a:pt x="8435" y="1"/>
                    </a:moveTo>
                    <a:cubicBezTo>
                      <a:pt x="8414" y="1"/>
                      <a:pt x="8371" y="44"/>
                      <a:pt x="8371" y="65"/>
                    </a:cubicBezTo>
                    <a:cubicBezTo>
                      <a:pt x="8371" y="109"/>
                      <a:pt x="8414" y="136"/>
                      <a:pt x="8435" y="136"/>
                    </a:cubicBezTo>
                    <a:cubicBezTo>
                      <a:pt x="8479" y="136"/>
                      <a:pt x="8506" y="109"/>
                      <a:pt x="8506" y="65"/>
                    </a:cubicBezTo>
                    <a:cubicBezTo>
                      <a:pt x="8506" y="44"/>
                      <a:pt x="8479" y="1"/>
                      <a:pt x="8435" y="1"/>
                    </a:cubicBezTo>
                    <a:close/>
                    <a:moveTo>
                      <a:pt x="8705" y="1"/>
                    </a:moveTo>
                    <a:cubicBezTo>
                      <a:pt x="8684" y="1"/>
                      <a:pt x="8641" y="44"/>
                      <a:pt x="8641" y="65"/>
                    </a:cubicBezTo>
                    <a:cubicBezTo>
                      <a:pt x="8641" y="109"/>
                      <a:pt x="8684" y="136"/>
                      <a:pt x="8705" y="136"/>
                    </a:cubicBezTo>
                    <a:cubicBezTo>
                      <a:pt x="8749" y="136"/>
                      <a:pt x="8776" y="109"/>
                      <a:pt x="8776" y="65"/>
                    </a:cubicBezTo>
                    <a:cubicBezTo>
                      <a:pt x="8776" y="44"/>
                      <a:pt x="8749" y="1"/>
                      <a:pt x="8705" y="1"/>
                    </a:cubicBezTo>
                    <a:close/>
                    <a:moveTo>
                      <a:pt x="8975" y="1"/>
                    </a:moveTo>
                    <a:cubicBezTo>
                      <a:pt x="8954" y="1"/>
                      <a:pt x="8911" y="44"/>
                      <a:pt x="8911" y="65"/>
                    </a:cubicBezTo>
                    <a:cubicBezTo>
                      <a:pt x="8911" y="109"/>
                      <a:pt x="8954" y="136"/>
                      <a:pt x="8975" y="136"/>
                    </a:cubicBezTo>
                    <a:cubicBezTo>
                      <a:pt x="9019" y="136"/>
                      <a:pt x="9046" y="109"/>
                      <a:pt x="9046" y="65"/>
                    </a:cubicBezTo>
                    <a:cubicBezTo>
                      <a:pt x="9046" y="44"/>
                      <a:pt x="9019" y="1"/>
                      <a:pt x="8975" y="1"/>
                    </a:cubicBezTo>
                    <a:close/>
                    <a:moveTo>
                      <a:pt x="9245" y="1"/>
                    </a:moveTo>
                    <a:cubicBezTo>
                      <a:pt x="9224" y="1"/>
                      <a:pt x="9181" y="44"/>
                      <a:pt x="9181" y="65"/>
                    </a:cubicBezTo>
                    <a:cubicBezTo>
                      <a:pt x="9181" y="109"/>
                      <a:pt x="9224" y="136"/>
                      <a:pt x="9245" y="136"/>
                    </a:cubicBezTo>
                    <a:cubicBezTo>
                      <a:pt x="9289" y="136"/>
                      <a:pt x="9316" y="109"/>
                      <a:pt x="9316" y="65"/>
                    </a:cubicBezTo>
                    <a:cubicBezTo>
                      <a:pt x="9316" y="44"/>
                      <a:pt x="9289" y="1"/>
                      <a:pt x="9245" y="1"/>
                    </a:cubicBezTo>
                    <a:close/>
                    <a:moveTo>
                      <a:pt x="9515" y="1"/>
                    </a:moveTo>
                    <a:cubicBezTo>
                      <a:pt x="9494" y="1"/>
                      <a:pt x="9451" y="44"/>
                      <a:pt x="9451" y="65"/>
                    </a:cubicBezTo>
                    <a:cubicBezTo>
                      <a:pt x="9451" y="109"/>
                      <a:pt x="9494" y="136"/>
                      <a:pt x="9515" y="136"/>
                    </a:cubicBezTo>
                    <a:cubicBezTo>
                      <a:pt x="9559" y="136"/>
                      <a:pt x="9586" y="109"/>
                      <a:pt x="9586" y="65"/>
                    </a:cubicBezTo>
                    <a:cubicBezTo>
                      <a:pt x="9586" y="44"/>
                      <a:pt x="9559" y="1"/>
                      <a:pt x="9515" y="1"/>
                    </a:cubicBezTo>
                    <a:close/>
                    <a:moveTo>
                      <a:pt x="9786" y="1"/>
                    </a:moveTo>
                    <a:cubicBezTo>
                      <a:pt x="9764" y="1"/>
                      <a:pt x="9721" y="44"/>
                      <a:pt x="9721" y="65"/>
                    </a:cubicBezTo>
                    <a:cubicBezTo>
                      <a:pt x="9721" y="109"/>
                      <a:pt x="9764" y="136"/>
                      <a:pt x="9786" y="136"/>
                    </a:cubicBezTo>
                    <a:cubicBezTo>
                      <a:pt x="9829" y="136"/>
                      <a:pt x="9856" y="109"/>
                      <a:pt x="9856" y="65"/>
                    </a:cubicBezTo>
                    <a:cubicBezTo>
                      <a:pt x="9856" y="44"/>
                      <a:pt x="9829" y="1"/>
                      <a:pt x="9786" y="1"/>
                    </a:cubicBezTo>
                    <a:close/>
                    <a:moveTo>
                      <a:pt x="10056" y="1"/>
                    </a:moveTo>
                    <a:cubicBezTo>
                      <a:pt x="10034" y="1"/>
                      <a:pt x="9991" y="44"/>
                      <a:pt x="9991" y="65"/>
                    </a:cubicBezTo>
                    <a:cubicBezTo>
                      <a:pt x="9991" y="109"/>
                      <a:pt x="10034" y="136"/>
                      <a:pt x="10056" y="136"/>
                    </a:cubicBezTo>
                    <a:cubicBezTo>
                      <a:pt x="10099" y="136"/>
                      <a:pt x="10126" y="109"/>
                      <a:pt x="10126" y="65"/>
                    </a:cubicBezTo>
                    <a:cubicBezTo>
                      <a:pt x="10126" y="44"/>
                      <a:pt x="10099" y="1"/>
                      <a:pt x="10056" y="1"/>
                    </a:cubicBezTo>
                    <a:close/>
                    <a:moveTo>
                      <a:pt x="10326" y="1"/>
                    </a:moveTo>
                    <a:cubicBezTo>
                      <a:pt x="10304" y="1"/>
                      <a:pt x="10261" y="44"/>
                      <a:pt x="10261" y="65"/>
                    </a:cubicBezTo>
                    <a:cubicBezTo>
                      <a:pt x="10261" y="109"/>
                      <a:pt x="10304" y="136"/>
                      <a:pt x="10326" y="136"/>
                    </a:cubicBezTo>
                    <a:cubicBezTo>
                      <a:pt x="10369" y="136"/>
                      <a:pt x="10396" y="109"/>
                      <a:pt x="10396" y="65"/>
                    </a:cubicBezTo>
                    <a:cubicBezTo>
                      <a:pt x="10396" y="44"/>
                      <a:pt x="10369" y="1"/>
                      <a:pt x="10326" y="1"/>
                    </a:cubicBezTo>
                    <a:close/>
                    <a:moveTo>
                      <a:pt x="10596" y="1"/>
                    </a:moveTo>
                    <a:cubicBezTo>
                      <a:pt x="10574" y="1"/>
                      <a:pt x="10531" y="44"/>
                      <a:pt x="10531" y="65"/>
                    </a:cubicBezTo>
                    <a:cubicBezTo>
                      <a:pt x="10531" y="109"/>
                      <a:pt x="10574" y="136"/>
                      <a:pt x="10596" y="136"/>
                    </a:cubicBezTo>
                    <a:cubicBezTo>
                      <a:pt x="10639" y="136"/>
                      <a:pt x="10666" y="109"/>
                      <a:pt x="10666" y="65"/>
                    </a:cubicBezTo>
                    <a:cubicBezTo>
                      <a:pt x="10666" y="44"/>
                      <a:pt x="10639" y="1"/>
                      <a:pt x="10596" y="1"/>
                    </a:cubicBezTo>
                    <a:close/>
                    <a:moveTo>
                      <a:pt x="10866" y="1"/>
                    </a:moveTo>
                    <a:cubicBezTo>
                      <a:pt x="10844" y="1"/>
                      <a:pt x="10801" y="44"/>
                      <a:pt x="10801" y="65"/>
                    </a:cubicBezTo>
                    <a:cubicBezTo>
                      <a:pt x="10801" y="109"/>
                      <a:pt x="10844" y="136"/>
                      <a:pt x="10866" y="136"/>
                    </a:cubicBezTo>
                    <a:cubicBezTo>
                      <a:pt x="10909" y="136"/>
                      <a:pt x="10936" y="109"/>
                      <a:pt x="10936" y="65"/>
                    </a:cubicBezTo>
                    <a:cubicBezTo>
                      <a:pt x="10936" y="44"/>
                      <a:pt x="10909" y="1"/>
                      <a:pt x="10866" y="1"/>
                    </a:cubicBezTo>
                    <a:close/>
                    <a:moveTo>
                      <a:pt x="11136" y="1"/>
                    </a:moveTo>
                    <a:cubicBezTo>
                      <a:pt x="11114" y="1"/>
                      <a:pt x="11071" y="44"/>
                      <a:pt x="11071" y="65"/>
                    </a:cubicBezTo>
                    <a:cubicBezTo>
                      <a:pt x="11071" y="109"/>
                      <a:pt x="11114" y="136"/>
                      <a:pt x="11136" y="136"/>
                    </a:cubicBezTo>
                    <a:cubicBezTo>
                      <a:pt x="11179" y="136"/>
                      <a:pt x="11206" y="109"/>
                      <a:pt x="11206" y="65"/>
                    </a:cubicBezTo>
                    <a:cubicBezTo>
                      <a:pt x="11206" y="44"/>
                      <a:pt x="11179" y="1"/>
                      <a:pt x="11136" y="1"/>
                    </a:cubicBezTo>
                    <a:close/>
                    <a:moveTo>
                      <a:pt x="11406" y="1"/>
                    </a:moveTo>
                    <a:cubicBezTo>
                      <a:pt x="11384" y="1"/>
                      <a:pt x="11341" y="44"/>
                      <a:pt x="11341" y="65"/>
                    </a:cubicBezTo>
                    <a:cubicBezTo>
                      <a:pt x="11341" y="109"/>
                      <a:pt x="11384" y="136"/>
                      <a:pt x="11406" y="136"/>
                    </a:cubicBezTo>
                    <a:cubicBezTo>
                      <a:pt x="11449" y="136"/>
                      <a:pt x="11476" y="109"/>
                      <a:pt x="11476" y="65"/>
                    </a:cubicBezTo>
                    <a:cubicBezTo>
                      <a:pt x="11476" y="44"/>
                      <a:pt x="11449" y="1"/>
                      <a:pt x="11406" y="1"/>
                    </a:cubicBezTo>
                    <a:close/>
                    <a:moveTo>
                      <a:pt x="11676" y="1"/>
                    </a:moveTo>
                    <a:cubicBezTo>
                      <a:pt x="11654" y="1"/>
                      <a:pt x="11611" y="44"/>
                      <a:pt x="11611" y="65"/>
                    </a:cubicBezTo>
                    <a:cubicBezTo>
                      <a:pt x="11611" y="109"/>
                      <a:pt x="11654" y="136"/>
                      <a:pt x="11676" y="136"/>
                    </a:cubicBezTo>
                    <a:cubicBezTo>
                      <a:pt x="11719" y="136"/>
                      <a:pt x="11746" y="109"/>
                      <a:pt x="11746" y="65"/>
                    </a:cubicBezTo>
                    <a:cubicBezTo>
                      <a:pt x="11746" y="44"/>
                      <a:pt x="11719" y="1"/>
                      <a:pt x="11676" y="1"/>
                    </a:cubicBezTo>
                    <a:close/>
                    <a:moveTo>
                      <a:pt x="11946" y="1"/>
                    </a:moveTo>
                    <a:cubicBezTo>
                      <a:pt x="11924" y="1"/>
                      <a:pt x="11881" y="44"/>
                      <a:pt x="11881" y="65"/>
                    </a:cubicBezTo>
                    <a:cubicBezTo>
                      <a:pt x="11881" y="109"/>
                      <a:pt x="11924" y="136"/>
                      <a:pt x="11946" y="136"/>
                    </a:cubicBezTo>
                    <a:cubicBezTo>
                      <a:pt x="11989" y="136"/>
                      <a:pt x="12016" y="109"/>
                      <a:pt x="12016" y="65"/>
                    </a:cubicBezTo>
                    <a:cubicBezTo>
                      <a:pt x="12016" y="44"/>
                      <a:pt x="11989" y="1"/>
                      <a:pt x="11946" y="1"/>
                    </a:cubicBezTo>
                    <a:close/>
                    <a:moveTo>
                      <a:pt x="12216" y="1"/>
                    </a:moveTo>
                    <a:cubicBezTo>
                      <a:pt x="12194" y="1"/>
                      <a:pt x="12151" y="44"/>
                      <a:pt x="12151" y="65"/>
                    </a:cubicBezTo>
                    <a:cubicBezTo>
                      <a:pt x="12151" y="109"/>
                      <a:pt x="12194" y="136"/>
                      <a:pt x="12216" y="136"/>
                    </a:cubicBezTo>
                    <a:cubicBezTo>
                      <a:pt x="12259" y="136"/>
                      <a:pt x="12286" y="109"/>
                      <a:pt x="12286" y="65"/>
                    </a:cubicBezTo>
                    <a:cubicBezTo>
                      <a:pt x="12286" y="44"/>
                      <a:pt x="12259" y="1"/>
                      <a:pt x="12216" y="1"/>
                    </a:cubicBezTo>
                    <a:close/>
                    <a:moveTo>
                      <a:pt x="12486" y="1"/>
                    </a:moveTo>
                    <a:cubicBezTo>
                      <a:pt x="12464" y="1"/>
                      <a:pt x="12421" y="44"/>
                      <a:pt x="12421" y="65"/>
                    </a:cubicBezTo>
                    <a:cubicBezTo>
                      <a:pt x="12421" y="109"/>
                      <a:pt x="12464" y="136"/>
                      <a:pt x="12486" y="136"/>
                    </a:cubicBezTo>
                    <a:cubicBezTo>
                      <a:pt x="12529" y="136"/>
                      <a:pt x="12556" y="109"/>
                      <a:pt x="12556" y="65"/>
                    </a:cubicBezTo>
                    <a:cubicBezTo>
                      <a:pt x="12556" y="44"/>
                      <a:pt x="12529" y="1"/>
                      <a:pt x="12486" y="1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g3f131e4dc8c_0_538"/>
              <p:cNvSpPr/>
              <p:nvPr/>
            </p:nvSpPr>
            <p:spPr>
              <a:xfrm rot="5400000">
                <a:off x="7214672" y="2853931"/>
                <a:ext cx="2440254" cy="1754392"/>
              </a:xfrm>
              <a:custGeom>
                <a:rect b="b" l="l" r="r" t="t"/>
                <a:pathLst>
                  <a:path extrusionOk="0" h="15143" w="21063">
                    <a:moveTo>
                      <a:pt x="66" y="0"/>
                    </a:moveTo>
                    <a:cubicBezTo>
                      <a:pt x="44" y="0"/>
                      <a:pt x="1" y="44"/>
                      <a:pt x="1" y="65"/>
                    </a:cubicBezTo>
                    <a:cubicBezTo>
                      <a:pt x="1" y="114"/>
                      <a:pt x="44" y="135"/>
                      <a:pt x="66" y="135"/>
                    </a:cubicBezTo>
                    <a:cubicBezTo>
                      <a:pt x="114" y="135"/>
                      <a:pt x="136" y="114"/>
                      <a:pt x="136" y="65"/>
                    </a:cubicBezTo>
                    <a:cubicBezTo>
                      <a:pt x="136" y="44"/>
                      <a:pt x="114" y="0"/>
                      <a:pt x="66" y="0"/>
                    </a:cubicBezTo>
                    <a:close/>
                    <a:moveTo>
                      <a:pt x="66" y="270"/>
                    </a:moveTo>
                    <a:cubicBezTo>
                      <a:pt x="44" y="270"/>
                      <a:pt x="1" y="314"/>
                      <a:pt x="1" y="335"/>
                    </a:cubicBezTo>
                    <a:cubicBezTo>
                      <a:pt x="1" y="384"/>
                      <a:pt x="44" y="405"/>
                      <a:pt x="66" y="405"/>
                    </a:cubicBezTo>
                    <a:cubicBezTo>
                      <a:pt x="114" y="405"/>
                      <a:pt x="136" y="384"/>
                      <a:pt x="136" y="335"/>
                    </a:cubicBezTo>
                    <a:cubicBezTo>
                      <a:pt x="136" y="314"/>
                      <a:pt x="114" y="270"/>
                      <a:pt x="66" y="270"/>
                    </a:cubicBezTo>
                    <a:close/>
                    <a:moveTo>
                      <a:pt x="66" y="540"/>
                    </a:moveTo>
                    <a:cubicBezTo>
                      <a:pt x="44" y="540"/>
                      <a:pt x="1" y="584"/>
                      <a:pt x="1" y="605"/>
                    </a:cubicBezTo>
                    <a:cubicBezTo>
                      <a:pt x="1" y="654"/>
                      <a:pt x="44" y="675"/>
                      <a:pt x="66" y="675"/>
                    </a:cubicBezTo>
                    <a:cubicBezTo>
                      <a:pt x="114" y="675"/>
                      <a:pt x="136" y="654"/>
                      <a:pt x="136" y="605"/>
                    </a:cubicBezTo>
                    <a:cubicBezTo>
                      <a:pt x="136" y="584"/>
                      <a:pt x="114" y="540"/>
                      <a:pt x="66" y="540"/>
                    </a:cubicBezTo>
                    <a:close/>
                    <a:moveTo>
                      <a:pt x="66" y="810"/>
                    </a:moveTo>
                    <a:cubicBezTo>
                      <a:pt x="44" y="810"/>
                      <a:pt x="1" y="854"/>
                      <a:pt x="1" y="875"/>
                    </a:cubicBezTo>
                    <a:cubicBezTo>
                      <a:pt x="1" y="924"/>
                      <a:pt x="44" y="945"/>
                      <a:pt x="66" y="945"/>
                    </a:cubicBezTo>
                    <a:cubicBezTo>
                      <a:pt x="114" y="945"/>
                      <a:pt x="136" y="924"/>
                      <a:pt x="136" y="875"/>
                    </a:cubicBezTo>
                    <a:cubicBezTo>
                      <a:pt x="136" y="854"/>
                      <a:pt x="114" y="810"/>
                      <a:pt x="66" y="810"/>
                    </a:cubicBezTo>
                    <a:close/>
                    <a:moveTo>
                      <a:pt x="66" y="1080"/>
                    </a:moveTo>
                    <a:cubicBezTo>
                      <a:pt x="44" y="1080"/>
                      <a:pt x="1" y="1124"/>
                      <a:pt x="1" y="1145"/>
                    </a:cubicBezTo>
                    <a:cubicBezTo>
                      <a:pt x="1" y="1194"/>
                      <a:pt x="44" y="1215"/>
                      <a:pt x="66" y="1215"/>
                    </a:cubicBezTo>
                    <a:cubicBezTo>
                      <a:pt x="114" y="1215"/>
                      <a:pt x="136" y="1194"/>
                      <a:pt x="136" y="1145"/>
                    </a:cubicBezTo>
                    <a:cubicBezTo>
                      <a:pt x="136" y="1124"/>
                      <a:pt x="114" y="1080"/>
                      <a:pt x="66" y="1080"/>
                    </a:cubicBezTo>
                    <a:close/>
                    <a:moveTo>
                      <a:pt x="66" y="1350"/>
                    </a:moveTo>
                    <a:cubicBezTo>
                      <a:pt x="44" y="1350"/>
                      <a:pt x="1" y="1394"/>
                      <a:pt x="1" y="1415"/>
                    </a:cubicBezTo>
                    <a:cubicBezTo>
                      <a:pt x="1" y="1464"/>
                      <a:pt x="44" y="1485"/>
                      <a:pt x="66" y="1485"/>
                    </a:cubicBezTo>
                    <a:cubicBezTo>
                      <a:pt x="114" y="1485"/>
                      <a:pt x="136" y="1464"/>
                      <a:pt x="136" y="1415"/>
                    </a:cubicBezTo>
                    <a:cubicBezTo>
                      <a:pt x="136" y="1394"/>
                      <a:pt x="114" y="1350"/>
                      <a:pt x="66" y="1350"/>
                    </a:cubicBezTo>
                    <a:close/>
                    <a:moveTo>
                      <a:pt x="66" y="1620"/>
                    </a:moveTo>
                    <a:cubicBezTo>
                      <a:pt x="44" y="1620"/>
                      <a:pt x="1" y="1664"/>
                      <a:pt x="1" y="1685"/>
                    </a:cubicBezTo>
                    <a:cubicBezTo>
                      <a:pt x="1" y="1734"/>
                      <a:pt x="44" y="1755"/>
                      <a:pt x="66" y="1755"/>
                    </a:cubicBezTo>
                    <a:cubicBezTo>
                      <a:pt x="114" y="1755"/>
                      <a:pt x="136" y="1734"/>
                      <a:pt x="136" y="1685"/>
                    </a:cubicBezTo>
                    <a:cubicBezTo>
                      <a:pt x="136" y="1664"/>
                      <a:pt x="114" y="1620"/>
                      <a:pt x="66" y="1620"/>
                    </a:cubicBezTo>
                    <a:close/>
                    <a:moveTo>
                      <a:pt x="66" y="1890"/>
                    </a:moveTo>
                    <a:cubicBezTo>
                      <a:pt x="44" y="1890"/>
                      <a:pt x="1" y="1934"/>
                      <a:pt x="1" y="1955"/>
                    </a:cubicBezTo>
                    <a:cubicBezTo>
                      <a:pt x="1" y="2004"/>
                      <a:pt x="44" y="2025"/>
                      <a:pt x="66" y="2025"/>
                    </a:cubicBezTo>
                    <a:cubicBezTo>
                      <a:pt x="114" y="2025"/>
                      <a:pt x="136" y="2004"/>
                      <a:pt x="136" y="1955"/>
                    </a:cubicBezTo>
                    <a:cubicBezTo>
                      <a:pt x="136" y="1934"/>
                      <a:pt x="114" y="1890"/>
                      <a:pt x="66" y="1890"/>
                    </a:cubicBezTo>
                    <a:close/>
                    <a:moveTo>
                      <a:pt x="66" y="2160"/>
                    </a:moveTo>
                    <a:cubicBezTo>
                      <a:pt x="44" y="2160"/>
                      <a:pt x="1" y="2204"/>
                      <a:pt x="1" y="2225"/>
                    </a:cubicBezTo>
                    <a:cubicBezTo>
                      <a:pt x="1" y="2274"/>
                      <a:pt x="44" y="2296"/>
                      <a:pt x="66" y="2296"/>
                    </a:cubicBezTo>
                    <a:cubicBezTo>
                      <a:pt x="114" y="2296"/>
                      <a:pt x="136" y="2274"/>
                      <a:pt x="136" y="2225"/>
                    </a:cubicBezTo>
                    <a:cubicBezTo>
                      <a:pt x="136" y="2204"/>
                      <a:pt x="114" y="2160"/>
                      <a:pt x="66" y="2160"/>
                    </a:cubicBezTo>
                    <a:close/>
                    <a:moveTo>
                      <a:pt x="66" y="2431"/>
                    </a:moveTo>
                    <a:cubicBezTo>
                      <a:pt x="44" y="2431"/>
                      <a:pt x="1" y="2474"/>
                      <a:pt x="1" y="2495"/>
                    </a:cubicBezTo>
                    <a:cubicBezTo>
                      <a:pt x="1" y="2544"/>
                      <a:pt x="44" y="2566"/>
                      <a:pt x="66" y="2566"/>
                    </a:cubicBezTo>
                    <a:cubicBezTo>
                      <a:pt x="114" y="2566"/>
                      <a:pt x="136" y="2544"/>
                      <a:pt x="136" y="2495"/>
                    </a:cubicBezTo>
                    <a:cubicBezTo>
                      <a:pt x="136" y="2474"/>
                      <a:pt x="114" y="2431"/>
                      <a:pt x="66" y="2431"/>
                    </a:cubicBezTo>
                    <a:close/>
                    <a:moveTo>
                      <a:pt x="66" y="2701"/>
                    </a:moveTo>
                    <a:cubicBezTo>
                      <a:pt x="44" y="2701"/>
                      <a:pt x="1" y="2744"/>
                      <a:pt x="1" y="2765"/>
                    </a:cubicBezTo>
                    <a:cubicBezTo>
                      <a:pt x="1" y="2814"/>
                      <a:pt x="44" y="2836"/>
                      <a:pt x="66" y="2836"/>
                    </a:cubicBezTo>
                    <a:cubicBezTo>
                      <a:pt x="114" y="2836"/>
                      <a:pt x="136" y="2814"/>
                      <a:pt x="136" y="2765"/>
                    </a:cubicBezTo>
                    <a:cubicBezTo>
                      <a:pt x="136" y="2744"/>
                      <a:pt x="114" y="2701"/>
                      <a:pt x="66" y="2701"/>
                    </a:cubicBezTo>
                    <a:close/>
                    <a:moveTo>
                      <a:pt x="66" y="2971"/>
                    </a:moveTo>
                    <a:cubicBezTo>
                      <a:pt x="44" y="2971"/>
                      <a:pt x="1" y="3014"/>
                      <a:pt x="1" y="3035"/>
                    </a:cubicBezTo>
                    <a:cubicBezTo>
                      <a:pt x="1" y="3084"/>
                      <a:pt x="44" y="3106"/>
                      <a:pt x="66" y="3106"/>
                    </a:cubicBezTo>
                    <a:cubicBezTo>
                      <a:pt x="114" y="3106"/>
                      <a:pt x="136" y="3084"/>
                      <a:pt x="136" y="3035"/>
                    </a:cubicBezTo>
                    <a:cubicBezTo>
                      <a:pt x="136" y="3014"/>
                      <a:pt x="114" y="2971"/>
                      <a:pt x="66" y="2971"/>
                    </a:cubicBezTo>
                    <a:close/>
                    <a:moveTo>
                      <a:pt x="66" y="3241"/>
                    </a:moveTo>
                    <a:cubicBezTo>
                      <a:pt x="44" y="3241"/>
                      <a:pt x="1" y="3284"/>
                      <a:pt x="1" y="3305"/>
                    </a:cubicBezTo>
                    <a:cubicBezTo>
                      <a:pt x="1" y="3354"/>
                      <a:pt x="44" y="3376"/>
                      <a:pt x="66" y="3376"/>
                    </a:cubicBezTo>
                    <a:cubicBezTo>
                      <a:pt x="114" y="3376"/>
                      <a:pt x="136" y="3354"/>
                      <a:pt x="136" y="3305"/>
                    </a:cubicBezTo>
                    <a:cubicBezTo>
                      <a:pt x="136" y="3284"/>
                      <a:pt x="114" y="3241"/>
                      <a:pt x="66" y="3241"/>
                    </a:cubicBezTo>
                    <a:close/>
                    <a:moveTo>
                      <a:pt x="66" y="3511"/>
                    </a:moveTo>
                    <a:cubicBezTo>
                      <a:pt x="44" y="3511"/>
                      <a:pt x="1" y="3554"/>
                      <a:pt x="1" y="3575"/>
                    </a:cubicBezTo>
                    <a:cubicBezTo>
                      <a:pt x="1" y="3624"/>
                      <a:pt x="44" y="3646"/>
                      <a:pt x="66" y="3646"/>
                    </a:cubicBezTo>
                    <a:cubicBezTo>
                      <a:pt x="114" y="3646"/>
                      <a:pt x="136" y="3624"/>
                      <a:pt x="136" y="3575"/>
                    </a:cubicBezTo>
                    <a:cubicBezTo>
                      <a:pt x="136" y="3554"/>
                      <a:pt x="114" y="3511"/>
                      <a:pt x="66" y="3511"/>
                    </a:cubicBezTo>
                    <a:close/>
                    <a:moveTo>
                      <a:pt x="66" y="3781"/>
                    </a:moveTo>
                    <a:cubicBezTo>
                      <a:pt x="44" y="3781"/>
                      <a:pt x="1" y="3824"/>
                      <a:pt x="1" y="3845"/>
                    </a:cubicBezTo>
                    <a:cubicBezTo>
                      <a:pt x="1" y="3894"/>
                      <a:pt x="44" y="3916"/>
                      <a:pt x="66" y="3916"/>
                    </a:cubicBezTo>
                    <a:cubicBezTo>
                      <a:pt x="114" y="3916"/>
                      <a:pt x="136" y="3894"/>
                      <a:pt x="136" y="3845"/>
                    </a:cubicBezTo>
                    <a:cubicBezTo>
                      <a:pt x="136" y="3824"/>
                      <a:pt x="114" y="3781"/>
                      <a:pt x="66" y="3781"/>
                    </a:cubicBezTo>
                    <a:close/>
                    <a:moveTo>
                      <a:pt x="66" y="4051"/>
                    </a:moveTo>
                    <a:cubicBezTo>
                      <a:pt x="44" y="4051"/>
                      <a:pt x="1" y="4094"/>
                      <a:pt x="1" y="4115"/>
                    </a:cubicBezTo>
                    <a:cubicBezTo>
                      <a:pt x="1" y="4164"/>
                      <a:pt x="44" y="4186"/>
                      <a:pt x="66" y="4186"/>
                    </a:cubicBezTo>
                    <a:cubicBezTo>
                      <a:pt x="114" y="4186"/>
                      <a:pt x="136" y="4164"/>
                      <a:pt x="136" y="4115"/>
                    </a:cubicBezTo>
                    <a:cubicBezTo>
                      <a:pt x="136" y="4094"/>
                      <a:pt x="114" y="4051"/>
                      <a:pt x="66" y="4051"/>
                    </a:cubicBezTo>
                    <a:close/>
                    <a:moveTo>
                      <a:pt x="136" y="4277"/>
                    </a:moveTo>
                    <a:cubicBezTo>
                      <a:pt x="93" y="4277"/>
                      <a:pt x="66" y="4299"/>
                      <a:pt x="66" y="4342"/>
                    </a:cubicBezTo>
                    <a:cubicBezTo>
                      <a:pt x="66" y="4364"/>
                      <a:pt x="93" y="4412"/>
                      <a:pt x="136" y="4412"/>
                    </a:cubicBezTo>
                    <a:cubicBezTo>
                      <a:pt x="179" y="4412"/>
                      <a:pt x="201" y="4364"/>
                      <a:pt x="201" y="4342"/>
                    </a:cubicBezTo>
                    <a:cubicBezTo>
                      <a:pt x="201" y="4299"/>
                      <a:pt x="179" y="4277"/>
                      <a:pt x="136" y="4277"/>
                    </a:cubicBezTo>
                    <a:close/>
                    <a:moveTo>
                      <a:pt x="406" y="4277"/>
                    </a:moveTo>
                    <a:cubicBezTo>
                      <a:pt x="363" y="4277"/>
                      <a:pt x="336" y="4299"/>
                      <a:pt x="336" y="4342"/>
                    </a:cubicBezTo>
                    <a:cubicBezTo>
                      <a:pt x="336" y="4364"/>
                      <a:pt x="363" y="4412"/>
                      <a:pt x="406" y="4412"/>
                    </a:cubicBezTo>
                    <a:cubicBezTo>
                      <a:pt x="449" y="4412"/>
                      <a:pt x="471" y="4364"/>
                      <a:pt x="471" y="4342"/>
                    </a:cubicBezTo>
                    <a:cubicBezTo>
                      <a:pt x="471" y="4299"/>
                      <a:pt x="449" y="4277"/>
                      <a:pt x="406" y="4277"/>
                    </a:cubicBezTo>
                    <a:close/>
                    <a:moveTo>
                      <a:pt x="676" y="4277"/>
                    </a:moveTo>
                    <a:cubicBezTo>
                      <a:pt x="633" y="4277"/>
                      <a:pt x="606" y="4299"/>
                      <a:pt x="606" y="4342"/>
                    </a:cubicBezTo>
                    <a:cubicBezTo>
                      <a:pt x="606" y="4364"/>
                      <a:pt x="633" y="4412"/>
                      <a:pt x="676" y="4412"/>
                    </a:cubicBezTo>
                    <a:cubicBezTo>
                      <a:pt x="719" y="4412"/>
                      <a:pt x="741" y="4364"/>
                      <a:pt x="741" y="4342"/>
                    </a:cubicBezTo>
                    <a:cubicBezTo>
                      <a:pt x="741" y="4299"/>
                      <a:pt x="719" y="4277"/>
                      <a:pt x="676" y="4277"/>
                    </a:cubicBezTo>
                    <a:close/>
                    <a:moveTo>
                      <a:pt x="946" y="4277"/>
                    </a:moveTo>
                    <a:cubicBezTo>
                      <a:pt x="903" y="4277"/>
                      <a:pt x="876" y="4299"/>
                      <a:pt x="876" y="4342"/>
                    </a:cubicBezTo>
                    <a:cubicBezTo>
                      <a:pt x="876" y="4364"/>
                      <a:pt x="903" y="4412"/>
                      <a:pt x="946" y="4412"/>
                    </a:cubicBezTo>
                    <a:cubicBezTo>
                      <a:pt x="989" y="4412"/>
                      <a:pt x="1011" y="4364"/>
                      <a:pt x="1011" y="4342"/>
                    </a:cubicBezTo>
                    <a:cubicBezTo>
                      <a:pt x="1011" y="4299"/>
                      <a:pt x="989" y="4277"/>
                      <a:pt x="946" y="4277"/>
                    </a:cubicBezTo>
                    <a:close/>
                    <a:moveTo>
                      <a:pt x="1216" y="4277"/>
                    </a:moveTo>
                    <a:cubicBezTo>
                      <a:pt x="1173" y="4277"/>
                      <a:pt x="1146" y="4299"/>
                      <a:pt x="1146" y="4342"/>
                    </a:cubicBezTo>
                    <a:cubicBezTo>
                      <a:pt x="1146" y="4364"/>
                      <a:pt x="1173" y="4412"/>
                      <a:pt x="1216" y="4412"/>
                    </a:cubicBezTo>
                    <a:cubicBezTo>
                      <a:pt x="1259" y="4412"/>
                      <a:pt x="1281" y="4364"/>
                      <a:pt x="1281" y="4342"/>
                    </a:cubicBezTo>
                    <a:cubicBezTo>
                      <a:pt x="1281" y="4299"/>
                      <a:pt x="1259" y="4277"/>
                      <a:pt x="1216" y="4277"/>
                    </a:cubicBezTo>
                    <a:close/>
                    <a:moveTo>
                      <a:pt x="1486" y="4277"/>
                    </a:moveTo>
                    <a:cubicBezTo>
                      <a:pt x="1443" y="4277"/>
                      <a:pt x="1416" y="4299"/>
                      <a:pt x="1416" y="4342"/>
                    </a:cubicBezTo>
                    <a:cubicBezTo>
                      <a:pt x="1416" y="4364"/>
                      <a:pt x="1443" y="4412"/>
                      <a:pt x="1486" y="4412"/>
                    </a:cubicBezTo>
                    <a:cubicBezTo>
                      <a:pt x="1529" y="4412"/>
                      <a:pt x="1551" y="4364"/>
                      <a:pt x="1551" y="4342"/>
                    </a:cubicBezTo>
                    <a:cubicBezTo>
                      <a:pt x="1551" y="4299"/>
                      <a:pt x="1529" y="4277"/>
                      <a:pt x="1486" y="4277"/>
                    </a:cubicBezTo>
                    <a:close/>
                    <a:moveTo>
                      <a:pt x="1756" y="4277"/>
                    </a:moveTo>
                    <a:cubicBezTo>
                      <a:pt x="1713" y="4277"/>
                      <a:pt x="1686" y="4299"/>
                      <a:pt x="1686" y="4342"/>
                    </a:cubicBezTo>
                    <a:cubicBezTo>
                      <a:pt x="1686" y="4364"/>
                      <a:pt x="1713" y="4412"/>
                      <a:pt x="1756" y="4412"/>
                    </a:cubicBezTo>
                    <a:cubicBezTo>
                      <a:pt x="1799" y="4412"/>
                      <a:pt x="1821" y="4364"/>
                      <a:pt x="1821" y="4342"/>
                    </a:cubicBezTo>
                    <a:cubicBezTo>
                      <a:pt x="1821" y="4299"/>
                      <a:pt x="1799" y="4277"/>
                      <a:pt x="1756" y="4277"/>
                    </a:cubicBezTo>
                    <a:close/>
                    <a:moveTo>
                      <a:pt x="2026" y="4277"/>
                    </a:moveTo>
                    <a:cubicBezTo>
                      <a:pt x="1983" y="4277"/>
                      <a:pt x="1956" y="4299"/>
                      <a:pt x="1956" y="4342"/>
                    </a:cubicBezTo>
                    <a:cubicBezTo>
                      <a:pt x="1956" y="4364"/>
                      <a:pt x="1983" y="4412"/>
                      <a:pt x="2026" y="4412"/>
                    </a:cubicBezTo>
                    <a:cubicBezTo>
                      <a:pt x="2069" y="4412"/>
                      <a:pt x="2091" y="4364"/>
                      <a:pt x="2091" y="4342"/>
                    </a:cubicBezTo>
                    <a:cubicBezTo>
                      <a:pt x="2091" y="4299"/>
                      <a:pt x="2069" y="4277"/>
                      <a:pt x="2026" y="4277"/>
                    </a:cubicBezTo>
                    <a:close/>
                    <a:moveTo>
                      <a:pt x="2296" y="4277"/>
                    </a:moveTo>
                    <a:cubicBezTo>
                      <a:pt x="2253" y="4277"/>
                      <a:pt x="2226" y="4299"/>
                      <a:pt x="2226" y="4342"/>
                    </a:cubicBezTo>
                    <a:cubicBezTo>
                      <a:pt x="2226" y="4364"/>
                      <a:pt x="2253" y="4412"/>
                      <a:pt x="2296" y="4412"/>
                    </a:cubicBezTo>
                    <a:cubicBezTo>
                      <a:pt x="2339" y="4412"/>
                      <a:pt x="2361" y="4364"/>
                      <a:pt x="2361" y="4342"/>
                    </a:cubicBezTo>
                    <a:cubicBezTo>
                      <a:pt x="2361" y="4299"/>
                      <a:pt x="2339" y="4277"/>
                      <a:pt x="2296" y="4277"/>
                    </a:cubicBezTo>
                    <a:close/>
                    <a:moveTo>
                      <a:pt x="2566" y="4277"/>
                    </a:moveTo>
                    <a:cubicBezTo>
                      <a:pt x="2523" y="4277"/>
                      <a:pt x="2496" y="4299"/>
                      <a:pt x="2496" y="4342"/>
                    </a:cubicBezTo>
                    <a:cubicBezTo>
                      <a:pt x="2496" y="4364"/>
                      <a:pt x="2523" y="4412"/>
                      <a:pt x="2566" y="4412"/>
                    </a:cubicBezTo>
                    <a:cubicBezTo>
                      <a:pt x="2609" y="4412"/>
                      <a:pt x="2631" y="4364"/>
                      <a:pt x="2631" y="4342"/>
                    </a:cubicBezTo>
                    <a:cubicBezTo>
                      <a:pt x="2631" y="4299"/>
                      <a:pt x="2609" y="4277"/>
                      <a:pt x="2566" y="4277"/>
                    </a:cubicBezTo>
                    <a:close/>
                    <a:moveTo>
                      <a:pt x="2836" y="4277"/>
                    </a:moveTo>
                    <a:cubicBezTo>
                      <a:pt x="2793" y="4277"/>
                      <a:pt x="2766" y="4299"/>
                      <a:pt x="2766" y="4342"/>
                    </a:cubicBezTo>
                    <a:cubicBezTo>
                      <a:pt x="2766" y="4364"/>
                      <a:pt x="2793" y="4412"/>
                      <a:pt x="2836" y="4412"/>
                    </a:cubicBezTo>
                    <a:cubicBezTo>
                      <a:pt x="2879" y="4412"/>
                      <a:pt x="2901" y="4364"/>
                      <a:pt x="2901" y="4342"/>
                    </a:cubicBezTo>
                    <a:cubicBezTo>
                      <a:pt x="2901" y="4299"/>
                      <a:pt x="2879" y="4277"/>
                      <a:pt x="2836" y="4277"/>
                    </a:cubicBezTo>
                    <a:close/>
                    <a:moveTo>
                      <a:pt x="3106" y="4277"/>
                    </a:moveTo>
                    <a:cubicBezTo>
                      <a:pt x="3063" y="4277"/>
                      <a:pt x="3036" y="4299"/>
                      <a:pt x="3036" y="4342"/>
                    </a:cubicBezTo>
                    <a:cubicBezTo>
                      <a:pt x="3036" y="4364"/>
                      <a:pt x="3063" y="4412"/>
                      <a:pt x="3106" y="4412"/>
                    </a:cubicBezTo>
                    <a:cubicBezTo>
                      <a:pt x="3149" y="4412"/>
                      <a:pt x="3171" y="4364"/>
                      <a:pt x="3171" y="4342"/>
                    </a:cubicBezTo>
                    <a:cubicBezTo>
                      <a:pt x="3171" y="4299"/>
                      <a:pt x="3149" y="4277"/>
                      <a:pt x="3106" y="4277"/>
                    </a:cubicBezTo>
                    <a:close/>
                    <a:moveTo>
                      <a:pt x="3376" y="4277"/>
                    </a:moveTo>
                    <a:cubicBezTo>
                      <a:pt x="3333" y="4277"/>
                      <a:pt x="3306" y="4299"/>
                      <a:pt x="3306" y="4342"/>
                    </a:cubicBezTo>
                    <a:cubicBezTo>
                      <a:pt x="3306" y="4364"/>
                      <a:pt x="3333" y="4412"/>
                      <a:pt x="3376" y="4412"/>
                    </a:cubicBezTo>
                    <a:cubicBezTo>
                      <a:pt x="3419" y="4412"/>
                      <a:pt x="3441" y="4364"/>
                      <a:pt x="3441" y="4342"/>
                    </a:cubicBezTo>
                    <a:cubicBezTo>
                      <a:pt x="3441" y="4299"/>
                      <a:pt x="3419" y="4277"/>
                      <a:pt x="3376" y="4277"/>
                    </a:cubicBezTo>
                    <a:close/>
                    <a:moveTo>
                      <a:pt x="3646" y="4277"/>
                    </a:moveTo>
                    <a:cubicBezTo>
                      <a:pt x="3603" y="4277"/>
                      <a:pt x="3576" y="4299"/>
                      <a:pt x="3576" y="4342"/>
                    </a:cubicBezTo>
                    <a:cubicBezTo>
                      <a:pt x="3576" y="4364"/>
                      <a:pt x="3603" y="4412"/>
                      <a:pt x="3646" y="4412"/>
                    </a:cubicBezTo>
                    <a:cubicBezTo>
                      <a:pt x="3689" y="4412"/>
                      <a:pt x="3711" y="4364"/>
                      <a:pt x="3711" y="4342"/>
                    </a:cubicBezTo>
                    <a:cubicBezTo>
                      <a:pt x="3711" y="4299"/>
                      <a:pt x="3689" y="4277"/>
                      <a:pt x="3646" y="4277"/>
                    </a:cubicBezTo>
                    <a:close/>
                    <a:moveTo>
                      <a:pt x="3916" y="4277"/>
                    </a:moveTo>
                    <a:cubicBezTo>
                      <a:pt x="3873" y="4277"/>
                      <a:pt x="3846" y="4299"/>
                      <a:pt x="3846" y="4342"/>
                    </a:cubicBezTo>
                    <a:cubicBezTo>
                      <a:pt x="3846" y="4364"/>
                      <a:pt x="3873" y="4412"/>
                      <a:pt x="3916" y="4412"/>
                    </a:cubicBezTo>
                    <a:cubicBezTo>
                      <a:pt x="3959" y="4412"/>
                      <a:pt x="3981" y="4364"/>
                      <a:pt x="3981" y="4342"/>
                    </a:cubicBezTo>
                    <a:cubicBezTo>
                      <a:pt x="3981" y="4299"/>
                      <a:pt x="3959" y="4277"/>
                      <a:pt x="3916" y="4277"/>
                    </a:cubicBezTo>
                    <a:close/>
                    <a:moveTo>
                      <a:pt x="4186" y="4277"/>
                    </a:moveTo>
                    <a:cubicBezTo>
                      <a:pt x="4143" y="4277"/>
                      <a:pt x="4116" y="4299"/>
                      <a:pt x="4116" y="4342"/>
                    </a:cubicBezTo>
                    <a:cubicBezTo>
                      <a:pt x="4116" y="4364"/>
                      <a:pt x="4143" y="4412"/>
                      <a:pt x="4186" y="4412"/>
                    </a:cubicBezTo>
                    <a:cubicBezTo>
                      <a:pt x="4229" y="4412"/>
                      <a:pt x="4251" y="4364"/>
                      <a:pt x="4251" y="4342"/>
                    </a:cubicBezTo>
                    <a:cubicBezTo>
                      <a:pt x="4251" y="4299"/>
                      <a:pt x="4229" y="4277"/>
                      <a:pt x="4186" y="4277"/>
                    </a:cubicBezTo>
                    <a:close/>
                    <a:moveTo>
                      <a:pt x="4456" y="4277"/>
                    </a:moveTo>
                    <a:cubicBezTo>
                      <a:pt x="4413" y="4277"/>
                      <a:pt x="4386" y="4299"/>
                      <a:pt x="4386" y="4342"/>
                    </a:cubicBezTo>
                    <a:cubicBezTo>
                      <a:pt x="4386" y="4364"/>
                      <a:pt x="4413" y="4412"/>
                      <a:pt x="4456" y="4412"/>
                    </a:cubicBezTo>
                    <a:cubicBezTo>
                      <a:pt x="4499" y="4412"/>
                      <a:pt x="4521" y="4364"/>
                      <a:pt x="4521" y="4342"/>
                    </a:cubicBezTo>
                    <a:cubicBezTo>
                      <a:pt x="4521" y="4299"/>
                      <a:pt x="4499" y="4277"/>
                      <a:pt x="4456" y="4277"/>
                    </a:cubicBezTo>
                    <a:close/>
                    <a:moveTo>
                      <a:pt x="4726" y="4277"/>
                    </a:moveTo>
                    <a:cubicBezTo>
                      <a:pt x="4683" y="4277"/>
                      <a:pt x="4656" y="4299"/>
                      <a:pt x="4656" y="4342"/>
                    </a:cubicBezTo>
                    <a:cubicBezTo>
                      <a:pt x="4656" y="4364"/>
                      <a:pt x="4683" y="4412"/>
                      <a:pt x="4726" y="4412"/>
                    </a:cubicBezTo>
                    <a:cubicBezTo>
                      <a:pt x="4769" y="4412"/>
                      <a:pt x="4791" y="4364"/>
                      <a:pt x="4791" y="4342"/>
                    </a:cubicBezTo>
                    <a:cubicBezTo>
                      <a:pt x="4791" y="4299"/>
                      <a:pt x="4769" y="4277"/>
                      <a:pt x="4726" y="4277"/>
                    </a:cubicBezTo>
                    <a:close/>
                    <a:moveTo>
                      <a:pt x="4996" y="4277"/>
                    </a:moveTo>
                    <a:cubicBezTo>
                      <a:pt x="4953" y="4277"/>
                      <a:pt x="4926" y="4299"/>
                      <a:pt x="4926" y="4342"/>
                    </a:cubicBezTo>
                    <a:cubicBezTo>
                      <a:pt x="4926" y="4364"/>
                      <a:pt x="4953" y="4412"/>
                      <a:pt x="4996" y="4412"/>
                    </a:cubicBezTo>
                    <a:cubicBezTo>
                      <a:pt x="5039" y="4412"/>
                      <a:pt x="5061" y="4364"/>
                      <a:pt x="5061" y="4342"/>
                    </a:cubicBezTo>
                    <a:cubicBezTo>
                      <a:pt x="5061" y="4299"/>
                      <a:pt x="5039" y="4277"/>
                      <a:pt x="4996" y="4277"/>
                    </a:cubicBezTo>
                    <a:close/>
                    <a:moveTo>
                      <a:pt x="5266" y="4277"/>
                    </a:moveTo>
                    <a:cubicBezTo>
                      <a:pt x="5223" y="4277"/>
                      <a:pt x="5196" y="4299"/>
                      <a:pt x="5196" y="4342"/>
                    </a:cubicBezTo>
                    <a:cubicBezTo>
                      <a:pt x="5196" y="4364"/>
                      <a:pt x="5223" y="4412"/>
                      <a:pt x="5266" y="4412"/>
                    </a:cubicBezTo>
                    <a:cubicBezTo>
                      <a:pt x="5309" y="4412"/>
                      <a:pt x="5331" y="4364"/>
                      <a:pt x="5331" y="4342"/>
                    </a:cubicBezTo>
                    <a:cubicBezTo>
                      <a:pt x="5331" y="4299"/>
                      <a:pt x="5309" y="4277"/>
                      <a:pt x="5266" y="4277"/>
                    </a:cubicBezTo>
                    <a:close/>
                    <a:moveTo>
                      <a:pt x="5536" y="4277"/>
                    </a:moveTo>
                    <a:cubicBezTo>
                      <a:pt x="5493" y="4277"/>
                      <a:pt x="5466" y="4299"/>
                      <a:pt x="5466" y="4342"/>
                    </a:cubicBezTo>
                    <a:cubicBezTo>
                      <a:pt x="5466" y="4364"/>
                      <a:pt x="5493" y="4412"/>
                      <a:pt x="5536" y="4412"/>
                    </a:cubicBezTo>
                    <a:cubicBezTo>
                      <a:pt x="5579" y="4412"/>
                      <a:pt x="5601" y="4364"/>
                      <a:pt x="5601" y="4342"/>
                    </a:cubicBezTo>
                    <a:cubicBezTo>
                      <a:pt x="5601" y="4299"/>
                      <a:pt x="5579" y="4277"/>
                      <a:pt x="5536" y="4277"/>
                    </a:cubicBezTo>
                    <a:close/>
                    <a:moveTo>
                      <a:pt x="5806" y="4277"/>
                    </a:moveTo>
                    <a:cubicBezTo>
                      <a:pt x="5763" y="4277"/>
                      <a:pt x="5736" y="4299"/>
                      <a:pt x="5736" y="4342"/>
                    </a:cubicBezTo>
                    <a:cubicBezTo>
                      <a:pt x="5736" y="4364"/>
                      <a:pt x="5763" y="4412"/>
                      <a:pt x="5806" y="4412"/>
                    </a:cubicBezTo>
                    <a:cubicBezTo>
                      <a:pt x="5849" y="4412"/>
                      <a:pt x="5871" y="4364"/>
                      <a:pt x="5871" y="4342"/>
                    </a:cubicBezTo>
                    <a:cubicBezTo>
                      <a:pt x="5871" y="4299"/>
                      <a:pt x="5849" y="4277"/>
                      <a:pt x="5806" y="4277"/>
                    </a:cubicBezTo>
                    <a:close/>
                    <a:moveTo>
                      <a:pt x="6076" y="4277"/>
                    </a:moveTo>
                    <a:cubicBezTo>
                      <a:pt x="6033" y="4277"/>
                      <a:pt x="6006" y="4299"/>
                      <a:pt x="6006" y="4342"/>
                    </a:cubicBezTo>
                    <a:cubicBezTo>
                      <a:pt x="6006" y="4364"/>
                      <a:pt x="6033" y="4412"/>
                      <a:pt x="6076" y="4412"/>
                    </a:cubicBezTo>
                    <a:cubicBezTo>
                      <a:pt x="6119" y="4412"/>
                      <a:pt x="6141" y="4364"/>
                      <a:pt x="6141" y="4342"/>
                    </a:cubicBezTo>
                    <a:cubicBezTo>
                      <a:pt x="6141" y="4299"/>
                      <a:pt x="6119" y="4277"/>
                      <a:pt x="6076" y="4277"/>
                    </a:cubicBezTo>
                    <a:close/>
                    <a:moveTo>
                      <a:pt x="6346" y="4277"/>
                    </a:moveTo>
                    <a:cubicBezTo>
                      <a:pt x="6303" y="4277"/>
                      <a:pt x="6276" y="4299"/>
                      <a:pt x="6276" y="4342"/>
                    </a:cubicBezTo>
                    <a:cubicBezTo>
                      <a:pt x="6276" y="4364"/>
                      <a:pt x="6303" y="4412"/>
                      <a:pt x="6346" y="4412"/>
                    </a:cubicBezTo>
                    <a:cubicBezTo>
                      <a:pt x="6389" y="4412"/>
                      <a:pt x="6411" y="4364"/>
                      <a:pt x="6411" y="4342"/>
                    </a:cubicBezTo>
                    <a:cubicBezTo>
                      <a:pt x="6411" y="4299"/>
                      <a:pt x="6389" y="4277"/>
                      <a:pt x="6346" y="4277"/>
                    </a:cubicBezTo>
                    <a:close/>
                    <a:moveTo>
                      <a:pt x="6616" y="4277"/>
                    </a:moveTo>
                    <a:cubicBezTo>
                      <a:pt x="6573" y="4277"/>
                      <a:pt x="6546" y="4299"/>
                      <a:pt x="6546" y="4342"/>
                    </a:cubicBezTo>
                    <a:cubicBezTo>
                      <a:pt x="6546" y="4364"/>
                      <a:pt x="6573" y="4412"/>
                      <a:pt x="6616" y="4412"/>
                    </a:cubicBezTo>
                    <a:cubicBezTo>
                      <a:pt x="6659" y="4412"/>
                      <a:pt x="6681" y="4364"/>
                      <a:pt x="6681" y="4342"/>
                    </a:cubicBezTo>
                    <a:cubicBezTo>
                      <a:pt x="6681" y="4299"/>
                      <a:pt x="6659" y="4277"/>
                      <a:pt x="6616" y="4277"/>
                    </a:cubicBezTo>
                    <a:close/>
                    <a:moveTo>
                      <a:pt x="6886" y="4277"/>
                    </a:moveTo>
                    <a:cubicBezTo>
                      <a:pt x="6843" y="4277"/>
                      <a:pt x="6816" y="4299"/>
                      <a:pt x="6816" y="4342"/>
                    </a:cubicBezTo>
                    <a:cubicBezTo>
                      <a:pt x="6816" y="4364"/>
                      <a:pt x="6843" y="4412"/>
                      <a:pt x="6886" y="4412"/>
                    </a:cubicBezTo>
                    <a:cubicBezTo>
                      <a:pt x="6930" y="4412"/>
                      <a:pt x="6951" y="4364"/>
                      <a:pt x="6951" y="4342"/>
                    </a:cubicBezTo>
                    <a:cubicBezTo>
                      <a:pt x="6951" y="4299"/>
                      <a:pt x="6930" y="4277"/>
                      <a:pt x="6886" y="4277"/>
                    </a:cubicBezTo>
                    <a:close/>
                    <a:moveTo>
                      <a:pt x="7156" y="4277"/>
                    </a:moveTo>
                    <a:cubicBezTo>
                      <a:pt x="7113" y="4277"/>
                      <a:pt x="7086" y="4299"/>
                      <a:pt x="7086" y="4342"/>
                    </a:cubicBezTo>
                    <a:cubicBezTo>
                      <a:pt x="7086" y="4364"/>
                      <a:pt x="7113" y="4412"/>
                      <a:pt x="7156" y="4412"/>
                    </a:cubicBezTo>
                    <a:cubicBezTo>
                      <a:pt x="7200" y="4412"/>
                      <a:pt x="7221" y="4364"/>
                      <a:pt x="7221" y="4342"/>
                    </a:cubicBezTo>
                    <a:cubicBezTo>
                      <a:pt x="7221" y="4299"/>
                      <a:pt x="7200" y="4277"/>
                      <a:pt x="7156" y="4277"/>
                    </a:cubicBezTo>
                    <a:close/>
                    <a:moveTo>
                      <a:pt x="7426" y="4277"/>
                    </a:moveTo>
                    <a:cubicBezTo>
                      <a:pt x="7383" y="4277"/>
                      <a:pt x="7356" y="4299"/>
                      <a:pt x="7356" y="4342"/>
                    </a:cubicBezTo>
                    <a:cubicBezTo>
                      <a:pt x="7356" y="4364"/>
                      <a:pt x="7383" y="4412"/>
                      <a:pt x="7426" y="4412"/>
                    </a:cubicBezTo>
                    <a:cubicBezTo>
                      <a:pt x="7470" y="4412"/>
                      <a:pt x="7491" y="4364"/>
                      <a:pt x="7491" y="4342"/>
                    </a:cubicBezTo>
                    <a:cubicBezTo>
                      <a:pt x="7491" y="4299"/>
                      <a:pt x="7470" y="4277"/>
                      <a:pt x="7426" y="4277"/>
                    </a:cubicBezTo>
                    <a:close/>
                    <a:moveTo>
                      <a:pt x="7696" y="4277"/>
                    </a:moveTo>
                    <a:cubicBezTo>
                      <a:pt x="7653" y="4277"/>
                      <a:pt x="7626" y="4299"/>
                      <a:pt x="7626" y="4342"/>
                    </a:cubicBezTo>
                    <a:cubicBezTo>
                      <a:pt x="7626" y="4364"/>
                      <a:pt x="7653" y="4412"/>
                      <a:pt x="7696" y="4412"/>
                    </a:cubicBezTo>
                    <a:cubicBezTo>
                      <a:pt x="7740" y="4412"/>
                      <a:pt x="7761" y="4364"/>
                      <a:pt x="7761" y="4342"/>
                    </a:cubicBezTo>
                    <a:cubicBezTo>
                      <a:pt x="7761" y="4299"/>
                      <a:pt x="7740" y="4277"/>
                      <a:pt x="7696" y="4277"/>
                    </a:cubicBezTo>
                    <a:close/>
                    <a:moveTo>
                      <a:pt x="7966" y="4277"/>
                    </a:moveTo>
                    <a:cubicBezTo>
                      <a:pt x="7923" y="4277"/>
                      <a:pt x="7896" y="4299"/>
                      <a:pt x="7896" y="4342"/>
                    </a:cubicBezTo>
                    <a:cubicBezTo>
                      <a:pt x="7896" y="4364"/>
                      <a:pt x="7923" y="4412"/>
                      <a:pt x="7966" y="4412"/>
                    </a:cubicBezTo>
                    <a:cubicBezTo>
                      <a:pt x="8010" y="4412"/>
                      <a:pt x="8031" y="4364"/>
                      <a:pt x="8031" y="4342"/>
                    </a:cubicBezTo>
                    <a:cubicBezTo>
                      <a:pt x="8031" y="4299"/>
                      <a:pt x="8010" y="4277"/>
                      <a:pt x="7966" y="4277"/>
                    </a:cubicBezTo>
                    <a:close/>
                    <a:moveTo>
                      <a:pt x="8236" y="4277"/>
                    </a:moveTo>
                    <a:cubicBezTo>
                      <a:pt x="8193" y="4277"/>
                      <a:pt x="8166" y="4299"/>
                      <a:pt x="8166" y="4342"/>
                    </a:cubicBezTo>
                    <a:cubicBezTo>
                      <a:pt x="8166" y="4364"/>
                      <a:pt x="8193" y="4412"/>
                      <a:pt x="8236" y="4412"/>
                    </a:cubicBezTo>
                    <a:cubicBezTo>
                      <a:pt x="8280" y="4412"/>
                      <a:pt x="8301" y="4364"/>
                      <a:pt x="8301" y="4342"/>
                    </a:cubicBezTo>
                    <a:cubicBezTo>
                      <a:pt x="8301" y="4299"/>
                      <a:pt x="8280" y="4277"/>
                      <a:pt x="8236" y="4277"/>
                    </a:cubicBezTo>
                    <a:close/>
                    <a:moveTo>
                      <a:pt x="8506" y="4277"/>
                    </a:moveTo>
                    <a:cubicBezTo>
                      <a:pt x="8463" y="4277"/>
                      <a:pt x="8436" y="4299"/>
                      <a:pt x="8436" y="4342"/>
                    </a:cubicBezTo>
                    <a:cubicBezTo>
                      <a:pt x="8436" y="4364"/>
                      <a:pt x="8463" y="4412"/>
                      <a:pt x="8506" y="4412"/>
                    </a:cubicBezTo>
                    <a:cubicBezTo>
                      <a:pt x="8550" y="4412"/>
                      <a:pt x="8571" y="4364"/>
                      <a:pt x="8571" y="4342"/>
                    </a:cubicBezTo>
                    <a:cubicBezTo>
                      <a:pt x="8571" y="4299"/>
                      <a:pt x="8550" y="4277"/>
                      <a:pt x="8506" y="4277"/>
                    </a:cubicBezTo>
                    <a:close/>
                    <a:moveTo>
                      <a:pt x="8776" y="4277"/>
                    </a:moveTo>
                    <a:cubicBezTo>
                      <a:pt x="8733" y="4277"/>
                      <a:pt x="8706" y="4299"/>
                      <a:pt x="8706" y="4342"/>
                    </a:cubicBezTo>
                    <a:cubicBezTo>
                      <a:pt x="8706" y="4364"/>
                      <a:pt x="8733" y="4412"/>
                      <a:pt x="8776" y="4412"/>
                    </a:cubicBezTo>
                    <a:cubicBezTo>
                      <a:pt x="8820" y="4412"/>
                      <a:pt x="8841" y="4364"/>
                      <a:pt x="8841" y="4342"/>
                    </a:cubicBezTo>
                    <a:cubicBezTo>
                      <a:pt x="8841" y="4299"/>
                      <a:pt x="8820" y="4277"/>
                      <a:pt x="8776" y="4277"/>
                    </a:cubicBezTo>
                    <a:close/>
                    <a:moveTo>
                      <a:pt x="9046" y="4277"/>
                    </a:moveTo>
                    <a:cubicBezTo>
                      <a:pt x="9003" y="4277"/>
                      <a:pt x="8976" y="4299"/>
                      <a:pt x="8976" y="4342"/>
                    </a:cubicBezTo>
                    <a:cubicBezTo>
                      <a:pt x="8976" y="4364"/>
                      <a:pt x="9003" y="4412"/>
                      <a:pt x="9046" y="4412"/>
                    </a:cubicBezTo>
                    <a:cubicBezTo>
                      <a:pt x="9090" y="4412"/>
                      <a:pt x="9111" y="4364"/>
                      <a:pt x="9111" y="4342"/>
                    </a:cubicBezTo>
                    <a:cubicBezTo>
                      <a:pt x="9111" y="4299"/>
                      <a:pt x="9090" y="4277"/>
                      <a:pt x="9046" y="4277"/>
                    </a:cubicBezTo>
                    <a:close/>
                    <a:moveTo>
                      <a:pt x="9316" y="4277"/>
                    </a:moveTo>
                    <a:cubicBezTo>
                      <a:pt x="9273" y="4277"/>
                      <a:pt x="9246" y="4299"/>
                      <a:pt x="9246" y="4342"/>
                    </a:cubicBezTo>
                    <a:cubicBezTo>
                      <a:pt x="9246" y="4364"/>
                      <a:pt x="9273" y="4412"/>
                      <a:pt x="9316" y="4412"/>
                    </a:cubicBezTo>
                    <a:cubicBezTo>
                      <a:pt x="9360" y="4412"/>
                      <a:pt x="9381" y="4364"/>
                      <a:pt x="9381" y="4342"/>
                    </a:cubicBezTo>
                    <a:cubicBezTo>
                      <a:pt x="9381" y="4299"/>
                      <a:pt x="9360" y="4277"/>
                      <a:pt x="9316" y="4277"/>
                    </a:cubicBezTo>
                    <a:close/>
                    <a:moveTo>
                      <a:pt x="9586" y="4277"/>
                    </a:moveTo>
                    <a:cubicBezTo>
                      <a:pt x="9543" y="4277"/>
                      <a:pt x="9516" y="4299"/>
                      <a:pt x="9516" y="4342"/>
                    </a:cubicBezTo>
                    <a:cubicBezTo>
                      <a:pt x="9516" y="4364"/>
                      <a:pt x="9543" y="4412"/>
                      <a:pt x="9586" y="4412"/>
                    </a:cubicBezTo>
                    <a:cubicBezTo>
                      <a:pt x="9630" y="4412"/>
                      <a:pt x="9651" y="4364"/>
                      <a:pt x="9651" y="4342"/>
                    </a:cubicBezTo>
                    <a:cubicBezTo>
                      <a:pt x="9651" y="4299"/>
                      <a:pt x="9630" y="4277"/>
                      <a:pt x="9586" y="4277"/>
                    </a:cubicBezTo>
                    <a:close/>
                    <a:moveTo>
                      <a:pt x="9856" y="4277"/>
                    </a:moveTo>
                    <a:cubicBezTo>
                      <a:pt x="9813" y="4277"/>
                      <a:pt x="9786" y="4299"/>
                      <a:pt x="9786" y="4342"/>
                    </a:cubicBezTo>
                    <a:cubicBezTo>
                      <a:pt x="9786" y="4364"/>
                      <a:pt x="9813" y="4412"/>
                      <a:pt x="9856" y="4412"/>
                    </a:cubicBezTo>
                    <a:cubicBezTo>
                      <a:pt x="9900" y="4412"/>
                      <a:pt x="9921" y="4364"/>
                      <a:pt x="9921" y="4342"/>
                    </a:cubicBezTo>
                    <a:cubicBezTo>
                      <a:pt x="9921" y="4299"/>
                      <a:pt x="9900" y="4277"/>
                      <a:pt x="9856" y="4277"/>
                    </a:cubicBezTo>
                    <a:close/>
                    <a:moveTo>
                      <a:pt x="10126" y="4277"/>
                    </a:moveTo>
                    <a:cubicBezTo>
                      <a:pt x="10083" y="4277"/>
                      <a:pt x="10056" y="4299"/>
                      <a:pt x="10056" y="4342"/>
                    </a:cubicBezTo>
                    <a:cubicBezTo>
                      <a:pt x="10056" y="4364"/>
                      <a:pt x="10083" y="4412"/>
                      <a:pt x="10126" y="4412"/>
                    </a:cubicBezTo>
                    <a:cubicBezTo>
                      <a:pt x="10170" y="4412"/>
                      <a:pt x="10191" y="4364"/>
                      <a:pt x="10191" y="4342"/>
                    </a:cubicBezTo>
                    <a:cubicBezTo>
                      <a:pt x="10191" y="4299"/>
                      <a:pt x="10170" y="4277"/>
                      <a:pt x="10126" y="4277"/>
                    </a:cubicBezTo>
                    <a:close/>
                    <a:moveTo>
                      <a:pt x="10396" y="4277"/>
                    </a:moveTo>
                    <a:cubicBezTo>
                      <a:pt x="10353" y="4277"/>
                      <a:pt x="10326" y="4299"/>
                      <a:pt x="10326" y="4342"/>
                    </a:cubicBezTo>
                    <a:cubicBezTo>
                      <a:pt x="10326" y="4364"/>
                      <a:pt x="10353" y="4412"/>
                      <a:pt x="10396" y="4412"/>
                    </a:cubicBezTo>
                    <a:cubicBezTo>
                      <a:pt x="10440" y="4412"/>
                      <a:pt x="10461" y="4364"/>
                      <a:pt x="10461" y="4342"/>
                    </a:cubicBezTo>
                    <a:cubicBezTo>
                      <a:pt x="10461" y="4299"/>
                      <a:pt x="10440" y="4277"/>
                      <a:pt x="10396" y="4277"/>
                    </a:cubicBezTo>
                    <a:close/>
                    <a:moveTo>
                      <a:pt x="10666" y="4277"/>
                    </a:moveTo>
                    <a:cubicBezTo>
                      <a:pt x="10623" y="4277"/>
                      <a:pt x="10596" y="4299"/>
                      <a:pt x="10596" y="4342"/>
                    </a:cubicBezTo>
                    <a:cubicBezTo>
                      <a:pt x="10596" y="4364"/>
                      <a:pt x="10623" y="4412"/>
                      <a:pt x="10666" y="4412"/>
                    </a:cubicBezTo>
                    <a:cubicBezTo>
                      <a:pt x="10710" y="4412"/>
                      <a:pt x="10731" y="4364"/>
                      <a:pt x="10731" y="4342"/>
                    </a:cubicBezTo>
                    <a:cubicBezTo>
                      <a:pt x="10731" y="4299"/>
                      <a:pt x="10710" y="4277"/>
                      <a:pt x="10666" y="4277"/>
                    </a:cubicBezTo>
                    <a:close/>
                    <a:moveTo>
                      <a:pt x="10937" y="4277"/>
                    </a:moveTo>
                    <a:cubicBezTo>
                      <a:pt x="10893" y="4277"/>
                      <a:pt x="10866" y="4299"/>
                      <a:pt x="10866" y="4342"/>
                    </a:cubicBezTo>
                    <a:cubicBezTo>
                      <a:pt x="10866" y="4364"/>
                      <a:pt x="10893" y="4412"/>
                      <a:pt x="10937" y="4412"/>
                    </a:cubicBezTo>
                    <a:cubicBezTo>
                      <a:pt x="10980" y="4412"/>
                      <a:pt x="11001" y="4364"/>
                      <a:pt x="11001" y="4342"/>
                    </a:cubicBezTo>
                    <a:cubicBezTo>
                      <a:pt x="11001" y="4299"/>
                      <a:pt x="10980" y="4277"/>
                      <a:pt x="10937" y="4277"/>
                    </a:cubicBezTo>
                    <a:close/>
                    <a:moveTo>
                      <a:pt x="11207" y="4277"/>
                    </a:moveTo>
                    <a:cubicBezTo>
                      <a:pt x="11163" y="4277"/>
                      <a:pt x="11136" y="4299"/>
                      <a:pt x="11136" y="4342"/>
                    </a:cubicBezTo>
                    <a:cubicBezTo>
                      <a:pt x="11136" y="4364"/>
                      <a:pt x="11163" y="4412"/>
                      <a:pt x="11207" y="4412"/>
                    </a:cubicBezTo>
                    <a:cubicBezTo>
                      <a:pt x="11250" y="4412"/>
                      <a:pt x="11271" y="4364"/>
                      <a:pt x="11271" y="4342"/>
                    </a:cubicBezTo>
                    <a:cubicBezTo>
                      <a:pt x="11271" y="4299"/>
                      <a:pt x="11250" y="4277"/>
                      <a:pt x="11207" y="4277"/>
                    </a:cubicBezTo>
                    <a:close/>
                    <a:moveTo>
                      <a:pt x="11477" y="4277"/>
                    </a:moveTo>
                    <a:cubicBezTo>
                      <a:pt x="11433" y="4277"/>
                      <a:pt x="11406" y="4299"/>
                      <a:pt x="11406" y="4342"/>
                    </a:cubicBezTo>
                    <a:cubicBezTo>
                      <a:pt x="11406" y="4364"/>
                      <a:pt x="11433" y="4412"/>
                      <a:pt x="11477" y="4412"/>
                    </a:cubicBezTo>
                    <a:cubicBezTo>
                      <a:pt x="11520" y="4412"/>
                      <a:pt x="11541" y="4364"/>
                      <a:pt x="11541" y="4342"/>
                    </a:cubicBezTo>
                    <a:cubicBezTo>
                      <a:pt x="11541" y="4299"/>
                      <a:pt x="11520" y="4277"/>
                      <a:pt x="11477" y="4277"/>
                    </a:cubicBezTo>
                    <a:close/>
                    <a:moveTo>
                      <a:pt x="11747" y="4277"/>
                    </a:moveTo>
                    <a:cubicBezTo>
                      <a:pt x="11703" y="4277"/>
                      <a:pt x="11676" y="4299"/>
                      <a:pt x="11676" y="4342"/>
                    </a:cubicBezTo>
                    <a:cubicBezTo>
                      <a:pt x="11676" y="4364"/>
                      <a:pt x="11703" y="4412"/>
                      <a:pt x="11747" y="4412"/>
                    </a:cubicBezTo>
                    <a:cubicBezTo>
                      <a:pt x="11790" y="4412"/>
                      <a:pt x="11811" y="4364"/>
                      <a:pt x="11811" y="4342"/>
                    </a:cubicBezTo>
                    <a:cubicBezTo>
                      <a:pt x="11811" y="4299"/>
                      <a:pt x="11790" y="4277"/>
                      <a:pt x="11747" y="4277"/>
                    </a:cubicBezTo>
                    <a:close/>
                    <a:moveTo>
                      <a:pt x="12017" y="4277"/>
                    </a:moveTo>
                    <a:cubicBezTo>
                      <a:pt x="11973" y="4277"/>
                      <a:pt x="11946" y="4299"/>
                      <a:pt x="11946" y="4342"/>
                    </a:cubicBezTo>
                    <a:cubicBezTo>
                      <a:pt x="11946" y="4364"/>
                      <a:pt x="11973" y="4412"/>
                      <a:pt x="12017" y="4412"/>
                    </a:cubicBezTo>
                    <a:cubicBezTo>
                      <a:pt x="12060" y="4412"/>
                      <a:pt x="12081" y="4364"/>
                      <a:pt x="12081" y="4342"/>
                    </a:cubicBezTo>
                    <a:cubicBezTo>
                      <a:pt x="12081" y="4299"/>
                      <a:pt x="12060" y="4277"/>
                      <a:pt x="12017" y="4277"/>
                    </a:cubicBezTo>
                    <a:close/>
                    <a:moveTo>
                      <a:pt x="12287" y="4277"/>
                    </a:moveTo>
                    <a:cubicBezTo>
                      <a:pt x="12243" y="4277"/>
                      <a:pt x="12216" y="4299"/>
                      <a:pt x="12216" y="4342"/>
                    </a:cubicBezTo>
                    <a:cubicBezTo>
                      <a:pt x="12216" y="4364"/>
                      <a:pt x="12243" y="4412"/>
                      <a:pt x="12287" y="4412"/>
                    </a:cubicBezTo>
                    <a:cubicBezTo>
                      <a:pt x="12330" y="4412"/>
                      <a:pt x="12351" y="4364"/>
                      <a:pt x="12351" y="4342"/>
                    </a:cubicBezTo>
                    <a:cubicBezTo>
                      <a:pt x="12351" y="4299"/>
                      <a:pt x="12330" y="4277"/>
                      <a:pt x="12287" y="4277"/>
                    </a:cubicBezTo>
                    <a:close/>
                    <a:moveTo>
                      <a:pt x="12557" y="4277"/>
                    </a:moveTo>
                    <a:cubicBezTo>
                      <a:pt x="12513" y="4277"/>
                      <a:pt x="12486" y="4299"/>
                      <a:pt x="12486" y="4342"/>
                    </a:cubicBezTo>
                    <a:cubicBezTo>
                      <a:pt x="12486" y="4364"/>
                      <a:pt x="12513" y="4412"/>
                      <a:pt x="12557" y="4412"/>
                    </a:cubicBezTo>
                    <a:cubicBezTo>
                      <a:pt x="12600" y="4412"/>
                      <a:pt x="12621" y="4364"/>
                      <a:pt x="12621" y="4342"/>
                    </a:cubicBezTo>
                    <a:cubicBezTo>
                      <a:pt x="12621" y="4299"/>
                      <a:pt x="12600" y="4277"/>
                      <a:pt x="12557" y="4277"/>
                    </a:cubicBezTo>
                    <a:close/>
                    <a:moveTo>
                      <a:pt x="12827" y="4277"/>
                    </a:moveTo>
                    <a:cubicBezTo>
                      <a:pt x="12783" y="4277"/>
                      <a:pt x="12756" y="4299"/>
                      <a:pt x="12756" y="4342"/>
                    </a:cubicBezTo>
                    <a:cubicBezTo>
                      <a:pt x="12756" y="4364"/>
                      <a:pt x="12783" y="4412"/>
                      <a:pt x="12827" y="4412"/>
                    </a:cubicBezTo>
                    <a:cubicBezTo>
                      <a:pt x="12870" y="4412"/>
                      <a:pt x="12891" y="4364"/>
                      <a:pt x="12891" y="4342"/>
                    </a:cubicBezTo>
                    <a:cubicBezTo>
                      <a:pt x="12891" y="4299"/>
                      <a:pt x="12870" y="4277"/>
                      <a:pt x="12827" y="4277"/>
                    </a:cubicBezTo>
                    <a:close/>
                    <a:moveTo>
                      <a:pt x="13097" y="4277"/>
                    </a:moveTo>
                    <a:cubicBezTo>
                      <a:pt x="13053" y="4277"/>
                      <a:pt x="13026" y="4299"/>
                      <a:pt x="13026" y="4342"/>
                    </a:cubicBezTo>
                    <a:cubicBezTo>
                      <a:pt x="13026" y="4364"/>
                      <a:pt x="13053" y="4412"/>
                      <a:pt x="13097" y="4412"/>
                    </a:cubicBezTo>
                    <a:cubicBezTo>
                      <a:pt x="13140" y="4412"/>
                      <a:pt x="13161" y="4364"/>
                      <a:pt x="13161" y="4342"/>
                    </a:cubicBezTo>
                    <a:cubicBezTo>
                      <a:pt x="13161" y="4299"/>
                      <a:pt x="13140" y="4277"/>
                      <a:pt x="13097" y="4277"/>
                    </a:cubicBezTo>
                    <a:close/>
                    <a:moveTo>
                      <a:pt x="13367" y="4277"/>
                    </a:moveTo>
                    <a:cubicBezTo>
                      <a:pt x="13323" y="4277"/>
                      <a:pt x="13296" y="4299"/>
                      <a:pt x="13296" y="4342"/>
                    </a:cubicBezTo>
                    <a:cubicBezTo>
                      <a:pt x="13296" y="4364"/>
                      <a:pt x="13323" y="4412"/>
                      <a:pt x="13367" y="4412"/>
                    </a:cubicBezTo>
                    <a:cubicBezTo>
                      <a:pt x="13410" y="4412"/>
                      <a:pt x="13431" y="4364"/>
                      <a:pt x="13431" y="4342"/>
                    </a:cubicBezTo>
                    <a:cubicBezTo>
                      <a:pt x="13431" y="4299"/>
                      <a:pt x="13410" y="4277"/>
                      <a:pt x="13367" y="4277"/>
                    </a:cubicBezTo>
                    <a:close/>
                    <a:moveTo>
                      <a:pt x="13637" y="4277"/>
                    </a:moveTo>
                    <a:cubicBezTo>
                      <a:pt x="13593" y="4277"/>
                      <a:pt x="13566" y="4299"/>
                      <a:pt x="13566" y="4342"/>
                    </a:cubicBezTo>
                    <a:cubicBezTo>
                      <a:pt x="13566" y="4364"/>
                      <a:pt x="13593" y="4412"/>
                      <a:pt x="13637" y="4412"/>
                    </a:cubicBezTo>
                    <a:cubicBezTo>
                      <a:pt x="13680" y="4412"/>
                      <a:pt x="13701" y="4364"/>
                      <a:pt x="13701" y="4342"/>
                    </a:cubicBezTo>
                    <a:cubicBezTo>
                      <a:pt x="13701" y="4299"/>
                      <a:pt x="13680" y="4277"/>
                      <a:pt x="13637" y="4277"/>
                    </a:cubicBezTo>
                    <a:close/>
                    <a:moveTo>
                      <a:pt x="13907" y="4277"/>
                    </a:moveTo>
                    <a:cubicBezTo>
                      <a:pt x="13863" y="4277"/>
                      <a:pt x="13836" y="4299"/>
                      <a:pt x="13836" y="4342"/>
                    </a:cubicBezTo>
                    <a:cubicBezTo>
                      <a:pt x="13836" y="4364"/>
                      <a:pt x="13863" y="4412"/>
                      <a:pt x="13907" y="4412"/>
                    </a:cubicBezTo>
                    <a:cubicBezTo>
                      <a:pt x="13950" y="4412"/>
                      <a:pt x="13971" y="4364"/>
                      <a:pt x="13971" y="4342"/>
                    </a:cubicBezTo>
                    <a:cubicBezTo>
                      <a:pt x="13971" y="4299"/>
                      <a:pt x="13950" y="4277"/>
                      <a:pt x="13907" y="4277"/>
                    </a:cubicBezTo>
                    <a:close/>
                    <a:moveTo>
                      <a:pt x="14177" y="4277"/>
                    </a:moveTo>
                    <a:cubicBezTo>
                      <a:pt x="14133" y="4277"/>
                      <a:pt x="14106" y="4299"/>
                      <a:pt x="14106" y="4342"/>
                    </a:cubicBezTo>
                    <a:cubicBezTo>
                      <a:pt x="14106" y="4364"/>
                      <a:pt x="14133" y="4412"/>
                      <a:pt x="14177" y="4412"/>
                    </a:cubicBezTo>
                    <a:cubicBezTo>
                      <a:pt x="14220" y="4412"/>
                      <a:pt x="14241" y="4364"/>
                      <a:pt x="14241" y="4342"/>
                    </a:cubicBezTo>
                    <a:cubicBezTo>
                      <a:pt x="14241" y="4299"/>
                      <a:pt x="14220" y="4277"/>
                      <a:pt x="14177" y="4277"/>
                    </a:cubicBezTo>
                    <a:close/>
                    <a:moveTo>
                      <a:pt x="14447" y="4277"/>
                    </a:moveTo>
                    <a:cubicBezTo>
                      <a:pt x="14403" y="4277"/>
                      <a:pt x="14376" y="4299"/>
                      <a:pt x="14376" y="4342"/>
                    </a:cubicBezTo>
                    <a:cubicBezTo>
                      <a:pt x="14376" y="4364"/>
                      <a:pt x="14403" y="4412"/>
                      <a:pt x="14447" y="4412"/>
                    </a:cubicBezTo>
                    <a:cubicBezTo>
                      <a:pt x="14490" y="4412"/>
                      <a:pt x="14511" y="4364"/>
                      <a:pt x="14511" y="4342"/>
                    </a:cubicBezTo>
                    <a:cubicBezTo>
                      <a:pt x="14511" y="4299"/>
                      <a:pt x="14490" y="4277"/>
                      <a:pt x="14447" y="4277"/>
                    </a:cubicBezTo>
                    <a:close/>
                    <a:moveTo>
                      <a:pt x="14717" y="4277"/>
                    </a:moveTo>
                    <a:cubicBezTo>
                      <a:pt x="14673" y="4277"/>
                      <a:pt x="14646" y="4299"/>
                      <a:pt x="14646" y="4342"/>
                    </a:cubicBezTo>
                    <a:cubicBezTo>
                      <a:pt x="14646" y="4364"/>
                      <a:pt x="14673" y="4412"/>
                      <a:pt x="14717" y="4412"/>
                    </a:cubicBezTo>
                    <a:cubicBezTo>
                      <a:pt x="14760" y="4412"/>
                      <a:pt x="14781" y="4364"/>
                      <a:pt x="14781" y="4342"/>
                    </a:cubicBezTo>
                    <a:cubicBezTo>
                      <a:pt x="14781" y="4299"/>
                      <a:pt x="14760" y="4277"/>
                      <a:pt x="14717" y="4277"/>
                    </a:cubicBezTo>
                    <a:close/>
                    <a:moveTo>
                      <a:pt x="14987" y="4277"/>
                    </a:moveTo>
                    <a:cubicBezTo>
                      <a:pt x="14944" y="4277"/>
                      <a:pt x="14917" y="4299"/>
                      <a:pt x="14917" y="4342"/>
                    </a:cubicBezTo>
                    <a:cubicBezTo>
                      <a:pt x="14917" y="4364"/>
                      <a:pt x="14944" y="4412"/>
                      <a:pt x="14987" y="4412"/>
                    </a:cubicBezTo>
                    <a:cubicBezTo>
                      <a:pt x="15030" y="4412"/>
                      <a:pt x="15052" y="4364"/>
                      <a:pt x="15052" y="4342"/>
                    </a:cubicBezTo>
                    <a:cubicBezTo>
                      <a:pt x="15052" y="4299"/>
                      <a:pt x="15030" y="4277"/>
                      <a:pt x="14987" y="4277"/>
                    </a:cubicBezTo>
                    <a:close/>
                    <a:moveTo>
                      <a:pt x="15257" y="4277"/>
                    </a:moveTo>
                    <a:cubicBezTo>
                      <a:pt x="15214" y="4277"/>
                      <a:pt x="15187" y="4299"/>
                      <a:pt x="15187" y="4342"/>
                    </a:cubicBezTo>
                    <a:cubicBezTo>
                      <a:pt x="15187" y="4364"/>
                      <a:pt x="15214" y="4412"/>
                      <a:pt x="15257" y="4412"/>
                    </a:cubicBezTo>
                    <a:cubicBezTo>
                      <a:pt x="15300" y="4412"/>
                      <a:pt x="15322" y="4364"/>
                      <a:pt x="15322" y="4342"/>
                    </a:cubicBezTo>
                    <a:cubicBezTo>
                      <a:pt x="15322" y="4299"/>
                      <a:pt x="15300" y="4277"/>
                      <a:pt x="15257" y="4277"/>
                    </a:cubicBezTo>
                    <a:close/>
                    <a:moveTo>
                      <a:pt x="15527" y="4277"/>
                    </a:moveTo>
                    <a:cubicBezTo>
                      <a:pt x="15484" y="4277"/>
                      <a:pt x="15457" y="4299"/>
                      <a:pt x="15457" y="4342"/>
                    </a:cubicBezTo>
                    <a:cubicBezTo>
                      <a:pt x="15457" y="4364"/>
                      <a:pt x="15484" y="4412"/>
                      <a:pt x="15527" y="4412"/>
                    </a:cubicBezTo>
                    <a:cubicBezTo>
                      <a:pt x="15570" y="4412"/>
                      <a:pt x="15592" y="4364"/>
                      <a:pt x="15592" y="4342"/>
                    </a:cubicBezTo>
                    <a:cubicBezTo>
                      <a:pt x="15592" y="4299"/>
                      <a:pt x="15570" y="4277"/>
                      <a:pt x="15527" y="4277"/>
                    </a:cubicBezTo>
                    <a:close/>
                    <a:moveTo>
                      <a:pt x="15797" y="4277"/>
                    </a:moveTo>
                    <a:cubicBezTo>
                      <a:pt x="15754" y="4277"/>
                      <a:pt x="15727" y="4299"/>
                      <a:pt x="15727" y="4342"/>
                    </a:cubicBezTo>
                    <a:cubicBezTo>
                      <a:pt x="15727" y="4364"/>
                      <a:pt x="15754" y="4412"/>
                      <a:pt x="15797" y="4412"/>
                    </a:cubicBezTo>
                    <a:cubicBezTo>
                      <a:pt x="15840" y="4412"/>
                      <a:pt x="15862" y="4364"/>
                      <a:pt x="15862" y="4342"/>
                    </a:cubicBezTo>
                    <a:cubicBezTo>
                      <a:pt x="15862" y="4299"/>
                      <a:pt x="15840" y="4277"/>
                      <a:pt x="15797" y="4277"/>
                    </a:cubicBezTo>
                    <a:close/>
                    <a:moveTo>
                      <a:pt x="16067" y="4277"/>
                    </a:moveTo>
                    <a:cubicBezTo>
                      <a:pt x="16024" y="4277"/>
                      <a:pt x="15997" y="4299"/>
                      <a:pt x="15997" y="4342"/>
                    </a:cubicBezTo>
                    <a:cubicBezTo>
                      <a:pt x="15997" y="4364"/>
                      <a:pt x="16024" y="4412"/>
                      <a:pt x="16067" y="4412"/>
                    </a:cubicBezTo>
                    <a:cubicBezTo>
                      <a:pt x="16110" y="4412"/>
                      <a:pt x="16132" y="4364"/>
                      <a:pt x="16132" y="4342"/>
                    </a:cubicBezTo>
                    <a:cubicBezTo>
                      <a:pt x="16132" y="4299"/>
                      <a:pt x="16110" y="4277"/>
                      <a:pt x="16067" y="4277"/>
                    </a:cubicBezTo>
                    <a:close/>
                    <a:moveTo>
                      <a:pt x="16337" y="4277"/>
                    </a:moveTo>
                    <a:cubicBezTo>
                      <a:pt x="16294" y="4277"/>
                      <a:pt x="16267" y="4299"/>
                      <a:pt x="16267" y="4342"/>
                    </a:cubicBezTo>
                    <a:cubicBezTo>
                      <a:pt x="16267" y="4364"/>
                      <a:pt x="16294" y="4412"/>
                      <a:pt x="16337" y="4412"/>
                    </a:cubicBezTo>
                    <a:cubicBezTo>
                      <a:pt x="16380" y="4412"/>
                      <a:pt x="16402" y="4364"/>
                      <a:pt x="16402" y="4342"/>
                    </a:cubicBezTo>
                    <a:cubicBezTo>
                      <a:pt x="16402" y="4299"/>
                      <a:pt x="16380" y="4277"/>
                      <a:pt x="16337" y="4277"/>
                    </a:cubicBezTo>
                    <a:close/>
                    <a:moveTo>
                      <a:pt x="16607" y="4277"/>
                    </a:moveTo>
                    <a:cubicBezTo>
                      <a:pt x="16564" y="4277"/>
                      <a:pt x="16537" y="4299"/>
                      <a:pt x="16537" y="4342"/>
                    </a:cubicBezTo>
                    <a:cubicBezTo>
                      <a:pt x="16537" y="4364"/>
                      <a:pt x="16564" y="4412"/>
                      <a:pt x="16607" y="4412"/>
                    </a:cubicBezTo>
                    <a:cubicBezTo>
                      <a:pt x="16650" y="4412"/>
                      <a:pt x="16672" y="4364"/>
                      <a:pt x="16672" y="4342"/>
                    </a:cubicBezTo>
                    <a:cubicBezTo>
                      <a:pt x="16672" y="4299"/>
                      <a:pt x="16650" y="4277"/>
                      <a:pt x="16607" y="4277"/>
                    </a:cubicBezTo>
                    <a:close/>
                    <a:moveTo>
                      <a:pt x="16877" y="4277"/>
                    </a:moveTo>
                    <a:cubicBezTo>
                      <a:pt x="16834" y="4277"/>
                      <a:pt x="16807" y="4299"/>
                      <a:pt x="16807" y="4342"/>
                    </a:cubicBezTo>
                    <a:cubicBezTo>
                      <a:pt x="16807" y="4364"/>
                      <a:pt x="16834" y="4412"/>
                      <a:pt x="16877" y="4412"/>
                    </a:cubicBezTo>
                    <a:cubicBezTo>
                      <a:pt x="16920" y="4412"/>
                      <a:pt x="16942" y="4364"/>
                      <a:pt x="16942" y="4342"/>
                    </a:cubicBezTo>
                    <a:cubicBezTo>
                      <a:pt x="16942" y="4299"/>
                      <a:pt x="16920" y="4277"/>
                      <a:pt x="16877" y="4277"/>
                    </a:cubicBezTo>
                    <a:close/>
                    <a:moveTo>
                      <a:pt x="17147" y="4277"/>
                    </a:moveTo>
                    <a:cubicBezTo>
                      <a:pt x="17104" y="4277"/>
                      <a:pt x="17077" y="4299"/>
                      <a:pt x="17077" y="4342"/>
                    </a:cubicBezTo>
                    <a:cubicBezTo>
                      <a:pt x="17077" y="4364"/>
                      <a:pt x="17104" y="4412"/>
                      <a:pt x="17147" y="4412"/>
                    </a:cubicBezTo>
                    <a:cubicBezTo>
                      <a:pt x="17190" y="4412"/>
                      <a:pt x="17212" y="4364"/>
                      <a:pt x="17212" y="4342"/>
                    </a:cubicBezTo>
                    <a:cubicBezTo>
                      <a:pt x="17212" y="4299"/>
                      <a:pt x="17190" y="4277"/>
                      <a:pt x="17147" y="4277"/>
                    </a:cubicBezTo>
                    <a:close/>
                    <a:moveTo>
                      <a:pt x="17417" y="4277"/>
                    </a:moveTo>
                    <a:cubicBezTo>
                      <a:pt x="17374" y="4277"/>
                      <a:pt x="17347" y="4299"/>
                      <a:pt x="17347" y="4342"/>
                    </a:cubicBezTo>
                    <a:cubicBezTo>
                      <a:pt x="17347" y="4364"/>
                      <a:pt x="17374" y="4412"/>
                      <a:pt x="17417" y="4412"/>
                    </a:cubicBezTo>
                    <a:cubicBezTo>
                      <a:pt x="17460" y="4412"/>
                      <a:pt x="17482" y="4364"/>
                      <a:pt x="17482" y="4342"/>
                    </a:cubicBezTo>
                    <a:cubicBezTo>
                      <a:pt x="17482" y="4299"/>
                      <a:pt x="17460" y="4277"/>
                      <a:pt x="17417" y="4277"/>
                    </a:cubicBezTo>
                    <a:close/>
                    <a:moveTo>
                      <a:pt x="17687" y="4277"/>
                    </a:moveTo>
                    <a:cubicBezTo>
                      <a:pt x="17644" y="4277"/>
                      <a:pt x="17617" y="4299"/>
                      <a:pt x="17617" y="4342"/>
                    </a:cubicBezTo>
                    <a:cubicBezTo>
                      <a:pt x="17617" y="4364"/>
                      <a:pt x="17644" y="4412"/>
                      <a:pt x="17687" y="4412"/>
                    </a:cubicBezTo>
                    <a:cubicBezTo>
                      <a:pt x="17730" y="4412"/>
                      <a:pt x="17752" y="4364"/>
                      <a:pt x="17752" y="4342"/>
                    </a:cubicBezTo>
                    <a:cubicBezTo>
                      <a:pt x="17752" y="4299"/>
                      <a:pt x="17730" y="4277"/>
                      <a:pt x="17687" y="4277"/>
                    </a:cubicBezTo>
                    <a:close/>
                    <a:moveTo>
                      <a:pt x="17957" y="4277"/>
                    </a:moveTo>
                    <a:cubicBezTo>
                      <a:pt x="17914" y="4277"/>
                      <a:pt x="17887" y="4299"/>
                      <a:pt x="17887" y="4342"/>
                    </a:cubicBezTo>
                    <a:cubicBezTo>
                      <a:pt x="17887" y="4364"/>
                      <a:pt x="17914" y="4412"/>
                      <a:pt x="17957" y="4412"/>
                    </a:cubicBezTo>
                    <a:cubicBezTo>
                      <a:pt x="18000" y="4412"/>
                      <a:pt x="18022" y="4364"/>
                      <a:pt x="18022" y="4342"/>
                    </a:cubicBezTo>
                    <a:cubicBezTo>
                      <a:pt x="18022" y="4299"/>
                      <a:pt x="18000" y="4277"/>
                      <a:pt x="17957" y="4277"/>
                    </a:cubicBezTo>
                    <a:close/>
                    <a:moveTo>
                      <a:pt x="18227" y="4277"/>
                    </a:moveTo>
                    <a:cubicBezTo>
                      <a:pt x="18184" y="4277"/>
                      <a:pt x="18157" y="4299"/>
                      <a:pt x="18157" y="4342"/>
                    </a:cubicBezTo>
                    <a:cubicBezTo>
                      <a:pt x="18157" y="4364"/>
                      <a:pt x="18184" y="4412"/>
                      <a:pt x="18227" y="4412"/>
                    </a:cubicBezTo>
                    <a:cubicBezTo>
                      <a:pt x="18270" y="4412"/>
                      <a:pt x="18292" y="4364"/>
                      <a:pt x="18292" y="4342"/>
                    </a:cubicBezTo>
                    <a:cubicBezTo>
                      <a:pt x="18292" y="4299"/>
                      <a:pt x="18270" y="4277"/>
                      <a:pt x="18227" y="4277"/>
                    </a:cubicBezTo>
                    <a:close/>
                    <a:moveTo>
                      <a:pt x="18497" y="4277"/>
                    </a:moveTo>
                    <a:cubicBezTo>
                      <a:pt x="18454" y="4277"/>
                      <a:pt x="18427" y="4299"/>
                      <a:pt x="18427" y="4342"/>
                    </a:cubicBezTo>
                    <a:cubicBezTo>
                      <a:pt x="18427" y="4364"/>
                      <a:pt x="18454" y="4412"/>
                      <a:pt x="18497" y="4412"/>
                    </a:cubicBezTo>
                    <a:cubicBezTo>
                      <a:pt x="18540" y="4412"/>
                      <a:pt x="18562" y="4364"/>
                      <a:pt x="18562" y="4342"/>
                    </a:cubicBezTo>
                    <a:cubicBezTo>
                      <a:pt x="18562" y="4299"/>
                      <a:pt x="18540" y="4277"/>
                      <a:pt x="18497" y="4277"/>
                    </a:cubicBezTo>
                    <a:close/>
                    <a:moveTo>
                      <a:pt x="18767" y="4277"/>
                    </a:moveTo>
                    <a:cubicBezTo>
                      <a:pt x="18724" y="4277"/>
                      <a:pt x="18697" y="4299"/>
                      <a:pt x="18697" y="4342"/>
                    </a:cubicBezTo>
                    <a:cubicBezTo>
                      <a:pt x="18697" y="4364"/>
                      <a:pt x="18724" y="4412"/>
                      <a:pt x="18767" y="4412"/>
                    </a:cubicBezTo>
                    <a:cubicBezTo>
                      <a:pt x="18810" y="4412"/>
                      <a:pt x="18832" y="4364"/>
                      <a:pt x="18832" y="4342"/>
                    </a:cubicBezTo>
                    <a:cubicBezTo>
                      <a:pt x="18832" y="4299"/>
                      <a:pt x="18810" y="4277"/>
                      <a:pt x="18767" y="4277"/>
                    </a:cubicBezTo>
                    <a:close/>
                    <a:moveTo>
                      <a:pt x="19037" y="4277"/>
                    </a:moveTo>
                    <a:cubicBezTo>
                      <a:pt x="18994" y="4277"/>
                      <a:pt x="18967" y="4299"/>
                      <a:pt x="18967" y="4342"/>
                    </a:cubicBezTo>
                    <a:cubicBezTo>
                      <a:pt x="18967" y="4364"/>
                      <a:pt x="18994" y="4412"/>
                      <a:pt x="19037" y="4412"/>
                    </a:cubicBezTo>
                    <a:cubicBezTo>
                      <a:pt x="19080" y="4412"/>
                      <a:pt x="19102" y="4364"/>
                      <a:pt x="19102" y="4342"/>
                    </a:cubicBezTo>
                    <a:cubicBezTo>
                      <a:pt x="19102" y="4299"/>
                      <a:pt x="19080" y="4277"/>
                      <a:pt x="19037" y="4277"/>
                    </a:cubicBezTo>
                    <a:close/>
                    <a:moveTo>
                      <a:pt x="19307" y="4277"/>
                    </a:moveTo>
                    <a:cubicBezTo>
                      <a:pt x="19264" y="4277"/>
                      <a:pt x="19237" y="4299"/>
                      <a:pt x="19237" y="4342"/>
                    </a:cubicBezTo>
                    <a:cubicBezTo>
                      <a:pt x="19237" y="4364"/>
                      <a:pt x="19264" y="4412"/>
                      <a:pt x="19307" y="4412"/>
                    </a:cubicBezTo>
                    <a:cubicBezTo>
                      <a:pt x="19350" y="4412"/>
                      <a:pt x="19372" y="4364"/>
                      <a:pt x="19372" y="4342"/>
                    </a:cubicBezTo>
                    <a:cubicBezTo>
                      <a:pt x="19372" y="4299"/>
                      <a:pt x="19350" y="4277"/>
                      <a:pt x="19307" y="4277"/>
                    </a:cubicBezTo>
                    <a:close/>
                    <a:moveTo>
                      <a:pt x="19577" y="4277"/>
                    </a:moveTo>
                    <a:cubicBezTo>
                      <a:pt x="19534" y="4277"/>
                      <a:pt x="19507" y="4299"/>
                      <a:pt x="19507" y="4342"/>
                    </a:cubicBezTo>
                    <a:cubicBezTo>
                      <a:pt x="19507" y="4364"/>
                      <a:pt x="19534" y="4412"/>
                      <a:pt x="19577" y="4412"/>
                    </a:cubicBezTo>
                    <a:cubicBezTo>
                      <a:pt x="19620" y="4412"/>
                      <a:pt x="19642" y="4364"/>
                      <a:pt x="19642" y="4342"/>
                    </a:cubicBezTo>
                    <a:cubicBezTo>
                      <a:pt x="19642" y="4299"/>
                      <a:pt x="19620" y="4277"/>
                      <a:pt x="19577" y="4277"/>
                    </a:cubicBezTo>
                    <a:close/>
                    <a:moveTo>
                      <a:pt x="19847" y="4277"/>
                    </a:moveTo>
                    <a:cubicBezTo>
                      <a:pt x="19804" y="4277"/>
                      <a:pt x="19777" y="4299"/>
                      <a:pt x="19777" y="4342"/>
                    </a:cubicBezTo>
                    <a:cubicBezTo>
                      <a:pt x="19777" y="4364"/>
                      <a:pt x="19804" y="4412"/>
                      <a:pt x="19847" y="4412"/>
                    </a:cubicBezTo>
                    <a:cubicBezTo>
                      <a:pt x="19890" y="4412"/>
                      <a:pt x="19912" y="4364"/>
                      <a:pt x="19912" y="4342"/>
                    </a:cubicBezTo>
                    <a:cubicBezTo>
                      <a:pt x="19912" y="4299"/>
                      <a:pt x="19890" y="4277"/>
                      <a:pt x="19847" y="4277"/>
                    </a:cubicBezTo>
                    <a:close/>
                    <a:moveTo>
                      <a:pt x="20117" y="4277"/>
                    </a:moveTo>
                    <a:cubicBezTo>
                      <a:pt x="20074" y="4277"/>
                      <a:pt x="20047" y="4299"/>
                      <a:pt x="20047" y="4342"/>
                    </a:cubicBezTo>
                    <a:cubicBezTo>
                      <a:pt x="20047" y="4364"/>
                      <a:pt x="20074" y="4412"/>
                      <a:pt x="20117" y="4412"/>
                    </a:cubicBezTo>
                    <a:cubicBezTo>
                      <a:pt x="20160" y="4412"/>
                      <a:pt x="20182" y="4364"/>
                      <a:pt x="20182" y="4342"/>
                    </a:cubicBezTo>
                    <a:cubicBezTo>
                      <a:pt x="20182" y="4299"/>
                      <a:pt x="20160" y="4277"/>
                      <a:pt x="20117" y="4277"/>
                    </a:cubicBezTo>
                    <a:close/>
                    <a:moveTo>
                      <a:pt x="20387" y="4277"/>
                    </a:moveTo>
                    <a:cubicBezTo>
                      <a:pt x="20344" y="4277"/>
                      <a:pt x="20317" y="4299"/>
                      <a:pt x="20317" y="4342"/>
                    </a:cubicBezTo>
                    <a:cubicBezTo>
                      <a:pt x="20317" y="4364"/>
                      <a:pt x="20344" y="4412"/>
                      <a:pt x="20387" y="4412"/>
                    </a:cubicBezTo>
                    <a:cubicBezTo>
                      <a:pt x="20430" y="4412"/>
                      <a:pt x="20452" y="4364"/>
                      <a:pt x="20452" y="4342"/>
                    </a:cubicBezTo>
                    <a:cubicBezTo>
                      <a:pt x="20452" y="4299"/>
                      <a:pt x="20430" y="4277"/>
                      <a:pt x="20387" y="4277"/>
                    </a:cubicBezTo>
                    <a:close/>
                    <a:moveTo>
                      <a:pt x="20657" y="4277"/>
                    </a:moveTo>
                    <a:cubicBezTo>
                      <a:pt x="20614" y="4277"/>
                      <a:pt x="20587" y="4299"/>
                      <a:pt x="20587" y="4342"/>
                    </a:cubicBezTo>
                    <a:cubicBezTo>
                      <a:pt x="20587" y="4364"/>
                      <a:pt x="20614" y="4412"/>
                      <a:pt x="20657" y="4412"/>
                    </a:cubicBezTo>
                    <a:cubicBezTo>
                      <a:pt x="20700" y="4412"/>
                      <a:pt x="20722" y="4364"/>
                      <a:pt x="20722" y="4342"/>
                    </a:cubicBezTo>
                    <a:cubicBezTo>
                      <a:pt x="20722" y="4299"/>
                      <a:pt x="20700" y="4277"/>
                      <a:pt x="20657" y="4277"/>
                    </a:cubicBezTo>
                    <a:close/>
                    <a:moveTo>
                      <a:pt x="20927" y="4277"/>
                    </a:moveTo>
                    <a:cubicBezTo>
                      <a:pt x="20884" y="4277"/>
                      <a:pt x="20857" y="4299"/>
                      <a:pt x="20857" y="4342"/>
                    </a:cubicBezTo>
                    <a:cubicBezTo>
                      <a:pt x="20857" y="4364"/>
                      <a:pt x="20884" y="4412"/>
                      <a:pt x="20927" y="4412"/>
                    </a:cubicBezTo>
                    <a:cubicBezTo>
                      <a:pt x="20970" y="4412"/>
                      <a:pt x="20992" y="4364"/>
                      <a:pt x="20992" y="4342"/>
                    </a:cubicBezTo>
                    <a:cubicBezTo>
                      <a:pt x="20992" y="4299"/>
                      <a:pt x="20970" y="4277"/>
                      <a:pt x="20927" y="4277"/>
                    </a:cubicBezTo>
                    <a:close/>
                    <a:moveTo>
                      <a:pt x="20992" y="4477"/>
                    </a:moveTo>
                    <a:cubicBezTo>
                      <a:pt x="20949" y="4477"/>
                      <a:pt x="20927" y="4499"/>
                      <a:pt x="20927" y="4547"/>
                    </a:cubicBezTo>
                    <a:cubicBezTo>
                      <a:pt x="20927" y="4569"/>
                      <a:pt x="20949" y="4612"/>
                      <a:pt x="20992" y="4612"/>
                    </a:cubicBezTo>
                    <a:cubicBezTo>
                      <a:pt x="21040" y="4612"/>
                      <a:pt x="21062" y="4569"/>
                      <a:pt x="21062" y="4547"/>
                    </a:cubicBezTo>
                    <a:cubicBezTo>
                      <a:pt x="21062" y="4499"/>
                      <a:pt x="21040" y="4477"/>
                      <a:pt x="20992" y="4477"/>
                    </a:cubicBezTo>
                    <a:close/>
                    <a:moveTo>
                      <a:pt x="20992" y="4747"/>
                    </a:moveTo>
                    <a:cubicBezTo>
                      <a:pt x="20949" y="4747"/>
                      <a:pt x="20927" y="4769"/>
                      <a:pt x="20927" y="4817"/>
                    </a:cubicBezTo>
                    <a:cubicBezTo>
                      <a:pt x="20927" y="4839"/>
                      <a:pt x="20949" y="4882"/>
                      <a:pt x="20992" y="4882"/>
                    </a:cubicBezTo>
                    <a:cubicBezTo>
                      <a:pt x="21040" y="4882"/>
                      <a:pt x="21062" y="4839"/>
                      <a:pt x="21062" y="4817"/>
                    </a:cubicBezTo>
                    <a:cubicBezTo>
                      <a:pt x="21062" y="4769"/>
                      <a:pt x="21040" y="4747"/>
                      <a:pt x="20992" y="4747"/>
                    </a:cubicBezTo>
                    <a:close/>
                    <a:moveTo>
                      <a:pt x="20992" y="5017"/>
                    </a:moveTo>
                    <a:cubicBezTo>
                      <a:pt x="20949" y="5017"/>
                      <a:pt x="20927" y="5039"/>
                      <a:pt x="20927" y="5087"/>
                    </a:cubicBezTo>
                    <a:cubicBezTo>
                      <a:pt x="20927" y="5109"/>
                      <a:pt x="20949" y="5152"/>
                      <a:pt x="20992" y="5152"/>
                    </a:cubicBezTo>
                    <a:cubicBezTo>
                      <a:pt x="21040" y="5152"/>
                      <a:pt x="21062" y="5109"/>
                      <a:pt x="21062" y="5087"/>
                    </a:cubicBezTo>
                    <a:cubicBezTo>
                      <a:pt x="21062" y="5039"/>
                      <a:pt x="21040" y="5017"/>
                      <a:pt x="20992" y="5017"/>
                    </a:cubicBezTo>
                    <a:close/>
                    <a:moveTo>
                      <a:pt x="20992" y="5287"/>
                    </a:moveTo>
                    <a:cubicBezTo>
                      <a:pt x="20949" y="5287"/>
                      <a:pt x="20927" y="5309"/>
                      <a:pt x="20927" y="5357"/>
                    </a:cubicBezTo>
                    <a:cubicBezTo>
                      <a:pt x="20927" y="5379"/>
                      <a:pt x="20949" y="5422"/>
                      <a:pt x="20992" y="5422"/>
                    </a:cubicBezTo>
                    <a:cubicBezTo>
                      <a:pt x="21040" y="5422"/>
                      <a:pt x="21062" y="5379"/>
                      <a:pt x="21062" y="5357"/>
                    </a:cubicBezTo>
                    <a:cubicBezTo>
                      <a:pt x="21062" y="5309"/>
                      <a:pt x="21040" y="5287"/>
                      <a:pt x="20992" y="5287"/>
                    </a:cubicBezTo>
                    <a:close/>
                    <a:moveTo>
                      <a:pt x="20992" y="5557"/>
                    </a:moveTo>
                    <a:cubicBezTo>
                      <a:pt x="20949" y="5557"/>
                      <a:pt x="20927" y="5579"/>
                      <a:pt x="20927" y="5627"/>
                    </a:cubicBezTo>
                    <a:cubicBezTo>
                      <a:pt x="20927" y="5649"/>
                      <a:pt x="20949" y="5692"/>
                      <a:pt x="20992" y="5692"/>
                    </a:cubicBezTo>
                    <a:cubicBezTo>
                      <a:pt x="21040" y="5692"/>
                      <a:pt x="21062" y="5649"/>
                      <a:pt x="21062" y="5627"/>
                    </a:cubicBezTo>
                    <a:cubicBezTo>
                      <a:pt x="21062" y="5579"/>
                      <a:pt x="21040" y="5557"/>
                      <a:pt x="20992" y="5557"/>
                    </a:cubicBezTo>
                    <a:close/>
                    <a:moveTo>
                      <a:pt x="20992" y="5827"/>
                    </a:moveTo>
                    <a:cubicBezTo>
                      <a:pt x="20949" y="5827"/>
                      <a:pt x="20927" y="5849"/>
                      <a:pt x="20927" y="5897"/>
                    </a:cubicBezTo>
                    <a:cubicBezTo>
                      <a:pt x="20927" y="5919"/>
                      <a:pt x="20949" y="5962"/>
                      <a:pt x="20992" y="5962"/>
                    </a:cubicBezTo>
                    <a:cubicBezTo>
                      <a:pt x="21040" y="5962"/>
                      <a:pt x="21062" y="5919"/>
                      <a:pt x="21062" y="5897"/>
                    </a:cubicBezTo>
                    <a:cubicBezTo>
                      <a:pt x="21062" y="5849"/>
                      <a:pt x="21040" y="5827"/>
                      <a:pt x="20992" y="5827"/>
                    </a:cubicBezTo>
                    <a:close/>
                    <a:moveTo>
                      <a:pt x="20992" y="6097"/>
                    </a:moveTo>
                    <a:cubicBezTo>
                      <a:pt x="20949" y="6097"/>
                      <a:pt x="20927" y="6119"/>
                      <a:pt x="20927" y="6167"/>
                    </a:cubicBezTo>
                    <a:cubicBezTo>
                      <a:pt x="20927" y="6189"/>
                      <a:pt x="20949" y="6232"/>
                      <a:pt x="20992" y="6232"/>
                    </a:cubicBezTo>
                    <a:cubicBezTo>
                      <a:pt x="21040" y="6232"/>
                      <a:pt x="21062" y="6189"/>
                      <a:pt x="21062" y="6167"/>
                    </a:cubicBezTo>
                    <a:cubicBezTo>
                      <a:pt x="21062" y="6119"/>
                      <a:pt x="21040" y="6097"/>
                      <a:pt x="20992" y="6097"/>
                    </a:cubicBezTo>
                    <a:close/>
                    <a:moveTo>
                      <a:pt x="20992" y="6367"/>
                    </a:moveTo>
                    <a:cubicBezTo>
                      <a:pt x="20949" y="6367"/>
                      <a:pt x="20927" y="6389"/>
                      <a:pt x="20927" y="6437"/>
                    </a:cubicBezTo>
                    <a:cubicBezTo>
                      <a:pt x="20927" y="6459"/>
                      <a:pt x="20949" y="6502"/>
                      <a:pt x="20992" y="6502"/>
                    </a:cubicBezTo>
                    <a:cubicBezTo>
                      <a:pt x="21040" y="6502"/>
                      <a:pt x="21062" y="6459"/>
                      <a:pt x="21062" y="6437"/>
                    </a:cubicBezTo>
                    <a:cubicBezTo>
                      <a:pt x="21062" y="6389"/>
                      <a:pt x="21040" y="6367"/>
                      <a:pt x="20992" y="6367"/>
                    </a:cubicBezTo>
                    <a:close/>
                    <a:moveTo>
                      <a:pt x="20992" y="6637"/>
                    </a:moveTo>
                    <a:cubicBezTo>
                      <a:pt x="20949" y="6637"/>
                      <a:pt x="20927" y="6659"/>
                      <a:pt x="20927" y="6707"/>
                    </a:cubicBezTo>
                    <a:cubicBezTo>
                      <a:pt x="20927" y="6729"/>
                      <a:pt x="20949" y="6772"/>
                      <a:pt x="20992" y="6772"/>
                    </a:cubicBezTo>
                    <a:cubicBezTo>
                      <a:pt x="21040" y="6772"/>
                      <a:pt x="21062" y="6729"/>
                      <a:pt x="21062" y="6707"/>
                    </a:cubicBezTo>
                    <a:cubicBezTo>
                      <a:pt x="21062" y="6659"/>
                      <a:pt x="21040" y="6637"/>
                      <a:pt x="20992" y="6637"/>
                    </a:cubicBezTo>
                    <a:close/>
                    <a:moveTo>
                      <a:pt x="20992" y="6907"/>
                    </a:moveTo>
                    <a:cubicBezTo>
                      <a:pt x="20949" y="6907"/>
                      <a:pt x="20927" y="6929"/>
                      <a:pt x="20927" y="6977"/>
                    </a:cubicBezTo>
                    <a:cubicBezTo>
                      <a:pt x="20927" y="6999"/>
                      <a:pt x="20949" y="7042"/>
                      <a:pt x="20992" y="7042"/>
                    </a:cubicBezTo>
                    <a:cubicBezTo>
                      <a:pt x="21040" y="7042"/>
                      <a:pt x="21062" y="6999"/>
                      <a:pt x="21062" y="6977"/>
                    </a:cubicBezTo>
                    <a:cubicBezTo>
                      <a:pt x="21062" y="6929"/>
                      <a:pt x="21040" y="6907"/>
                      <a:pt x="20992" y="6907"/>
                    </a:cubicBezTo>
                    <a:close/>
                    <a:moveTo>
                      <a:pt x="20992" y="7177"/>
                    </a:moveTo>
                    <a:cubicBezTo>
                      <a:pt x="20949" y="7177"/>
                      <a:pt x="20927" y="7199"/>
                      <a:pt x="20927" y="7248"/>
                    </a:cubicBezTo>
                    <a:cubicBezTo>
                      <a:pt x="20927" y="7269"/>
                      <a:pt x="20949" y="7312"/>
                      <a:pt x="20992" y="7312"/>
                    </a:cubicBezTo>
                    <a:cubicBezTo>
                      <a:pt x="21040" y="7312"/>
                      <a:pt x="21062" y="7269"/>
                      <a:pt x="21062" y="7248"/>
                    </a:cubicBezTo>
                    <a:cubicBezTo>
                      <a:pt x="21062" y="7199"/>
                      <a:pt x="21040" y="7177"/>
                      <a:pt x="20992" y="7177"/>
                    </a:cubicBezTo>
                    <a:close/>
                    <a:moveTo>
                      <a:pt x="20992" y="7447"/>
                    </a:moveTo>
                    <a:cubicBezTo>
                      <a:pt x="20949" y="7447"/>
                      <a:pt x="20927" y="7469"/>
                      <a:pt x="20927" y="7518"/>
                    </a:cubicBezTo>
                    <a:cubicBezTo>
                      <a:pt x="20927" y="7539"/>
                      <a:pt x="20949" y="7582"/>
                      <a:pt x="20992" y="7582"/>
                    </a:cubicBezTo>
                    <a:cubicBezTo>
                      <a:pt x="21040" y="7582"/>
                      <a:pt x="21062" y="7539"/>
                      <a:pt x="21062" y="7518"/>
                    </a:cubicBezTo>
                    <a:cubicBezTo>
                      <a:pt x="21062" y="7469"/>
                      <a:pt x="21040" y="7447"/>
                      <a:pt x="20992" y="7447"/>
                    </a:cubicBezTo>
                    <a:close/>
                    <a:moveTo>
                      <a:pt x="20992" y="7717"/>
                    </a:moveTo>
                    <a:cubicBezTo>
                      <a:pt x="20949" y="7717"/>
                      <a:pt x="20927" y="7739"/>
                      <a:pt x="20927" y="7788"/>
                    </a:cubicBezTo>
                    <a:cubicBezTo>
                      <a:pt x="20927" y="7809"/>
                      <a:pt x="20949" y="7852"/>
                      <a:pt x="20992" y="7852"/>
                    </a:cubicBezTo>
                    <a:cubicBezTo>
                      <a:pt x="21040" y="7852"/>
                      <a:pt x="21062" y="7809"/>
                      <a:pt x="21062" y="7788"/>
                    </a:cubicBezTo>
                    <a:cubicBezTo>
                      <a:pt x="21062" y="7739"/>
                      <a:pt x="21040" y="7717"/>
                      <a:pt x="20992" y="7717"/>
                    </a:cubicBezTo>
                    <a:close/>
                    <a:moveTo>
                      <a:pt x="20992" y="7987"/>
                    </a:moveTo>
                    <a:cubicBezTo>
                      <a:pt x="20949" y="7987"/>
                      <a:pt x="20927" y="8009"/>
                      <a:pt x="20927" y="8058"/>
                    </a:cubicBezTo>
                    <a:cubicBezTo>
                      <a:pt x="20927" y="8079"/>
                      <a:pt x="20949" y="8122"/>
                      <a:pt x="20992" y="8122"/>
                    </a:cubicBezTo>
                    <a:cubicBezTo>
                      <a:pt x="21040" y="8122"/>
                      <a:pt x="21062" y="8079"/>
                      <a:pt x="21062" y="8058"/>
                    </a:cubicBezTo>
                    <a:cubicBezTo>
                      <a:pt x="21062" y="8009"/>
                      <a:pt x="21040" y="7987"/>
                      <a:pt x="20992" y="7987"/>
                    </a:cubicBezTo>
                    <a:close/>
                    <a:moveTo>
                      <a:pt x="20992" y="8257"/>
                    </a:moveTo>
                    <a:cubicBezTo>
                      <a:pt x="20949" y="8257"/>
                      <a:pt x="20927" y="8279"/>
                      <a:pt x="20927" y="8328"/>
                    </a:cubicBezTo>
                    <a:cubicBezTo>
                      <a:pt x="20927" y="8349"/>
                      <a:pt x="20949" y="8392"/>
                      <a:pt x="20992" y="8392"/>
                    </a:cubicBezTo>
                    <a:cubicBezTo>
                      <a:pt x="21040" y="8392"/>
                      <a:pt x="21062" y="8349"/>
                      <a:pt x="21062" y="8328"/>
                    </a:cubicBezTo>
                    <a:cubicBezTo>
                      <a:pt x="21062" y="8279"/>
                      <a:pt x="21040" y="8257"/>
                      <a:pt x="20992" y="8257"/>
                    </a:cubicBezTo>
                    <a:close/>
                    <a:moveTo>
                      <a:pt x="20992" y="8527"/>
                    </a:moveTo>
                    <a:cubicBezTo>
                      <a:pt x="20949" y="8527"/>
                      <a:pt x="20927" y="8549"/>
                      <a:pt x="20927" y="8598"/>
                    </a:cubicBezTo>
                    <a:cubicBezTo>
                      <a:pt x="20927" y="8619"/>
                      <a:pt x="20949" y="8662"/>
                      <a:pt x="20992" y="8662"/>
                    </a:cubicBezTo>
                    <a:cubicBezTo>
                      <a:pt x="21040" y="8662"/>
                      <a:pt x="21062" y="8619"/>
                      <a:pt x="21062" y="8598"/>
                    </a:cubicBezTo>
                    <a:cubicBezTo>
                      <a:pt x="21062" y="8549"/>
                      <a:pt x="21040" y="8527"/>
                      <a:pt x="20992" y="8527"/>
                    </a:cubicBezTo>
                    <a:close/>
                    <a:moveTo>
                      <a:pt x="20992" y="8797"/>
                    </a:moveTo>
                    <a:cubicBezTo>
                      <a:pt x="20949" y="8797"/>
                      <a:pt x="20927" y="8819"/>
                      <a:pt x="20927" y="8868"/>
                    </a:cubicBezTo>
                    <a:cubicBezTo>
                      <a:pt x="20927" y="8889"/>
                      <a:pt x="20949" y="8932"/>
                      <a:pt x="20992" y="8932"/>
                    </a:cubicBezTo>
                    <a:cubicBezTo>
                      <a:pt x="21040" y="8932"/>
                      <a:pt x="21062" y="8889"/>
                      <a:pt x="21062" y="8868"/>
                    </a:cubicBezTo>
                    <a:cubicBezTo>
                      <a:pt x="21062" y="8819"/>
                      <a:pt x="21040" y="8797"/>
                      <a:pt x="20992" y="8797"/>
                    </a:cubicBezTo>
                    <a:close/>
                    <a:moveTo>
                      <a:pt x="20992" y="9067"/>
                    </a:moveTo>
                    <a:cubicBezTo>
                      <a:pt x="20949" y="9067"/>
                      <a:pt x="20927" y="9089"/>
                      <a:pt x="20927" y="9138"/>
                    </a:cubicBezTo>
                    <a:cubicBezTo>
                      <a:pt x="20927" y="9159"/>
                      <a:pt x="20949" y="9202"/>
                      <a:pt x="20992" y="9202"/>
                    </a:cubicBezTo>
                    <a:cubicBezTo>
                      <a:pt x="21040" y="9202"/>
                      <a:pt x="21062" y="9159"/>
                      <a:pt x="21062" y="9138"/>
                    </a:cubicBezTo>
                    <a:cubicBezTo>
                      <a:pt x="21062" y="9089"/>
                      <a:pt x="21040" y="9067"/>
                      <a:pt x="20992" y="9067"/>
                    </a:cubicBezTo>
                    <a:close/>
                    <a:moveTo>
                      <a:pt x="20992" y="9337"/>
                    </a:moveTo>
                    <a:cubicBezTo>
                      <a:pt x="20949" y="9337"/>
                      <a:pt x="20927" y="9359"/>
                      <a:pt x="20927" y="9408"/>
                    </a:cubicBezTo>
                    <a:cubicBezTo>
                      <a:pt x="20927" y="9429"/>
                      <a:pt x="20949" y="9472"/>
                      <a:pt x="20992" y="9472"/>
                    </a:cubicBezTo>
                    <a:cubicBezTo>
                      <a:pt x="21040" y="9472"/>
                      <a:pt x="21062" y="9429"/>
                      <a:pt x="21062" y="9408"/>
                    </a:cubicBezTo>
                    <a:cubicBezTo>
                      <a:pt x="21062" y="9359"/>
                      <a:pt x="21040" y="9337"/>
                      <a:pt x="20992" y="9337"/>
                    </a:cubicBezTo>
                    <a:close/>
                    <a:moveTo>
                      <a:pt x="20992" y="9607"/>
                    </a:moveTo>
                    <a:cubicBezTo>
                      <a:pt x="20949" y="9607"/>
                      <a:pt x="20927" y="9629"/>
                      <a:pt x="20927" y="9678"/>
                    </a:cubicBezTo>
                    <a:cubicBezTo>
                      <a:pt x="20927" y="9699"/>
                      <a:pt x="20949" y="9742"/>
                      <a:pt x="20992" y="9742"/>
                    </a:cubicBezTo>
                    <a:cubicBezTo>
                      <a:pt x="21040" y="9742"/>
                      <a:pt x="21062" y="9699"/>
                      <a:pt x="21062" y="9678"/>
                    </a:cubicBezTo>
                    <a:cubicBezTo>
                      <a:pt x="21062" y="9629"/>
                      <a:pt x="21040" y="9607"/>
                      <a:pt x="20992" y="9607"/>
                    </a:cubicBezTo>
                    <a:close/>
                    <a:moveTo>
                      <a:pt x="20992" y="9877"/>
                    </a:moveTo>
                    <a:cubicBezTo>
                      <a:pt x="20949" y="9877"/>
                      <a:pt x="20927" y="9899"/>
                      <a:pt x="20927" y="9948"/>
                    </a:cubicBezTo>
                    <a:cubicBezTo>
                      <a:pt x="20927" y="9969"/>
                      <a:pt x="20949" y="10012"/>
                      <a:pt x="20992" y="10012"/>
                    </a:cubicBezTo>
                    <a:cubicBezTo>
                      <a:pt x="21040" y="10012"/>
                      <a:pt x="21062" y="9969"/>
                      <a:pt x="21062" y="9948"/>
                    </a:cubicBezTo>
                    <a:cubicBezTo>
                      <a:pt x="21062" y="9899"/>
                      <a:pt x="21040" y="9877"/>
                      <a:pt x="20992" y="9877"/>
                    </a:cubicBezTo>
                    <a:close/>
                    <a:moveTo>
                      <a:pt x="20992" y="10147"/>
                    </a:moveTo>
                    <a:cubicBezTo>
                      <a:pt x="20949" y="10147"/>
                      <a:pt x="20927" y="10169"/>
                      <a:pt x="20927" y="10218"/>
                    </a:cubicBezTo>
                    <a:cubicBezTo>
                      <a:pt x="20927" y="10239"/>
                      <a:pt x="20949" y="10282"/>
                      <a:pt x="20992" y="10282"/>
                    </a:cubicBezTo>
                    <a:cubicBezTo>
                      <a:pt x="21040" y="10282"/>
                      <a:pt x="21062" y="10239"/>
                      <a:pt x="21062" y="10218"/>
                    </a:cubicBezTo>
                    <a:cubicBezTo>
                      <a:pt x="21062" y="10169"/>
                      <a:pt x="21040" y="10147"/>
                      <a:pt x="20992" y="10147"/>
                    </a:cubicBezTo>
                    <a:close/>
                    <a:moveTo>
                      <a:pt x="20992" y="10417"/>
                    </a:moveTo>
                    <a:cubicBezTo>
                      <a:pt x="20949" y="10417"/>
                      <a:pt x="20927" y="10439"/>
                      <a:pt x="20927" y="10488"/>
                    </a:cubicBezTo>
                    <a:cubicBezTo>
                      <a:pt x="20927" y="10509"/>
                      <a:pt x="20949" y="10552"/>
                      <a:pt x="20992" y="10552"/>
                    </a:cubicBezTo>
                    <a:cubicBezTo>
                      <a:pt x="21040" y="10552"/>
                      <a:pt x="21062" y="10509"/>
                      <a:pt x="21062" y="10488"/>
                    </a:cubicBezTo>
                    <a:cubicBezTo>
                      <a:pt x="21062" y="10439"/>
                      <a:pt x="21040" y="10417"/>
                      <a:pt x="20992" y="10417"/>
                    </a:cubicBezTo>
                    <a:close/>
                    <a:moveTo>
                      <a:pt x="20992" y="10687"/>
                    </a:moveTo>
                    <a:cubicBezTo>
                      <a:pt x="20949" y="10687"/>
                      <a:pt x="20927" y="10709"/>
                      <a:pt x="20927" y="10758"/>
                    </a:cubicBezTo>
                    <a:cubicBezTo>
                      <a:pt x="20927" y="10779"/>
                      <a:pt x="20949" y="10822"/>
                      <a:pt x="20992" y="10822"/>
                    </a:cubicBezTo>
                    <a:cubicBezTo>
                      <a:pt x="21040" y="10822"/>
                      <a:pt x="21062" y="10779"/>
                      <a:pt x="21062" y="10758"/>
                    </a:cubicBezTo>
                    <a:cubicBezTo>
                      <a:pt x="21062" y="10709"/>
                      <a:pt x="21040" y="10687"/>
                      <a:pt x="20992" y="10687"/>
                    </a:cubicBezTo>
                    <a:close/>
                    <a:moveTo>
                      <a:pt x="20992" y="10957"/>
                    </a:moveTo>
                    <a:cubicBezTo>
                      <a:pt x="20949" y="10957"/>
                      <a:pt x="20927" y="10979"/>
                      <a:pt x="20927" y="11028"/>
                    </a:cubicBezTo>
                    <a:cubicBezTo>
                      <a:pt x="20927" y="11049"/>
                      <a:pt x="20949" y="11092"/>
                      <a:pt x="20992" y="11092"/>
                    </a:cubicBezTo>
                    <a:cubicBezTo>
                      <a:pt x="21040" y="11092"/>
                      <a:pt x="21062" y="11049"/>
                      <a:pt x="21062" y="11028"/>
                    </a:cubicBezTo>
                    <a:cubicBezTo>
                      <a:pt x="21062" y="10979"/>
                      <a:pt x="21040" y="10957"/>
                      <a:pt x="20992" y="10957"/>
                    </a:cubicBezTo>
                    <a:close/>
                    <a:moveTo>
                      <a:pt x="20992" y="11227"/>
                    </a:moveTo>
                    <a:cubicBezTo>
                      <a:pt x="20949" y="11227"/>
                      <a:pt x="20927" y="11249"/>
                      <a:pt x="20927" y="11298"/>
                    </a:cubicBezTo>
                    <a:cubicBezTo>
                      <a:pt x="20927" y="11319"/>
                      <a:pt x="20949" y="11362"/>
                      <a:pt x="20992" y="11362"/>
                    </a:cubicBezTo>
                    <a:cubicBezTo>
                      <a:pt x="21040" y="11362"/>
                      <a:pt x="21062" y="11319"/>
                      <a:pt x="21062" y="11298"/>
                    </a:cubicBezTo>
                    <a:cubicBezTo>
                      <a:pt x="21062" y="11249"/>
                      <a:pt x="21040" y="11227"/>
                      <a:pt x="20992" y="11227"/>
                    </a:cubicBezTo>
                    <a:close/>
                    <a:moveTo>
                      <a:pt x="20992" y="11497"/>
                    </a:moveTo>
                    <a:cubicBezTo>
                      <a:pt x="20949" y="11497"/>
                      <a:pt x="20927" y="11519"/>
                      <a:pt x="20927" y="11568"/>
                    </a:cubicBezTo>
                    <a:cubicBezTo>
                      <a:pt x="20927" y="11589"/>
                      <a:pt x="20949" y="11632"/>
                      <a:pt x="20992" y="11632"/>
                    </a:cubicBezTo>
                    <a:cubicBezTo>
                      <a:pt x="21040" y="11632"/>
                      <a:pt x="21062" y="11589"/>
                      <a:pt x="21062" y="11568"/>
                    </a:cubicBezTo>
                    <a:cubicBezTo>
                      <a:pt x="21062" y="11519"/>
                      <a:pt x="21040" y="11497"/>
                      <a:pt x="20992" y="11497"/>
                    </a:cubicBezTo>
                    <a:close/>
                    <a:moveTo>
                      <a:pt x="20992" y="11767"/>
                    </a:moveTo>
                    <a:cubicBezTo>
                      <a:pt x="20949" y="11767"/>
                      <a:pt x="20927" y="11789"/>
                      <a:pt x="20927" y="11838"/>
                    </a:cubicBezTo>
                    <a:cubicBezTo>
                      <a:pt x="20927" y="11859"/>
                      <a:pt x="20949" y="11902"/>
                      <a:pt x="20992" y="11902"/>
                    </a:cubicBezTo>
                    <a:cubicBezTo>
                      <a:pt x="21040" y="11902"/>
                      <a:pt x="21062" y="11859"/>
                      <a:pt x="21062" y="11838"/>
                    </a:cubicBezTo>
                    <a:cubicBezTo>
                      <a:pt x="21062" y="11789"/>
                      <a:pt x="21040" y="11767"/>
                      <a:pt x="20992" y="11767"/>
                    </a:cubicBezTo>
                    <a:close/>
                    <a:moveTo>
                      <a:pt x="20992" y="12038"/>
                    </a:moveTo>
                    <a:cubicBezTo>
                      <a:pt x="20949" y="12038"/>
                      <a:pt x="20927" y="12059"/>
                      <a:pt x="20927" y="12108"/>
                    </a:cubicBezTo>
                    <a:cubicBezTo>
                      <a:pt x="20927" y="12129"/>
                      <a:pt x="20949" y="12173"/>
                      <a:pt x="20992" y="12173"/>
                    </a:cubicBezTo>
                    <a:cubicBezTo>
                      <a:pt x="21040" y="12173"/>
                      <a:pt x="21062" y="12129"/>
                      <a:pt x="21062" y="12108"/>
                    </a:cubicBezTo>
                    <a:cubicBezTo>
                      <a:pt x="21062" y="12059"/>
                      <a:pt x="21040" y="12038"/>
                      <a:pt x="20992" y="12038"/>
                    </a:cubicBezTo>
                    <a:close/>
                    <a:moveTo>
                      <a:pt x="20992" y="12308"/>
                    </a:moveTo>
                    <a:cubicBezTo>
                      <a:pt x="20949" y="12308"/>
                      <a:pt x="20927" y="12329"/>
                      <a:pt x="20927" y="12378"/>
                    </a:cubicBezTo>
                    <a:cubicBezTo>
                      <a:pt x="20927" y="12399"/>
                      <a:pt x="20949" y="12443"/>
                      <a:pt x="20992" y="12443"/>
                    </a:cubicBezTo>
                    <a:cubicBezTo>
                      <a:pt x="21040" y="12443"/>
                      <a:pt x="21062" y="12399"/>
                      <a:pt x="21062" y="12378"/>
                    </a:cubicBezTo>
                    <a:cubicBezTo>
                      <a:pt x="21062" y="12329"/>
                      <a:pt x="21040" y="12308"/>
                      <a:pt x="20992" y="12308"/>
                    </a:cubicBezTo>
                    <a:close/>
                    <a:moveTo>
                      <a:pt x="20992" y="12578"/>
                    </a:moveTo>
                    <a:cubicBezTo>
                      <a:pt x="20949" y="12578"/>
                      <a:pt x="20927" y="12599"/>
                      <a:pt x="20927" y="12648"/>
                    </a:cubicBezTo>
                    <a:cubicBezTo>
                      <a:pt x="20927" y="12669"/>
                      <a:pt x="20949" y="12713"/>
                      <a:pt x="20992" y="12713"/>
                    </a:cubicBezTo>
                    <a:cubicBezTo>
                      <a:pt x="21040" y="12713"/>
                      <a:pt x="21062" y="12669"/>
                      <a:pt x="21062" y="12648"/>
                    </a:cubicBezTo>
                    <a:cubicBezTo>
                      <a:pt x="21062" y="12599"/>
                      <a:pt x="21040" y="12578"/>
                      <a:pt x="20992" y="12578"/>
                    </a:cubicBezTo>
                    <a:close/>
                    <a:moveTo>
                      <a:pt x="20992" y="12848"/>
                    </a:moveTo>
                    <a:cubicBezTo>
                      <a:pt x="20949" y="12848"/>
                      <a:pt x="20927" y="12869"/>
                      <a:pt x="20927" y="12918"/>
                    </a:cubicBezTo>
                    <a:cubicBezTo>
                      <a:pt x="20927" y="12939"/>
                      <a:pt x="20949" y="12983"/>
                      <a:pt x="20992" y="12983"/>
                    </a:cubicBezTo>
                    <a:cubicBezTo>
                      <a:pt x="21040" y="12983"/>
                      <a:pt x="21062" y="12939"/>
                      <a:pt x="21062" y="12918"/>
                    </a:cubicBezTo>
                    <a:cubicBezTo>
                      <a:pt x="21062" y="12869"/>
                      <a:pt x="21040" y="12848"/>
                      <a:pt x="20992" y="12848"/>
                    </a:cubicBezTo>
                    <a:close/>
                    <a:moveTo>
                      <a:pt x="20992" y="13118"/>
                    </a:moveTo>
                    <a:cubicBezTo>
                      <a:pt x="20949" y="13118"/>
                      <a:pt x="20927" y="13139"/>
                      <a:pt x="20927" y="13188"/>
                    </a:cubicBezTo>
                    <a:cubicBezTo>
                      <a:pt x="20927" y="13209"/>
                      <a:pt x="20949" y="13253"/>
                      <a:pt x="20992" y="13253"/>
                    </a:cubicBezTo>
                    <a:cubicBezTo>
                      <a:pt x="21040" y="13253"/>
                      <a:pt x="21062" y="13209"/>
                      <a:pt x="21062" y="13188"/>
                    </a:cubicBezTo>
                    <a:cubicBezTo>
                      <a:pt x="21062" y="13139"/>
                      <a:pt x="21040" y="13118"/>
                      <a:pt x="20992" y="13118"/>
                    </a:cubicBezTo>
                    <a:close/>
                    <a:moveTo>
                      <a:pt x="20992" y="13388"/>
                    </a:moveTo>
                    <a:cubicBezTo>
                      <a:pt x="20949" y="13388"/>
                      <a:pt x="20927" y="13409"/>
                      <a:pt x="20927" y="13458"/>
                    </a:cubicBezTo>
                    <a:cubicBezTo>
                      <a:pt x="20927" y="13479"/>
                      <a:pt x="20949" y="13523"/>
                      <a:pt x="20992" y="13523"/>
                    </a:cubicBezTo>
                    <a:cubicBezTo>
                      <a:pt x="21040" y="13523"/>
                      <a:pt x="21062" y="13479"/>
                      <a:pt x="21062" y="13458"/>
                    </a:cubicBezTo>
                    <a:cubicBezTo>
                      <a:pt x="21062" y="13409"/>
                      <a:pt x="21040" y="13388"/>
                      <a:pt x="20992" y="13388"/>
                    </a:cubicBezTo>
                    <a:close/>
                    <a:moveTo>
                      <a:pt x="20992" y="13658"/>
                    </a:moveTo>
                    <a:cubicBezTo>
                      <a:pt x="20949" y="13658"/>
                      <a:pt x="20927" y="13679"/>
                      <a:pt x="20927" y="13728"/>
                    </a:cubicBezTo>
                    <a:cubicBezTo>
                      <a:pt x="20927" y="13749"/>
                      <a:pt x="20949" y="13793"/>
                      <a:pt x="20992" y="13793"/>
                    </a:cubicBezTo>
                    <a:cubicBezTo>
                      <a:pt x="21040" y="13793"/>
                      <a:pt x="21062" y="13749"/>
                      <a:pt x="21062" y="13728"/>
                    </a:cubicBezTo>
                    <a:cubicBezTo>
                      <a:pt x="21062" y="13679"/>
                      <a:pt x="21040" y="13658"/>
                      <a:pt x="20992" y="13658"/>
                    </a:cubicBezTo>
                    <a:close/>
                    <a:moveTo>
                      <a:pt x="20992" y="13928"/>
                    </a:moveTo>
                    <a:cubicBezTo>
                      <a:pt x="20949" y="13928"/>
                      <a:pt x="20927" y="13949"/>
                      <a:pt x="20927" y="13998"/>
                    </a:cubicBezTo>
                    <a:cubicBezTo>
                      <a:pt x="20927" y="14019"/>
                      <a:pt x="20949" y="14063"/>
                      <a:pt x="20992" y="14063"/>
                    </a:cubicBezTo>
                    <a:cubicBezTo>
                      <a:pt x="21040" y="14063"/>
                      <a:pt x="21062" y="14019"/>
                      <a:pt x="21062" y="13998"/>
                    </a:cubicBezTo>
                    <a:cubicBezTo>
                      <a:pt x="21062" y="13949"/>
                      <a:pt x="21040" y="13928"/>
                      <a:pt x="20992" y="13928"/>
                    </a:cubicBezTo>
                    <a:close/>
                    <a:moveTo>
                      <a:pt x="20992" y="14198"/>
                    </a:moveTo>
                    <a:cubicBezTo>
                      <a:pt x="20949" y="14198"/>
                      <a:pt x="20927" y="14219"/>
                      <a:pt x="20927" y="14268"/>
                    </a:cubicBezTo>
                    <a:cubicBezTo>
                      <a:pt x="20927" y="14289"/>
                      <a:pt x="20949" y="14333"/>
                      <a:pt x="20992" y="14333"/>
                    </a:cubicBezTo>
                    <a:cubicBezTo>
                      <a:pt x="21040" y="14333"/>
                      <a:pt x="21062" y="14289"/>
                      <a:pt x="21062" y="14268"/>
                    </a:cubicBezTo>
                    <a:cubicBezTo>
                      <a:pt x="21062" y="14219"/>
                      <a:pt x="21040" y="14198"/>
                      <a:pt x="20992" y="14198"/>
                    </a:cubicBezTo>
                    <a:close/>
                    <a:moveTo>
                      <a:pt x="20992" y="14468"/>
                    </a:moveTo>
                    <a:cubicBezTo>
                      <a:pt x="20949" y="14468"/>
                      <a:pt x="20927" y="14489"/>
                      <a:pt x="20927" y="14538"/>
                    </a:cubicBezTo>
                    <a:cubicBezTo>
                      <a:pt x="20927" y="14559"/>
                      <a:pt x="20949" y="14603"/>
                      <a:pt x="20992" y="14603"/>
                    </a:cubicBezTo>
                    <a:cubicBezTo>
                      <a:pt x="21040" y="14603"/>
                      <a:pt x="21062" y="14559"/>
                      <a:pt x="21062" y="14538"/>
                    </a:cubicBezTo>
                    <a:cubicBezTo>
                      <a:pt x="21062" y="14489"/>
                      <a:pt x="21040" y="14468"/>
                      <a:pt x="20992" y="14468"/>
                    </a:cubicBezTo>
                    <a:close/>
                    <a:moveTo>
                      <a:pt x="20992" y="14738"/>
                    </a:moveTo>
                    <a:cubicBezTo>
                      <a:pt x="20949" y="14738"/>
                      <a:pt x="20927" y="14759"/>
                      <a:pt x="20927" y="14808"/>
                    </a:cubicBezTo>
                    <a:cubicBezTo>
                      <a:pt x="20927" y="14829"/>
                      <a:pt x="20949" y="14873"/>
                      <a:pt x="20992" y="14873"/>
                    </a:cubicBezTo>
                    <a:cubicBezTo>
                      <a:pt x="21040" y="14873"/>
                      <a:pt x="21062" y="14829"/>
                      <a:pt x="21062" y="14808"/>
                    </a:cubicBezTo>
                    <a:cubicBezTo>
                      <a:pt x="21062" y="14759"/>
                      <a:pt x="21040" y="14738"/>
                      <a:pt x="20992" y="14738"/>
                    </a:cubicBezTo>
                    <a:close/>
                    <a:moveTo>
                      <a:pt x="20992" y="15008"/>
                    </a:moveTo>
                    <a:cubicBezTo>
                      <a:pt x="20970" y="15008"/>
                      <a:pt x="20949" y="15008"/>
                      <a:pt x="20949" y="15029"/>
                    </a:cubicBezTo>
                    <a:lnTo>
                      <a:pt x="20949" y="15078"/>
                    </a:lnTo>
                    <a:lnTo>
                      <a:pt x="20949" y="15121"/>
                    </a:lnTo>
                    <a:cubicBezTo>
                      <a:pt x="20949" y="15121"/>
                      <a:pt x="20970" y="15143"/>
                      <a:pt x="20992" y="15143"/>
                    </a:cubicBezTo>
                    <a:cubicBezTo>
                      <a:pt x="21040" y="15143"/>
                      <a:pt x="21062" y="15099"/>
                      <a:pt x="21062" y="15078"/>
                    </a:cubicBezTo>
                    <a:cubicBezTo>
                      <a:pt x="21062" y="15029"/>
                      <a:pt x="21040" y="15008"/>
                      <a:pt x="20992" y="15008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g3f131e4dc8c_0_538"/>
              <p:cNvSpPr/>
              <p:nvPr/>
            </p:nvSpPr>
            <p:spPr>
              <a:xfrm rot="5400000">
                <a:off x="6860699" y="-205931"/>
                <a:ext cx="2549621" cy="2080408"/>
              </a:xfrm>
              <a:custGeom>
                <a:rect b="b" l="l" r="r" t="t"/>
                <a:pathLst>
                  <a:path extrusionOk="0" h="17957" w="22007">
                    <a:moveTo>
                      <a:pt x="13836" y="1"/>
                    </a:moveTo>
                    <a:cubicBezTo>
                      <a:pt x="13815" y="1"/>
                      <a:pt x="13771" y="22"/>
                      <a:pt x="13771" y="71"/>
                    </a:cubicBezTo>
                    <a:cubicBezTo>
                      <a:pt x="13771" y="92"/>
                      <a:pt x="13815" y="136"/>
                      <a:pt x="13836" y="136"/>
                    </a:cubicBezTo>
                    <a:cubicBezTo>
                      <a:pt x="13879" y="136"/>
                      <a:pt x="13906" y="92"/>
                      <a:pt x="13906" y="71"/>
                    </a:cubicBezTo>
                    <a:cubicBezTo>
                      <a:pt x="13906" y="22"/>
                      <a:pt x="13879" y="1"/>
                      <a:pt x="13836" y="1"/>
                    </a:cubicBezTo>
                    <a:close/>
                    <a:moveTo>
                      <a:pt x="14106" y="1"/>
                    </a:moveTo>
                    <a:cubicBezTo>
                      <a:pt x="14085" y="1"/>
                      <a:pt x="14041" y="22"/>
                      <a:pt x="14041" y="71"/>
                    </a:cubicBezTo>
                    <a:cubicBezTo>
                      <a:pt x="14041" y="92"/>
                      <a:pt x="14085" y="136"/>
                      <a:pt x="14106" y="136"/>
                    </a:cubicBezTo>
                    <a:cubicBezTo>
                      <a:pt x="14149" y="136"/>
                      <a:pt x="14176" y="92"/>
                      <a:pt x="14176" y="71"/>
                    </a:cubicBezTo>
                    <a:cubicBezTo>
                      <a:pt x="14176" y="22"/>
                      <a:pt x="14149" y="1"/>
                      <a:pt x="14106" y="1"/>
                    </a:cubicBezTo>
                    <a:close/>
                    <a:moveTo>
                      <a:pt x="14376" y="1"/>
                    </a:moveTo>
                    <a:cubicBezTo>
                      <a:pt x="14355" y="1"/>
                      <a:pt x="14311" y="22"/>
                      <a:pt x="14311" y="71"/>
                    </a:cubicBezTo>
                    <a:cubicBezTo>
                      <a:pt x="14311" y="92"/>
                      <a:pt x="14355" y="136"/>
                      <a:pt x="14376" y="136"/>
                    </a:cubicBezTo>
                    <a:cubicBezTo>
                      <a:pt x="14419" y="136"/>
                      <a:pt x="14446" y="92"/>
                      <a:pt x="14446" y="71"/>
                    </a:cubicBezTo>
                    <a:cubicBezTo>
                      <a:pt x="14446" y="22"/>
                      <a:pt x="14419" y="1"/>
                      <a:pt x="14376" y="1"/>
                    </a:cubicBezTo>
                    <a:close/>
                    <a:moveTo>
                      <a:pt x="14646" y="1"/>
                    </a:moveTo>
                    <a:cubicBezTo>
                      <a:pt x="14625" y="1"/>
                      <a:pt x="14581" y="22"/>
                      <a:pt x="14581" y="71"/>
                    </a:cubicBezTo>
                    <a:cubicBezTo>
                      <a:pt x="14581" y="92"/>
                      <a:pt x="14625" y="136"/>
                      <a:pt x="14646" y="136"/>
                    </a:cubicBezTo>
                    <a:cubicBezTo>
                      <a:pt x="14689" y="136"/>
                      <a:pt x="14716" y="92"/>
                      <a:pt x="14716" y="71"/>
                    </a:cubicBezTo>
                    <a:cubicBezTo>
                      <a:pt x="14716" y="22"/>
                      <a:pt x="14689" y="1"/>
                      <a:pt x="14646" y="1"/>
                    </a:cubicBezTo>
                    <a:close/>
                    <a:moveTo>
                      <a:pt x="14916" y="1"/>
                    </a:moveTo>
                    <a:cubicBezTo>
                      <a:pt x="14895" y="1"/>
                      <a:pt x="14851" y="22"/>
                      <a:pt x="14851" y="71"/>
                    </a:cubicBezTo>
                    <a:cubicBezTo>
                      <a:pt x="14851" y="92"/>
                      <a:pt x="14895" y="136"/>
                      <a:pt x="14916" y="136"/>
                    </a:cubicBezTo>
                    <a:cubicBezTo>
                      <a:pt x="14959" y="136"/>
                      <a:pt x="14986" y="92"/>
                      <a:pt x="14986" y="71"/>
                    </a:cubicBezTo>
                    <a:cubicBezTo>
                      <a:pt x="14986" y="22"/>
                      <a:pt x="14959" y="1"/>
                      <a:pt x="14916" y="1"/>
                    </a:cubicBezTo>
                    <a:close/>
                    <a:moveTo>
                      <a:pt x="15186" y="1"/>
                    </a:moveTo>
                    <a:cubicBezTo>
                      <a:pt x="15165" y="1"/>
                      <a:pt x="15121" y="22"/>
                      <a:pt x="15121" y="71"/>
                    </a:cubicBezTo>
                    <a:cubicBezTo>
                      <a:pt x="15121" y="92"/>
                      <a:pt x="15165" y="136"/>
                      <a:pt x="15186" y="136"/>
                    </a:cubicBezTo>
                    <a:cubicBezTo>
                      <a:pt x="15229" y="136"/>
                      <a:pt x="15256" y="92"/>
                      <a:pt x="15256" y="71"/>
                    </a:cubicBezTo>
                    <a:cubicBezTo>
                      <a:pt x="15256" y="22"/>
                      <a:pt x="15229" y="1"/>
                      <a:pt x="15186" y="1"/>
                    </a:cubicBezTo>
                    <a:close/>
                    <a:moveTo>
                      <a:pt x="15456" y="1"/>
                    </a:moveTo>
                    <a:cubicBezTo>
                      <a:pt x="15435" y="1"/>
                      <a:pt x="15391" y="22"/>
                      <a:pt x="15391" y="71"/>
                    </a:cubicBezTo>
                    <a:cubicBezTo>
                      <a:pt x="15391" y="92"/>
                      <a:pt x="15435" y="136"/>
                      <a:pt x="15456" y="136"/>
                    </a:cubicBezTo>
                    <a:cubicBezTo>
                      <a:pt x="15499" y="136"/>
                      <a:pt x="15526" y="92"/>
                      <a:pt x="15526" y="71"/>
                    </a:cubicBezTo>
                    <a:cubicBezTo>
                      <a:pt x="15526" y="22"/>
                      <a:pt x="15499" y="1"/>
                      <a:pt x="15456" y="1"/>
                    </a:cubicBezTo>
                    <a:close/>
                    <a:moveTo>
                      <a:pt x="15726" y="1"/>
                    </a:moveTo>
                    <a:cubicBezTo>
                      <a:pt x="15705" y="1"/>
                      <a:pt x="15661" y="22"/>
                      <a:pt x="15661" y="71"/>
                    </a:cubicBezTo>
                    <a:cubicBezTo>
                      <a:pt x="15661" y="92"/>
                      <a:pt x="15705" y="136"/>
                      <a:pt x="15726" y="136"/>
                    </a:cubicBezTo>
                    <a:cubicBezTo>
                      <a:pt x="15769" y="136"/>
                      <a:pt x="15796" y="92"/>
                      <a:pt x="15796" y="71"/>
                    </a:cubicBezTo>
                    <a:cubicBezTo>
                      <a:pt x="15796" y="22"/>
                      <a:pt x="15769" y="1"/>
                      <a:pt x="15726" y="1"/>
                    </a:cubicBezTo>
                    <a:close/>
                    <a:moveTo>
                      <a:pt x="15996" y="1"/>
                    </a:moveTo>
                    <a:cubicBezTo>
                      <a:pt x="15975" y="1"/>
                      <a:pt x="15931" y="22"/>
                      <a:pt x="15931" y="71"/>
                    </a:cubicBezTo>
                    <a:cubicBezTo>
                      <a:pt x="15931" y="92"/>
                      <a:pt x="15975" y="136"/>
                      <a:pt x="15996" y="136"/>
                    </a:cubicBezTo>
                    <a:cubicBezTo>
                      <a:pt x="16039" y="136"/>
                      <a:pt x="16066" y="92"/>
                      <a:pt x="16066" y="71"/>
                    </a:cubicBezTo>
                    <a:cubicBezTo>
                      <a:pt x="16066" y="22"/>
                      <a:pt x="16039" y="1"/>
                      <a:pt x="15996" y="1"/>
                    </a:cubicBezTo>
                    <a:close/>
                    <a:moveTo>
                      <a:pt x="16266" y="1"/>
                    </a:moveTo>
                    <a:cubicBezTo>
                      <a:pt x="16245" y="1"/>
                      <a:pt x="16201" y="22"/>
                      <a:pt x="16201" y="71"/>
                    </a:cubicBezTo>
                    <a:cubicBezTo>
                      <a:pt x="16201" y="92"/>
                      <a:pt x="16245" y="136"/>
                      <a:pt x="16266" y="136"/>
                    </a:cubicBezTo>
                    <a:cubicBezTo>
                      <a:pt x="16309" y="136"/>
                      <a:pt x="16336" y="92"/>
                      <a:pt x="16336" y="71"/>
                    </a:cubicBezTo>
                    <a:cubicBezTo>
                      <a:pt x="16336" y="22"/>
                      <a:pt x="16309" y="1"/>
                      <a:pt x="16266" y="1"/>
                    </a:cubicBezTo>
                    <a:close/>
                    <a:moveTo>
                      <a:pt x="16536" y="1"/>
                    </a:moveTo>
                    <a:cubicBezTo>
                      <a:pt x="16515" y="1"/>
                      <a:pt x="16471" y="22"/>
                      <a:pt x="16471" y="71"/>
                    </a:cubicBezTo>
                    <a:cubicBezTo>
                      <a:pt x="16471" y="92"/>
                      <a:pt x="16515" y="136"/>
                      <a:pt x="16536" y="136"/>
                    </a:cubicBezTo>
                    <a:cubicBezTo>
                      <a:pt x="16579" y="136"/>
                      <a:pt x="16606" y="92"/>
                      <a:pt x="16606" y="71"/>
                    </a:cubicBezTo>
                    <a:cubicBezTo>
                      <a:pt x="16606" y="22"/>
                      <a:pt x="16579" y="1"/>
                      <a:pt x="16536" y="1"/>
                    </a:cubicBezTo>
                    <a:close/>
                    <a:moveTo>
                      <a:pt x="16806" y="1"/>
                    </a:moveTo>
                    <a:cubicBezTo>
                      <a:pt x="16785" y="1"/>
                      <a:pt x="16741" y="22"/>
                      <a:pt x="16741" y="71"/>
                    </a:cubicBezTo>
                    <a:cubicBezTo>
                      <a:pt x="16741" y="92"/>
                      <a:pt x="16785" y="136"/>
                      <a:pt x="16806" y="136"/>
                    </a:cubicBezTo>
                    <a:cubicBezTo>
                      <a:pt x="16849" y="136"/>
                      <a:pt x="16876" y="92"/>
                      <a:pt x="16876" y="71"/>
                    </a:cubicBezTo>
                    <a:cubicBezTo>
                      <a:pt x="16876" y="22"/>
                      <a:pt x="16849" y="1"/>
                      <a:pt x="16806" y="1"/>
                    </a:cubicBezTo>
                    <a:close/>
                    <a:moveTo>
                      <a:pt x="17076" y="1"/>
                    </a:moveTo>
                    <a:cubicBezTo>
                      <a:pt x="17055" y="1"/>
                      <a:pt x="17011" y="22"/>
                      <a:pt x="17011" y="71"/>
                    </a:cubicBezTo>
                    <a:cubicBezTo>
                      <a:pt x="17011" y="92"/>
                      <a:pt x="17055" y="136"/>
                      <a:pt x="17076" y="136"/>
                    </a:cubicBezTo>
                    <a:cubicBezTo>
                      <a:pt x="17120" y="136"/>
                      <a:pt x="17147" y="92"/>
                      <a:pt x="17147" y="71"/>
                    </a:cubicBezTo>
                    <a:cubicBezTo>
                      <a:pt x="17147" y="22"/>
                      <a:pt x="17120" y="1"/>
                      <a:pt x="17076" y="1"/>
                    </a:cubicBezTo>
                    <a:close/>
                    <a:moveTo>
                      <a:pt x="17346" y="1"/>
                    </a:moveTo>
                    <a:cubicBezTo>
                      <a:pt x="17325" y="1"/>
                      <a:pt x="17282" y="22"/>
                      <a:pt x="17282" y="71"/>
                    </a:cubicBezTo>
                    <a:cubicBezTo>
                      <a:pt x="17282" y="92"/>
                      <a:pt x="17325" y="136"/>
                      <a:pt x="17346" y="136"/>
                    </a:cubicBezTo>
                    <a:cubicBezTo>
                      <a:pt x="17390" y="136"/>
                      <a:pt x="17417" y="92"/>
                      <a:pt x="17417" y="71"/>
                    </a:cubicBezTo>
                    <a:cubicBezTo>
                      <a:pt x="17417" y="22"/>
                      <a:pt x="17390" y="1"/>
                      <a:pt x="17346" y="1"/>
                    </a:cubicBezTo>
                    <a:close/>
                    <a:moveTo>
                      <a:pt x="17616" y="1"/>
                    </a:moveTo>
                    <a:cubicBezTo>
                      <a:pt x="17595" y="1"/>
                      <a:pt x="17552" y="22"/>
                      <a:pt x="17552" y="71"/>
                    </a:cubicBezTo>
                    <a:cubicBezTo>
                      <a:pt x="17552" y="92"/>
                      <a:pt x="17595" y="136"/>
                      <a:pt x="17616" y="136"/>
                    </a:cubicBezTo>
                    <a:cubicBezTo>
                      <a:pt x="17660" y="136"/>
                      <a:pt x="17687" y="92"/>
                      <a:pt x="17687" y="71"/>
                    </a:cubicBezTo>
                    <a:cubicBezTo>
                      <a:pt x="17687" y="22"/>
                      <a:pt x="17660" y="1"/>
                      <a:pt x="17616" y="1"/>
                    </a:cubicBezTo>
                    <a:close/>
                    <a:moveTo>
                      <a:pt x="17886" y="1"/>
                    </a:moveTo>
                    <a:cubicBezTo>
                      <a:pt x="17865" y="1"/>
                      <a:pt x="17822" y="22"/>
                      <a:pt x="17822" y="71"/>
                    </a:cubicBezTo>
                    <a:cubicBezTo>
                      <a:pt x="17822" y="92"/>
                      <a:pt x="17865" y="136"/>
                      <a:pt x="17886" y="136"/>
                    </a:cubicBezTo>
                    <a:cubicBezTo>
                      <a:pt x="17930" y="136"/>
                      <a:pt x="17957" y="92"/>
                      <a:pt x="17957" y="71"/>
                    </a:cubicBezTo>
                    <a:cubicBezTo>
                      <a:pt x="17957" y="22"/>
                      <a:pt x="17930" y="1"/>
                      <a:pt x="17886" y="1"/>
                    </a:cubicBezTo>
                    <a:close/>
                    <a:moveTo>
                      <a:pt x="18156" y="1"/>
                    </a:moveTo>
                    <a:cubicBezTo>
                      <a:pt x="18135" y="1"/>
                      <a:pt x="18092" y="22"/>
                      <a:pt x="18092" y="71"/>
                    </a:cubicBezTo>
                    <a:cubicBezTo>
                      <a:pt x="18092" y="92"/>
                      <a:pt x="18135" y="136"/>
                      <a:pt x="18156" y="136"/>
                    </a:cubicBezTo>
                    <a:cubicBezTo>
                      <a:pt x="18200" y="136"/>
                      <a:pt x="18227" y="92"/>
                      <a:pt x="18227" y="71"/>
                    </a:cubicBezTo>
                    <a:cubicBezTo>
                      <a:pt x="18227" y="22"/>
                      <a:pt x="18200" y="1"/>
                      <a:pt x="18156" y="1"/>
                    </a:cubicBezTo>
                    <a:close/>
                    <a:moveTo>
                      <a:pt x="18426" y="1"/>
                    </a:moveTo>
                    <a:cubicBezTo>
                      <a:pt x="18405" y="1"/>
                      <a:pt x="18362" y="22"/>
                      <a:pt x="18362" y="71"/>
                    </a:cubicBezTo>
                    <a:cubicBezTo>
                      <a:pt x="18362" y="92"/>
                      <a:pt x="18405" y="136"/>
                      <a:pt x="18426" y="136"/>
                    </a:cubicBezTo>
                    <a:cubicBezTo>
                      <a:pt x="18470" y="136"/>
                      <a:pt x="18497" y="92"/>
                      <a:pt x="18497" y="71"/>
                    </a:cubicBezTo>
                    <a:cubicBezTo>
                      <a:pt x="18497" y="22"/>
                      <a:pt x="18470" y="1"/>
                      <a:pt x="18426" y="1"/>
                    </a:cubicBezTo>
                    <a:close/>
                    <a:moveTo>
                      <a:pt x="18696" y="1"/>
                    </a:moveTo>
                    <a:cubicBezTo>
                      <a:pt x="18675" y="1"/>
                      <a:pt x="18632" y="22"/>
                      <a:pt x="18632" y="71"/>
                    </a:cubicBezTo>
                    <a:cubicBezTo>
                      <a:pt x="18632" y="92"/>
                      <a:pt x="18675" y="136"/>
                      <a:pt x="18696" y="136"/>
                    </a:cubicBezTo>
                    <a:cubicBezTo>
                      <a:pt x="18740" y="136"/>
                      <a:pt x="18767" y="92"/>
                      <a:pt x="18767" y="71"/>
                    </a:cubicBezTo>
                    <a:cubicBezTo>
                      <a:pt x="18767" y="22"/>
                      <a:pt x="18740" y="1"/>
                      <a:pt x="18696" y="1"/>
                    </a:cubicBezTo>
                    <a:close/>
                    <a:moveTo>
                      <a:pt x="18966" y="1"/>
                    </a:moveTo>
                    <a:cubicBezTo>
                      <a:pt x="18945" y="1"/>
                      <a:pt x="18902" y="22"/>
                      <a:pt x="18902" y="71"/>
                    </a:cubicBezTo>
                    <a:cubicBezTo>
                      <a:pt x="18902" y="92"/>
                      <a:pt x="18945" y="136"/>
                      <a:pt x="18966" y="136"/>
                    </a:cubicBezTo>
                    <a:cubicBezTo>
                      <a:pt x="19010" y="136"/>
                      <a:pt x="19037" y="92"/>
                      <a:pt x="19037" y="71"/>
                    </a:cubicBezTo>
                    <a:cubicBezTo>
                      <a:pt x="19037" y="22"/>
                      <a:pt x="19010" y="1"/>
                      <a:pt x="18966" y="1"/>
                    </a:cubicBezTo>
                    <a:close/>
                    <a:moveTo>
                      <a:pt x="19236" y="1"/>
                    </a:moveTo>
                    <a:cubicBezTo>
                      <a:pt x="19215" y="1"/>
                      <a:pt x="19172" y="22"/>
                      <a:pt x="19172" y="71"/>
                    </a:cubicBezTo>
                    <a:cubicBezTo>
                      <a:pt x="19172" y="92"/>
                      <a:pt x="19215" y="136"/>
                      <a:pt x="19236" y="136"/>
                    </a:cubicBezTo>
                    <a:cubicBezTo>
                      <a:pt x="19280" y="136"/>
                      <a:pt x="19307" y="92"/>
                      <a:pt x="19307" y="71"/>
                    </a:cubicBezTo>
                    <a:cubicBezTo>
                      <a:pt x="19307" y="22"/>
                      <a:pt x="19280" y="1"/>
                      <a:pt x="19236" y="1"/>
                    </a:cubicBezTo>
                    <a:close/>
                    <a:moveTo>
                      <a:pt x="19506" y="1"/>
                    </a:moveTo>
                    <a:cubicBezTo>
                      <a:pt x="19485" y="1"/>
                      <a:pt x="19442" y="22"/>
                      <a:pt x="19442" y="71"/>
                    </a:cubicBezTo>
                    <a:cubicBezTo>
                      <a:pt x="19442" y="92"/>
                      <a:pt x="19485" y="136"/>
                      <a:pt x="19506" y="136"/>
                    </a:cubicBezTo>
                    <a:cubicBezTo>
                      <a:pt x="19550" y="136"/>
                      <a:pt x="19577" y="92"/>
                      <a:pt x="19577" y="71"/>
                    </a:cubicBezTo>
                    <a:cubicBezTo>
                      <a:pt x="19577" y="22"/>
                      <a:pt x="19550" y="1"/>
                      <a:pt x="19506" y="1"/>
                    </a:cubicBezTo>
                    <a:close/>
                    <a:moveTo>
                      <a:pt x="19776" y="1"/>
                    </a:moveTo>
                    <a:cubicBezTo>
                      <a:pt x="19755" y="1"/>
                      <a:pt x="19712" y="22"/>
                      <a:pt x="19712" y="71"/>
                    </a:cubicBezTo>
                    <a:cubicBezTo>
                      <a:pt x="19712" y="92"/>
                      <a:pt x="19755" y="136"/>
                      <a:pt x="19776" y="136"/>
                    </a:cubicBezTo>
                    <a:cubicBezTo>
                      <a:pt x="19820" y="136"/>
                      <a:pt x="19847" y="92"/>
                      <a:pt x="19847" y="71"/>
                    </a:cubicBezTo>
                    <a:cubicBezTo>
                      <a:pt x="19847" y="22"/>
                      <a:pt x="19820" y="1"/>
                      <a:pt x="19776" y="1"/>
                    </a:cubicBezTo>
                    <a:close/>
                    <a:moveTo>
                      <a:pt x="20046" y="1"/>
                    </a:moveTo>
                    <a:cubicBezTo>
                      <a:pt x="20025" y="1"/>
                      <a:pt x="19982" y="22"/>
                      <a:pt x="19982" y="71"/>
                    </a:cubicBezTo>
                    <a:cubicBezTo>
                      <a:pt x="19982" y="92"/>
                      <a:pt x="20025" y="136"/>
                      <a:pt x="20046" y="136"/>
                    </a:cubicBezTo>
                    <a:cubicBezTo>
                      <a:pt x="20090" y="136"/>
                      <a:pt x="20117" y="92"/>
                      <a:pt x="20117" y="71"/>
                    </a:cubicBezTo>
                    <a:cubicBezTo>
                      <a:pt x="20117" y="22"/>
                      <a:pt x="20090" y="1"/>
                      <a:pt x="20046" y="1"/>
                    </a:cubicBezTo>
                    <a:close/>
                    <a:moveTo>
                      <a:pt x="20316" y="1"/>
                    </a:moveTo>
                    <a:cubicBezTo>
                      <a:pt x="20295" y="1"/>
                      <a:pt x="20252" y="22"/>
                      <a:pt x="20252" y="71"/>
                    </a:cubicBezTo>
                    <a:cubicBezTo>
                      <a:pt x="20252" y="92"/>
                      <a:pt x="20295" y="136"/>
                      <a:pt x="20316" y="136"/>
                    </a:cubicBezTo>
                    <a:cubicBezTo>
                      <a:pt x="20360" y="136"/>
                      <a:pt x="20387" y="92"/>
                      <a:pt x="20387" y="71"/>
                    </a:cubicBezTo>
                    <a:cubicBezTo>
                      <a:pt x="20387" y="22"/>
                      <a:pt x="20360" y="1"/>
                      <a:pt x="20316" y="1"/>
                    </a:cubicBezTo>
                    <a:close/>
                    <a:moveTo>
                      <a:pt x="20586" y="1"/>
                    </a:moveTo>
                    <a:cubicBezTo>
                      <a:pt x="20565" y="1"/>
                      <a:pt x="20522" y="22"/>
                      <a:pt x="20522" y="71"/>
                    </a:cubicBezTo>
                    <a:cubicBezTo>
                      <a:pt x="20522" y="92"/>
                      <a:pt x="20565" y="136"/>
                      <a:pt x="20586" y="136"/>
                    </a:cubicBezTo>
                    <a:cubicBezTo>
                      <a:pt x="20630" y="136"/>
                      <a:pt x="20657" y="92"/>
                      <a:pt x="20657" y="71"/>
                    </a:cubicBezTo>
                    <a:cubicBezTo>
                      <a:pt x="20657" y="22"/>
                      <a:pt x="20630" y="1"/>
                      <a:pt x="20586" y="1"/>
                    </a:cubicBezTo>
                    <a:close/>
                    <a:moveTo>
                      <a:pt x="20856" y="1"/>
                    </a:moveTo>
                    <a:cubicBezTo>
                      <a:pt x="20835" y="1"/>
                      <a:pt x="20792" y="22"/>
                      <a:pt x="20792" y="71"/>
                    </a:cubicBezTo>
                    <a:cubicBezTo>
                      <a:pt x="20792" y="92"/>
                      <a:pt x="20835" y="136"/>
                      <a:pt x="20856" y="136"/>
                    </a:cubicBezTo>
                    <a:cubicBezTo>
                      <a:pt x="20900" y="136"/>
                      <a:pt x="20927" y="92"/>
                      <a:pt x="20927" y="71"/>
                    </a:cubicBezTo>
                    <a:cubicBezTo>
                      <a:pt x="20927" y="22"/>
                      <a:pt x="20900" y="1"/>
                      <a:pt x="20856" y="1"/>
                    </a:cubicBezTo>
                    <a:close/>
                    <a:moveTo>
                      <a:pt x="21127" y="1"/>
                    </a:moveTo>
                    <a:cubicBezTo>
                      <a:pt x="21105" y="1"/>
                      <a:pt x="21062" y="22"/>
                      <a:pt x="21062" y="71"/>
                    </a:cubicBezTo>
                    <a:cubicBezTo>
                      <a:pt x="21062" y="92"/>
                      <a:pt x="21105" y="136"/>
                      <a:pt x="21127" y="136"/>
                    </a:cubicBezTo>
                    <a:cubicBezTo>
                      <a:pt x="21170" y="136"/>
                      <a:pt x="21197" y="92"/>
                      <a:pt x="21197" y="71"/>
                    </a:cubicBezTo>
                    <a:cubicBezTo>
                      <a:pt x="21197" y="22"/>
                      <a:pt x="21170" y="1"/>
                      <a:pt x="21127" y="1"/>
                    </a:cubicBezTo>
                    <a:close/>
                    <a:moveTo>
                      <a:pt x="21397" y="1"/>
                    </a:moveTo>
                    <a:cubicBezTo>
                      <a:pt x="21375" y="1"/>
                      <a:pt x="21332" y="22"/>
                      <a:pt x="21332" y="71"/>
                    </a:cubicBezTo>
                    <a:cubicBezTo>
                      <a:pt x="21332" y="92"/>
                      <a:pt x="21375" y="136"/>
                      <a:pt x="21397" y="136"/>
                    </a:cubicBezTo>
                    <a:cubicBezTo>
                      <a:pt x="21440" y="136"/>
                      <a:pt x="21467" y="92"/>
                      <a:pt x="21467" y="71"/>
                    </a:cubicBezTo>
                    <a:cubicBezTo>
                      <a:pt x="21467" y="22"/>
                      <a:pt x="21440" y="1"/>
                      <a:pt x="21397" y="1"/>
                    </a:cubicBezTo>
                    <a:close/>
                    <a:moveTo>
                      <a:pt x="21667" y="1"/>
                    </a:moveTo>
                    <a:cubicBezTo>
                      <a:pt x="21645" y="1"/>
                      <a:pt x="21602" y="22"/>
                      <a:pt x="21602" y="71"/>
                    </a:cubicBezTo>
                    <a:cubicBezTo>
                      <a:pt x="21602" y="92"/>
                      <a:pt x="21645" y="136"/>
                      <a:pt x="21667" y="136"/>
                    </a:cubicBezTo>
                    <a:cubicBezTo>
                      <a:pt x="21710" y="136"/>
                      <a:pt x="21737" y="92"/>
                      <a:pt x="21737" y="71"/>
                    </a:cubicBezTo>
                    <a:cubicBezTo>
                      <a:pt x="21737" y="22"/>
                      <a:pt x="21710" y="1"/>
                      <a:pt x="21667" y="1"/>
                    </a:cubicBezTo>
                    <a:close/>
                    <a:moveTo>
                      <a:pt x="21937" y="1"/>
                    </a:moveTo>
                    <a:cubicBezTo>
                      <a:pt x="21915" y="1"/>
                      <a:pt x="21872" y="22"/>
                      <a:pt x="21872" y="71"/>
                    </a:cubicBezTo>
                    <a:cubicBezTo>
                      <a:pt x="21872" y="92"/>
                      <a:pt x="21915" y="136"/>
                      <a:pt x="21937" y="136"/>
                    </a:cubicBezTo>
                    <a:cubicBezTo>
                      <a:pt x="21980" y="136"/>
                      <a:pt x="22007" y="92"/>
                      <a:pt x="22007" y="71"/>
                    </a:cubicBezTo>
                    <a:cubicBezTo>
                      <a:pt x="22007" y="22"/>
                      <a:pt x="21980" y="1"/>
                      <a:pt x="21937" y="1"/>
                    </a:cubicBezTo>
                    <a:close/>
                    <a:moveTo>
                      <a:pt x="13658" y="71"/>
                    </a:moveTo>
                    <a:cubicBezTo>
                      <a:pt x="13609" y="71"/>
                      <a:pt x="13588" y="92"/>
                      <a:pt x="13588" y="136"/>
                    </a:cubicBezTo>
                    <a:cubicBezTo>
                      <a:pt x="13588" y="157"/>
                      <a:pt x="13609" y="206"/>
                      <a:pt x="13658" y="206"/>
                    </a:cubicBezTo>
                    <a:cubicBezTo>
                      <a:pt x="13680" y="206"/>
                      <a:pt x="13723" y="157"/>
                      <a:pt x="13723" y="136"/>
                    </a:cubicBezTo>
                    <a:cubicBezTo>
                      <a:pt x="13723" y="92"/>
                      <a:pt x="13680" y="71"/>
                      <a:pt x="13658" y="71"/>
                    </a:cubicBezTo>
                    <a:close/>
                    <a:moveTo>
                      <a:pt x="13658" y="341"/>
                    </a:moveTo>
                    <a:cubicBezTo>
                      <a:pt x="13609" y="341"/>
                      <a:pt x="13588" y="362"/>
                      <a:pt x="13588" y="406"/>
                    </a:cubicBezTo>
                    <a:cubicBezTo>
                      <a:pt x="13588" y="427"/>
                      <a:pt x="13609" y="476"/>
                      <a:pt x="13658" y="476"/>
                    </a:cubicBezTo>
                    <a:cubicBezTo>
                      <a:pt x="13680" y="476"/>
                      <a:pt x="13723" y="427"/>
                      <a:pt x="13723" y="406"/>
                    </a:cubicBezTo>
                    <a:cubicBezTo>
                      <a:pt x="13723" y="362"/>
                      <a:pt x="13680" y="341"/>
                      <a:pt x="13658" y="341"/>
                    </a:cubicBezTo>
                    <a:close/>
                    <a:moveTo>
                      <a:pt x="13658" y="611"/>
                    </a:moveTo>
                    <a:cubicBezTo>
                      <a:pt x="13609" y="611"/>
                      <a:pt x="13588" y="632"/>
                      <a:pt x="13588" y="676"/>
                    </a:cubicBezTo>
                    <a:cubicBezTo>
                      <a:pt x="13588" y="697"/>
                      <a:pt x="13609" y="746"/>
                      <a:pt x="13658" y="746"/>
                    </a:cubicBezTo>
                    <a:cubicBezTo>
                      <a:pt x="13680" y="746"/>
                      <a:pt x="13723" y="697"/>
                      <a:pt x="13723" y="676"/>
                    </a:cubicBezTo>
                    <a:cubicBezTo>
                      <a:pt x="13723" y="632"/>
                      <a:pt x="13680" y="611"/>
                      <a:pt x="13658" y="611"/>
                    </a:cubicBezTo>
                    <a:close/>
                    <a:moveTo>
                      <a:pt x="13658" y="881"/>
                    </a:moveTo>
                    <a:cubicBezTo>
                      <a:pt x="13609" y="881"/>
                      <a:pt x="13588" y="903"/>
                      <a:pt x="13588" y="946"/>
                    </a:cubicBezTo>
                    <a:cubicBezTo>
                      <a:pt x="13588" y="967"/>
                      <a:pt x="13609" y="1016"/>
                      <a:pt x="13658" y="1016"/>
                    </a:cubicBezTo>
                    <a:cubicBezTo>
                      <a:pt x="13680" y="1016"/>
                      <a:pt x="13723" y="967"/>
                      <a:pt x="13723" y="946"/>
                    </a:cubicBezTo>
                    <a:cubicBezTo>
                      <a:pt x="13723" y="903"/>
                      <a:pt x="13680" y="881"/>
                      <a:pt x="13658" y="881"/>
                    </a:cubicBezTo>
                    <a:close/>
                    <a:moveTo>
                      <a:pt x="13658" y="1151"/>
                    </a:moveTo>
                    <a:cubicBezTo>
                      <a:pt x="13609" y="1151"/>
                      <a:pt x="13588" y="1173"/>
                      <a:pt x="13588" y="1216"/>
                    </a:cubicBezTo>
                    <a:cubicBezTo>
                      <a:pt x="13588" y="1237"/>
                      <a:pt x="13609" y="1286"/>
                      <a:pt x="13658" y="1286"/>
                    </a:cubicBezTo>
                    <a:cubicBezTo>
                      <a:pt x="13680" y="1286"/>
                      <a:pt x="13723" y="1237"/>
                      <a:pt x="13723" y="1216"/>
                    </a:cubicBezTo>
                    <a:cubicBezTo>
                      <a:pt x="13723" y="1173"/>
                      <a:pt x="13680" y="1151"/>
                      <a:pt x="13658" y="1151"/>
                    </a:cubicBezTo>
                    <a:close/>
                    <a:moveTo>
                      <a:pt x="13658" y="1421"/>
                    </a:moveTo>
                    <a:cubicBezTo>
                      <a:pt x="13609" y="1421"/>
                      <a:pt x="13588" y="1443"/>
                      <a:pt x="13588" y="1486"/>
                    </a:cubicBezTo>
                    <a:cubicBezTo>
                      <a:pt x="13588" y="1507"/>
                      <a:pt x="13609" y="1556"/>
                      <a:pt x="13658" y="1556"/>
                    </a:cubicBezTo>
                    <a:cubicBezTo>
                      <a:pt x="13680" y="1556"/>
                      <a:pt x="13723" y="1507"/>
                      <a:pt x="13723" y="1486"/>
                    </a:cubicBezTo>
                    <a:cubicBezTo>
                      <a:pt x="13723" y="1443"/>
                      <a:pt x="13680" y="1421"/>
                      <a:pt x="13658" y="1421"/>
                    </a:cubicBezTo>
                    <a:close/>
                    <a:moveTo>
                      <a:pt x="13658" y="1691"/>
                    </a:moveTo>
                    <a:cubicBezTo>
                      <a:pt x="13609" y="1691"/>
                      <a:pt x="13588" y="1713"/>
                      <a:pt x="13588" y="1756"/>
                    </a:cubicBezTo>
                    <a:cubicBezTo>
                      <a:pt x="13588" y="1777"/>
                      <a:pt x="13609" y="1826"/>
                      <a:pt x="13658" y="1826"/>
                    </a:cubicBezTo>
                    <a:cubicBezTo>
                      <a:pt x="13680" y="1826"/>
                      <a:pt x="13723" y="1777"/>
                      <a:pt x="13723" y="1756"/>
                    </a:cubicBezTo>
                    <a:cubicBezTo>
                      <a:pt x="13723" y="1713"/>
                      <a:pt x="13680" y="1691"/>
                      <a:pt x="13658" y="1691"/>
                    </a:cubicBezTo>
                    <a:close/>
                    <a:moveTo>
                      <a:pt x="13658" y="1961"/>
                    </a:moveTo>
                    <a:cubicBezTo>
                      <a:pt x="13609" y="1961"/>
                      <a:pt x="13588" y="1983"/>
                      <a:pt x="13588" y="2026"/>
                    </a:cubicBezTo>
                    <a:cubicBezTo>
                      <a:pt x="13588" y="2047"/>
                      <a:pt x="13609" y="2096"/>
                      <a:pt x="13658" y="2096"/>
                    </a:cubicBezTo>
                    <a:cubicBezTo>
                      <a:pt x="13680" y="2096"/>
                      <a:pt x="13723" y="2047"/>
                      <a:pt x="13723" y="2026"/>
                    </a:cubicBezTo>
                    <a:cubicBezTo>
                      <a:pt x="13723" y="1983"/>
                      <a:pt x="13680" y="1961"/>
                      <a:pt x="13658" y="1961"/>
                    </a:cubicBezTo>
                    <a:close/>
                    <a:moveTo>
                      <a:pt x="13658" y="2231"/>
                    </a:moveTo>
                    <a:cubicBezTo>
                      <a:pt x="13609" y="2231"/>
                      <a:pt x="13588" y="2253"/>
                      <a:pt x="13588" y="2296"/>
                    </a:cubicBezTo>
                    <a:cubicBezTo>
                      <a:pt x="13588" y="2317"/>
                      <a:pt x="13609" y="2366"/>
                      <a:pt x="13658" y="2366"/>
                    </a:cubicBezTo>
                    <a:cubicBezTo>
                      <a:pt x="13680" y="2366"/>
                      <a:pt x="13723" y="2317"/>
                      <a:pt x="13723" y="2296"/>
                    </a:cubicBezTo>
                    <a:cubicBezTo>
                      <a:pt x="13723" y="2253"/>
                      <a:pt x="13680" y="2231"/>
                      <a:pt x="13658" y="2231"/>
                    </a:cubicBezTo>
                    <a:close/>
                    <a:moveTo>
                      <a:pt x="13658" y="2501"/>
                    </a:moveTo>
                    <a:cubicBezTo>
                      <a:pt x="13609" y="2501"/>
                      <a:pt x="13588" y="2523"/>
                      <a:pt x="13588" y="2566"/>
                    </a:cubicBezTo>
                    <a:cubicBezTo>
                      <a:pt x="13588" y="2587"/>
                      <a:pt x="13609" y="2636"/>
                      <a:pt x="13658" y="2636"/>
                    </a:cubicBezTo>
                    <a:cubicBezTo>
                      <a:pt x="13680" y="2636"/>
                      <a:pt x="13723" y="2587"/>
                      <a:pt x="13723" y="2566"/>
                    </a:cubicBezTo>
                    <a:cubicBezTo>
                      <a:pt x="13723" y="2523"/>
                      <a:pt x="13680" y="2501"/>
                      <a:pt x="13658" y="2501"/>
                    </a:cubicBezTo>
                    <a:close/>
                    <a:moveTo>
                      <a:pt x="13658" y="2771"/>
                    </a:moveTo>
                    <a:cubicBezTo>
                      <a:pt x="13609" y="2771"/>
                      <a:pt x="13588" y="2793"/>
                      <a:pt x="13588" y="2836"/>
                    </a:cubicBezTo>
                    <a:cubicBezTo>
                      <a:pt x="13588" y="2857"/>
                      <a:pt x="13609" y="2906"/>
                      <a:pt x="13658" y="2906"/>
                    </a:cubicBezTo>
                    <a:cubicBezTo>
                      <a:pt x="13680" y="2906"/>
                      <a:pt x="13723" y="2857"/>
                      <a:pt x="13723" y="2836"/>
                    </a:cubicBezTo>
                    <a:cubicBezTo>
                      <a:pt x="13723" y="2793"/>
                      <a:pt x="13680" y="2771"/>
                      <a:pt x="13658" y="2771"/>
                    </a:cubicBezTo>
                    <a:close/>
                    <a:moveTo>
                      <a:pt x="13658" y="3041"/>
                    </a:moveTo>
                    <a:cubicBezTo>
                      <a:pt x="13609" y="3041"/>
                      <a:pt x="13588" y="3063"/>
                      <a:pt x="13588" y="3106"/>
                    </a:cubicBezTo>
                    <a:cubicBezTo>
                      <a:pt x="13588" y="3127"/>
                      <a:pt x="13609" y="3176"/>
                      <a:pt x="13658" y="3176"/>
                    </a:cubicBezTo>
                    <a:cubicBezTo>
                      <a:pt x="13680" y="3176"/>
                      <a:pt x="13723" y="3127"/>
                      <a:pt x="13723" y="3106"/>
                    </a:cubicBezTo>
                    <a:cubicBezTo>
                      <a:pt x="13723" y="3063"/>
                      <a:pt x="13680" y="3041"/>
                      <a:pt x="13658" y="3041"/>
                    </a:cubicBezTo>
                    <a:close/>
                    <a:moveTo>
                      <a:pt x="5601" y="3106"/>
                    </a:moveTo>
                    <a:cubicBezTo>
                      <a:pt x="5579" y="3106"/>
                      <a:pt x="5536" y="3127"/>
                      <a:pt x="5536" y="3176"/>
                    </a:cubicBezTo>
                    <a:cubicBezTo>
                      <a:pt x="5536" y="3198"/>
                      <a:pt x="5579" y="3241"/>
                      <a:pt x="5601" y="3241"/>
                    </a:cubicBezTo>
                    <a:cubicBezTo>
                      <a:pt x="5644" y="3241"/>
                      <a:pt x="5671" y="3198"/>
                      <a:pt x="5671" y="3176"/>
                    </a:cubicBezTo>
                    <a:cubicBezTo>
                      <a:pt x="5671" y="3127"/>
                      <a:pt x="5644" y="3106"/>
                      <a:pt x="5601" y="3106"/>
                    </a:cubicBezTo>
                    <a:close/>
                    <a:moveTo>
                      <a:pt x="5871" y="3106"/>
                    </a:moveTo>
                    <a:cubicBezTo>
                      <a:pt x="5849" y="3106"/>
                      <a:pt x="5806" y="3127"/>
                      <a:pt x="5806" y="3176"/>
                    </a:cubicBezTo>
                    <a:cubicBezTo>
                      <a:pt x="5806" y="3198"/>
                      <a:pt x="5849" y="3241"/>
                      <a:pt x="5871" y="3241"/>
                    </a:cubicBezTo>
                    <a:cubicBezTo>
                      <a:pt x="5914" y="3241"/>
                      <a:pt x="5941" y="3198"/>
                      <a:pt x="5941" y="3176"/>
                    </a:cubicBezTo>
                    <a:cubicBezTo>
                      <a:pt x="5941" y="3127"/>
                      <a:pt x="5914" y="3106"/>
                      <a:pt x="5871" y="3106"/>
                    </a:cubicBezTo>
                    <a:close/>
                    <a:moveTo>
                      <a:pt x="6141" y="3106"/>
                    </a:moveTo>
                    <a:cubicBezTo>
                      <a:pt x="6119" y="3106"/>
                      <a:pt x="6076" y="3127"/>
                      <a:pt x="6076" y="3176"/>
                    </a:cubicBezTo>
                    <a:cubicBezTo>
                      <a:pt x="6076" y="3198"/>
                      <a:pt x="6119" y="3241"/>
                      <a:pt x="6141" y="3241"/>
                    </a:cubicBezTo>
                    <a:cubicBezTo>
                      <a:pt x="6184" y="3241"/>
                      <a:pt x="6211" y="3198"/>
                      <a:pt x="6211" y="3176"/>
                    </a:cubicBezTo>
                    <a:cubicBezTo>
                      <a:pt x="6211" y="3127"/>
                      <a:pt x="6184" y="3106"/>
                      <a:pt x="6141" y="3106"/>
                    </a:cubicBezTo>
                    <a:close/>
                    <a:moveTo>
                      <a:pt x="6411" y="3106"/>
                    </a:moveTo>
                    <a:cubicBezTo>
                      <a:pt x="6389" y="3106"/>
                      <a:pt x="6346" y="3127"/>
                      <a:pt x="6346" y="3176"/>
                    </a:cubicBezTo>
                    <a:cubicBezTo>
                      <a:pt x="6346" y="3198"/>
                      <a:pt x="6389" y="3241"/>
                      <a:pt x="6411" y="3241"/>
                    </a:cubicBezTo>
                    <a:cubicBezTo>
                      <a:pt x="6454" y="3241"/>
                      <a:pt x="6481" y="3198"/>
                      <a:pt x="6481" y="3176"/>
                    </a:cubicBezTo>
                    <a:cubicBezTo>
                      <a:pt x="6481" y="3127"/>
                      <a:pt x="6454" y="3106"/>
                      <a:pt x="6411" y="3106"/>
                    </a:cubicBezTo>
                    <a:close/>
                    <a:moveTo>
                      <a:pt x="6681" y="3106"/>
                    </a:moveTo>
                    <a:cubicBezTo>
                      <a:pt x="6659" y="3106"/>
                      <a:pt x="6616" y="3127"/>
                      <a:pt x="6616" y="3176"/>
                    </a:cubicBezTo>
                    <a:cubicBezTo>
                      <a:pt x="6616" y="3198"/>
                      <a:pt x="6659" y="3241"/>
                      <a:pt x="6681" y="3241"/>
                    </a:cubicBezTo>
                    <a:cubicBezTo>
                      <a:pt x="6724" y="3241"/>
                      <a:pt x="6751" y="3198"/>
                      <a:pt x="6751" y="3176"/>
                    </a:cubicBezTo>
                    <a:cubicBezTo>
                      <a:pt x="6751" y="3127"/>
                      <a:pt x="6724" y="3106"/>
                      <a:pt x="6681" y="3106"/>
                    </a:cubicBezTo>
                    <a:close/>
                    <a:moveTo>
                      <a:pt x="6951" y="3106"/>
                    </a:moveTo>
                    <a:cubicBezTo>
                      <a:pt x="6929" y="3106"/>
                      <a:pt x="6886" y="3127"/>
                      <a:pt x="6886" y="3176"/>
                    </a:cubicBezTo>
                    <a:cubicBezTo>
                      <a:pt x="6886" y="3198"/>
                      <a:pt x="6929" y="3241"/>
                      <a:pt x="6951" y="3241"/>
                    </a:cubicBezTo>
                    <a:cubicBezTo>
                      <a:pt x="6994" y="3241"/>
                      <a:pt x="7021" y="3198"/>
                      <a:pt x="7021" y="3176"/>
                    </a:cubicBezTo>
                    <a:cubicBezTo>
                      <a:pt x="7021" y="3127"/>
                      <a:pt x="6994" y="3106"/>
                      <a:pt x="6951" y="3106"/>
                    </a:cubicBezTo>
                    <a:close/>
                    <a:moveTo>
                      <a:pt x="7221" y="3106"/>
                    </a:moveTo>
                    <a:cubicBezTo>
                      <a:pt x="7199" y="3106"/>
                      <a:pt x="7156" y="3127"/>
                      <a:pt x="7156" y="3176"/>
                    </a:cubicBezTo>
                    <a:cubicBezTo>
                      <a:pt x="7156" y="3198"/>
                      <a:pt x="7199" y="3241"/>
                      <a:pt x="7221" y="3241"/>
                    </a:cubicBezTo>
                    <a:cubicBezTo>
                      <a:pt x="7264" y="3241"/>
                      <a:pt x="7291" y="3198"/>
                      <a:pt x="7291" y="3176"/>
                    </a:cubicBezTo>
                    <a:cubicBezTo>
                      <a:pt x="7291" y="3127"/>
                      <a:pt x="7264" y="3106"/>
                      <a:pt x="7221" y="3106"/>
                    </a:cubicBezTo>
                    <a:close/>
                    <a:moveTo>
                      <a:pt x="7491" y="3106"/>
                    </a:moveTo>
                    <a:cubicBezTo>
                      <a:pt x="7469" y="3106"/>
                      <a:pt x="7426" y="3127"/>
                      <a:pt x="7426" y="3176"/>
                    </a:cubicBezTo>
                    <a:cubicBezTo>
                      <a:pt x="7426" y="3198"/>
                      <a:pt x="7469" y="3241"/>
                      <a:pt x="7491" y="3241"/>
                    </a:cubicBezTo>
                    <a:cubicBezTo>
                      <a:pt x="7534" y="3241"/>
                      <a:pt x="7561" y="3198"/>
                      <a:pt x="7561" y="3176"/>
                    </a:cubicBezTo>
                    <a:cubicBezTo>
                      <a:pt x="7561" y="3127"/>
                      <a:pt x="7534" y="3106"/>
                      <a:pt x="7491" y="3106"/>
                    </a:cubicBezTo>
                    <a:close/>
                    <a:moveTo>
                      <a:pt x="7761" y="3106"/>
                    </a:moveTo>
                    <a:cubicBezTo>
                      <a:pt x="7739" y="3106"/>
                      <a:pt x="7696" y="3127"/>
                      <a:pt x="7696" y="3176"/>
                    </a:cubicBezTo>
                    <a:cubicBezTo>
                      <a:pt x="7696" y="3198"/>
                      <a:pt x="7739" y="3241"/>
                      <a:pt x="7761" y="3241"/>
                    </a:cubicBezTo>
                    <a:cubicBezTo>
                      <a:pt x="7804" y="3241"/>
                      <a:pt x="7831" y="3198"/>
                      <a:pt x="7831" y="3176"/>
                    </a:cubicBezTo>
                    <a:cubicBezTo>
                      <a:pt x="7831" y="3127"/>
                      <a:pt x="7804" y="3106"/>
                      <a:pt x="7761" y="3106"/>
                    </a:cubicBezTo>
                    <a:close/>
                    <a:moveTo>
                      <a:pt x="8031" y="3106"/>
                    </a:moveTo>
                    <a:cubicBezTo>
                      <a:pt x="8009" y="3106"/>
                      <a:pt x="7966" y="3127"/>
                      <a:pt x="7966" y="3176"/>
                    </a:cubicBezTo>
                    <a:cubicBezTo>
                      <a:pt x="7966" y="3198"/>
                      <a:pt x="8009" y="3241"/>
                      <a:pt x="8031" y="3241"/>
                    </a:cubicBezTo>
                    <a:cubicBezTo>
                      <a:pt x="8074" y="3241"/>
                      <a:pt x="8101" y="3198"/>
                      <a:pt x="8101" y="3176"/>
                    </a:cubicBezTo>
                    <a:cubicBezTo>
                      <a:pt x="8101" y="3127"/>
                      <a:pt x="8074" y="3106"/>
                      <a:pt x="8031" y="3106"/>
                    </a:cubicBezTo>
                    <a:close/>
                    <a:moveTo>
                      <a:pt x="8301" y="3106"/>
                    </a:moveTo>
                    <a:cubicBezTo>
                      <a:pt x="8279" y="3106"/>
                      <a:pt x="8236" y="3127"/>
                      <a:pt x="8236" y="3176"/>
                    </a:cubicBezTo>
                    <a:cubicBezTo>
                      <a:pt x="8236" y="3198"/>
                      <a:pt x="8279" y="3241"/>
                      <a:pt x="8301" y="3241"/>
                    </a:cubicBezTo>
                    <a:cubicBezTo>
                      <a:pt x="8344" y="3241"/>
                      <a:pt x="8371" y="3198"/>
                      <a:pt x="8371" y="3176"/>
                    </a:cubicBezTo>
                    <a:cubicBezTo>
                      <a:pt x="8371" y="3127"/>
                      <a:pt x="8344" y="3106"/>
                      <a:pt x="8301" y="3106"/>
                    </a:cubicBezTo>
                    <a:close/>
                    <a:moveTo>
                      <a:pt x="8571" y="3106"/>
                    </a:moveTo>
                    <a:cubicBezTo>
                      <a:pt x="8549" y="3106"/>
                      <a:pt x="8506" y="3127"/>
                      <a:pt x="8506" y="3176"/>
                    </a:cubicBezTo>
                    <a:cubicBezTo>
                      <a:pt x="8506" y="3198"/>
                      <a:pt x="8549" y="3241"/>
                      <a:pt x="8571" y="3241"/>
                    </a:cubicBezTo>
                    <a:cubicBezTo>
                      <a:pt x="8614" y="3241"/>
                      <a:pt x="8641" y="3198"/>
                      <a:pt x="8641" y="3176"/>
                    </a:cubicBezTo>
                    <a:cubicBezTo>
                      <a:pt x="8641" y="3127"/>
                      <a:pt x="8614" y="3106"/>
                      <a:pt x="8571" y="3106"/>
                    </a:cubicBezTo>
                    <a:close/>
                    <a:moveTo>
                      <a:pt x="8841" y="3106"/>
                    </a:moveTo>
                    <a:cubicBezTo>
                      <a:pt x="8819" y="3106"/>
                      <a:pt x="8776" y="3127"/>
                      <a:pt x="8776" y="3176"/>
                    </a:cubicBezTo>
                    <a:cubicBezTo>
                      <a:pt x="8776" y="3198"/>
                      <a:pt x="8819" y="3241"/>
                      <a:pt x="8841" y="3241"/>
                    </a:cubicBezTo>
                    <a:cubicBezTo>
                      <a:pt x="8884" y="3241"/>
                      <a:pt x="8911" y="3198"/>
                      <a:pt x="8911" y="3176"/>
                    </a:cubicBezTo>
                    <a:cubicBezTo>
                      <a:pt x="8911" y="3127"/>
                      <a:pt x="8884" y="3106"/>
                      <a:pt x="8841" y="3106"/>
                    </a:cubicBezTo>
                    <a:close/>
                    <a:moveTo>
                      <a:pt x="9111" y="3106"/>
                    </a:moveTo>
                    <a:cubicBezTo>
                      <a:pt x="9089" y="3106"/>
                      <a:pt x="9046" y="3127"/>
                      <a:pt x="9046" y="3176"/>
                    </a:cubicBezTo>
                    <a:cubicBezTo>
                      <a:pt x="9046" y="3198"/>
                      <a:pt x="9089" y="3241"/>
                      <a:pt x="9111" y="3241"/>
                    </a:cubicBezTo>
                    <a:cubicBezTo>
                      <a:pt x="9154" y="3241"/>
                      <a:pt x="9181" y="3198"/>
                      <a:pt x="9181" y="3176"/>
                    </a:cubicBezTo>
                    <a:cubicBezTo>
                      <a:pt x="9181" y="3127"/>
                      <a:pt x="9154" y="3106"/>
                      <a:pt x="9111" y="3106"/>
                    </a:cubicBezTo>
                    <a:close/>
                    <a:moveTo>
                      <a:pt x="9381" y="3106"/>
                    </a:moveTo>
                    <a:cubicBezTo>
                      <a:pt x="9359" y="3106"/>
                      <a:pt x="9316" y="3127"/>
                      <a:pt x="9316" y="3176"/>
                    </a:cubicBezTo>
                    <a:cubicBezTo>
                      <a:pt x="9316" y="3198"/>
                      <a:pt x="9359" y="3241"/>
                      <a:pt x="9381" y="3241"/>
                    </a:cubicBezTo>
                    <a:cubicBezTo>
                      <a:pt x="9424" y="3241"/>
                      <a:pt x="9451" y="3198"/>
                      <a:pt x="9451" y="3176"/>
                    </a:cubicBezTo>
                    <a:cubicBezTo>
                      <a:pt x="9451" y="3127"/>
                      <a:pt x="9424" y="3106"/>
                      <a:pt x="9381" y="3106"/>
                    </a:cubicBezTo>
                    <a:close/>
                    <a:moveTo>
                      <a:pt x="9651" y="3106"/>
                    </a:moveTo>
                    <a:cubicBezTo>
                      <a:pt x="9629" y="3106"/>
                      <a:pt x="9586" y="3127"/>
                      <a:pt x="9586" y="3176"/>
                    </a:cubicBezTo>
                    <a:cubicBezTo>
                      <a:pt x="9586" y="3198"/>
                      <a:pt x="9629" y="3241"/>
                      <a:pt x="9651" y="3241"/>
                    </a:cubicBezTo>
                    <a:cubicBezTo>
                      <a:pt x="9694" y="3241"/>
                      <a:pt x="9721" y="3198"/>
                      <a:pt x="9721" y="3176"/>
                    </a:cubicBezTo>
                    <a:cubicBezTo>
                      <a:pt x="9721" y="3127"/>
                      <a:pt x="9694" y="3106"/>
                      <a:pt x="9651" y="3106"/>
                    </a:cubicBezTo>
                    <a:close/>
                    <a:moveTo>
                      <a:pt x="9921" y="3106"/>
                    </a:moveTo>
                    <a:cubicBezTo>
                      <a:pt x="9899" y="3106"/>
                      <a:pt x="9856" y="3127"/>
                      <a:pt x="9856" y="3176"/>
                    </a:cubicBezTo>
                    <a:cubicBezTo>
                      <a:pt x="9856" y="3198"/>
                      <a:pt x="9899" y="3241"/>
                      <a:pt x="9921" y="3241"/>
                    </a:cubicBezTo>
                    <a:cubicBezTo>
                      <a:pt x="9964" y="3241"/>
                      <a:pt x="9991" y="3198"/>
                      <a:pt x="9991" y="3176"/>
                    </a:cubicBezTo>
                    <a:cubicBezTo>
                      <a:pt x="9991" y="3127"/>
                      <a:pt x="9964" y="3106"/>
                      <a:pt x="9921" y="3106"/>
                    </a:cubicBezTo>
                    <a:close/>
                    <a:moveTo>
                      <a:pt x="10191" y="3106"/>
                    </a:moveTo>
                    <a:cubicBezTo>
                      <a:pt x="10169" y="3106"/>
                      <a:pt x="10126" y="3127"/>
                      <a:pt x="10126" y="3176"/>
                    </a:cubicBezTo>
                    <a:cubicBezTo>
                      <a:pt x="10126" y="3198"/>
                      <a:pt x="10169" y="3241"/>
                      <a:pt x="10191" y="3241"/>
                    </a:cubicBezTo>
                    <a:cubicBezTo>
                      <a:pt x="10234" y="3241"/>
                      <a:pt x="10261" y="3198"/>
                      <a:pt x="10261" y="3176"/>
                    </a:cubicBezTo>
                    <a:cubicBezTo>
                      <a:pt x="10261" y="3127"/>
                      <a:pt x="10234" y="3106"/>
                      <a:pt x="10191" y="3106"/>
                    </a:cubicBezTo>
                    <a:close/>
                    <a:moveTo>
                      <a:pt x="10461" y="3106"/>
                    </a:moveTo>
                    <a:cubicBezTo>
                      <a:pt x="10439" y="3106"/>
                      <a:pt x="10396" y="3127"/>
                      <a:pt x="10396" y="3176"/>
                    </a:cubicBezTo>
                    <a:cubicBezTo>
                      <a:pt x="10396" y="3198"/>
                      <a:pt x="10439" y="3241"/>
                      <a:pt x="10461" y="3241"/>
                    </a:cubicBezTo>
                    <a:cubicBezTo>
                      <a:pt x="10504" y="3241"/>
                      <a:pt x="10531" y="3198"/>
                      <a:pt x="10531" y="3176"/>
                    </a:cubicBezTo>
                    <a:cubicBezTo>
                      <a:pt x="10531" y="3127"/>
                      <a:pt x="10504" y="3106"/>
                      <a:pt x="10461" y="3106"/>
                    </a:cubicBezTo>
                    <a:close/>
                    <a:moveTo>
                      <a:pt x="10731" y="3106"/>
                    </a:moveTo>
                    <a:cubicBezTo>
                      <a:pt x="10709" y="3106"/>
                      <a:pt x="10666" y="3127"/>
                      <a:pt x="10666" y="3176"/>
                    </a:cubicBezTo>
                    <a:cubicBezTo>
                      <a:pt x="10666" y="3198"/>
                      <a:pt x="10709" y="3241"/>
                      <a:pt x="10731" y="3241"/>
                    </a:cubicBezTo>
                    <a:cubicBezTo>
                      <a:pt x="10774" y="3241"/>
                      <a:pt x="10801" y="3198"/>
                      <a:pt x="10801" y="3176"/>
                    </a:cubicBezTo>
                    <a:cubicBezTo>
                      <a:pt x="10801" y="3127"/>
                      <a:pt x="10774" y="3106"/>
                      <a:pt x="10731" y="3106"/>
                    </a:cubicBezTo>
                    <a:close/>
                    <a:moveTo>
                      <a:pt x="11001" y="3106"/>
                    </a:moveTo>
                    <a:cubicBezTo>
                      <a:pt x="10979" y="3106"/>
                      <a:pt x="10936" y="3127"/>
                      <a:pt x="10936" y="3176"/>
                    </a:cubicBezTo>
                    <a:cubicBezTo>
                      <a:pt x="10936" y="3198"/>
                      <a:pt x="10979" y="3241"/>
                      <a:pt x="11001" y="3241"/>
                    </a:cubicBezTo>
                    <a:cubicBezTo>
                      <a:pt x="11044" y="3241"/>
                      <a:pt x="11071" y="3198"/>
                      <a:pt x="11071" y="3176"/>
                    </a:cubicBezTo>
                    <a:cubicBezTo>
                      <a:pt x="11071" y="3127"/>
                      <a:pt x="11044" y="3106"/>
                      <a:pt x="11001" y="3106"/>
                    </a:cubicBezTo>
                    <a:close/>
                    <a:moveTo>
                      <a:pt x="11271" y="3106"/>
                    </a:moveTo>
                    <a:cubicBezTo>
                      <a:pt x="11249" y="3106"/>
                      <a:pt x="11206" y="3127"/>
                      <a:pt x="11206" y="3176"/>
                    </a:cubicBezTo>
                    <a:cubicBezTo>
                      <a:pt x="11206" y="3198"/>
                      <a:pt x="11249" y="3241"/>
                      <a:pt x="11271" y="3241"/>
                    </a:cubicBezTo>
                    <a:cubicBezTo>
                      <a:pt x="11314" y="3241"/>
                      <a:pt x="11341" y="3198"/>
                      <a:pt x="11341" y="3176"/>
                    </a:cubicBezTo>
                    <a:cubicBezTo>
                      <a:pt x="11341" y="3127"/>
                      <a:pt x="11314" y="3106"/>
                      <a:pt x="11271" y="3106"/>
                    </a:cubicBezTo>
                    <a:close/>
                    <a:moveTo>
                      <a:pt x="11541" y="3106"/>
                    </a:moveTo>
                    <a:cubicBezTo>
                      <a:pt x="11519" y="3106"/>
                      <a:pt x="11476" y="3127"/>
                      <a:pt x="11476" y="3176"/>
                    </a:cubicBezTo>
                    <a:cubicBezTo>
                      <a:pt x="11476" y="3198"/>
                      <a:pt x="11519" y="3241"/>
                      <a:pt x="11541" y="3241"/>
                    </a:cubicBezTo>
                    <a:cubicBezTo>
                      <a:pt x="11584" y="3241"/>
                      <a:pt x="11611" y="3198"/>
                      <a:pt x="11611" y="3176"/>
                    </a:cubicBezTo>
                    <a:cubicBezTo>
                      <a:pt x="11611" y="3127"/>
                      <a:pt x="11584" y="3106"/>
                      <a:pt x="11541" y="3106"/>
                    </a:cubicBezTo>
                    <a:close/>
                    <a:moveTo>
                      <a:pt x="11811" y="3106"/>
                    </a:moveTo>
                    <a:cubicBezTo>
                      <a:pt x="11789" y="3106"/>
                      <a:pt x="11746" y="3127"/>
                      <a:pt x="11746" y="3176"/>
                    </a:cubicBezTo>
                    <a:cubicBezTo>
                      <a:pt x="11746" y="3198"/>
                      <a:pt x="11789" y="3241"/>
                      <a:pt x="11811" y="3241"/>
                    </a:cubicBezTo>
                    <a:cubicBezTo>
                      <a:pt x="11854" y="3241"/>
                      <a:pt x="11881" y="3198"/>
                      <a:pt x="11881" y="3176"/>
                    </a:cubicBezTo>
                    <a:cubicBezTo>
                      <a:pt x="11881" y="3127"/>
                      <a:pt x="11854" y="3106"/>
                      <a:pt x="11811" y="3106"/>
                    </a:cubicBezTo>
                    <a:close/>
                    <a:moveTo>
                      <a:pt x="12081" y="3106"/>
                    </a:moveTo>
                    <a:cubicBezTo>
                      <a:pt x="12059" y="3106"/>
                      <a:pt x="12016" y="3127"/>
                      <a:pt x="12016" y="3176"/>
                    </a:cubicBezTo>
                    <a:cubicBezTo>
                      <a:pt x="12016" y="3198"/>
                      <a:pt x="12059" y="3241"/>
                      <a:pt x="12081" y="3241"/>
                    </a:cubicBezTo>
                    <a:cubicBezTo>
                      <a:pt x="12124" y="3241"/>
                      <a:pt x="12151" y="3198"/>
                      <a:pt x="12151" y="3176"/>
                    </a:cubicBezTo>
                    <a:cubicBezTo>
                      <a:pt x="12151" y="3127"/>
                      <a:pt x="12124" y="3106"/>
                      <a:pt x="12081" y="3106"/>
                    </a:cubicBezTo>
                    <a:close/>
                    <a:moveTo>
                      <a:pt x="12351" y="3106"/>
                    </a:moveTo>
                    <a:cubicBezTo>
                      <a:pt x="12329" y="3106"/>
                      <a:pt x="12286" y="3127"/>
                      <a:pt x="12286" y="3176"/>
                    </a:cubicBezTo>
                    <a:cubicBezTo>
                      <a:pt x="12286" y="3198"/>
                      <a:pt x="12329" y="3241"/>
                      <a:pt x="12351" y="3241"/>
                    </a:cubicBezTo>
                    <a:cubicBezTo>
                      <a:pt x="12394" y="3241"/>
                      <a:pt x="12421" y="3198"/>
                      <a:pt x="12421" y="3176"/>
                    </a:cubicBezTo>
                    <a:cubicBezTo>
                      <a:pt x="12421" y="3127"/>
                      <a:pt x="12394" y="3106"/>
                      <a:pt x="12351" y="3106"/>
                    </a:cubicBezTo>
                    <a:close/>
                    <a:moveTo>
                      <a:pt x="12621" y="3106"/>
                    </a:moveTo>
                    <a:cubicBezTo>
                      <a:pt x="12599" y="3106"/>
                      <a:pt x="12556" y="3127"/>
                      <a:pt x="12556" y="3176"/>
                    </a:cubicBezTo>
                    <a:cubicBezTo>
                      <a:pt x="12556" y="3198"/>
                      <a:pt x="12599" y="3241"/>
                      <a:pt x="12621" y="3241"/>
                    </a:cubicBezTo>
                    <a:cubicBezTo>
                      <a:pt x="12664" y="3241"/>
                      <a:pt x="12691" y="3198"/>
                      <a:pt x="12691" y="3176"/>
                    </a:cubicBezTo>
                    <a:cubicBezTo>
                      <a:pt x="12691" y="3127"/>
                      <a:pt x="12664" y="3106"/>
                      <a:pt x="12621" y="3106"/>
                    </a:cubicBezTo>
                    <a:close/>
                    <a:moveTo>
                      <a:pt x="12891" y="3106"/>
                    </a:moveTo>
                    <a:cubicBezTo>
                      <a:pt x="12869" y="3106"/>
                      <a:pt x="12826" y="3127"/>
                      <a:pt x="12826" y="3176"/>
                    </a:cubicBezTo>
                    <a:cubicBezTo>
                      <a:pt x="12826" y="3198"/>
                      <a:pt x="12869" y="3241"/>
                      <a:pt x="12891" y="3241"/>
                    </a:cubicBezTo>
                    <a:cubicBezTo>
                      <a:pt x="12934" y="3241"/>
                      <a:pt x="12961" y="3198"/>
                      <a:pt x="12961" y="3176"/>
                    </a:cubicBezTo>
                    <a:cubicBezTo>
                      <a:pt x="12961" y="3127"/>
                      <a:pt x="12934" y="3106"/>
                      <a:pt x="12891" y="3106"/>
                    </a:cubicBezTo>
                    <a:close/>
                    <a:moveTo>
                      <a:pt x="13161" y="3106"/>
                    </a:moveTo>
                    <a:cubicBezTo>
                      <a:pt x="13140" y="3106"/>
                      <a:pt x="13096" y="3127"/>
                      <a:pt x="13096" y="3176"/>
                    </a:cubicBezTo>
                    <a:cubicBezTo>
                      <a:pt x="13096" y="3198"/>
                      <a:pt x="13140" y="3241"/>
                      <a:pt x="13161" y="3241"/>
                    </a:cubicBezTo>
                    <a:cubicBezTo>
                      <a:pt x="13204" y="3241"/>
                      <a:pt x="13231" y="3198"/>
                      <a:pt x="13231" y="3176"/>
                    </a:cubicBezTo>
                    <a:cubicBezTo>
                      <a:pt x="13231" y="3127"/>
                      <a:pt x="13204" y="3106"/>
                      <a:pt x="13161" y="3106"/>
                    </a:cubicBezTo>
                    <a:close/>
                    <a:moveTo>
                      <a:pt x="13431" y="3106"/>
                    </a:moveTo>
                    <a:cubicBezTo>
                      <a:pt x="13410" y="3106"/>
                      <a:pt x="13366" y="3127"/>
                      <a:pt x="13366" y="3176"/>
                    </a:cubicBezTo>
                    <a:cubicBezTo>
                      <a:pt x="13366" y="3198"/>
                      <a:pt x="13410" y="3241"/>
                      <a:pt x="13431" y="3241"/>
                    </a:cubicBezTo>
                    <a:cubicBezTo>
                      <a:pt x="13474" y="3241"/>
                      <a:pt x="13501" y="3198"/>
                      <a:pt x="13501" y="3176"/>
                    </a:cubicBezTo>
                    <a:cubicBezTo>
                      <a:pt x="13501" y="3127"/>
                      <a:pt x="13474" y="3106"/>
                      <a:pt x="13431" y="3106"/>
                    </a:cubicBezTo>
                    <a:close/>
                    <a:moveTo>
                      <a:pt x="5509" y="3262"/>
                    </a:moveTo>
                    <a:cubicBezTo>
                      <a:pt x="5466" y="3262"/>
                      <a:pt x="5444" y="3289"/>
                      <a:pt x="5444" y="3333"/>
                    </a:cubicBezTo>
                    <a:cubicBezTo>
                      <a:pt x="5444" y="3376"/>
                      <a:pt x="5466" y="3397"/>
                      <a:pt x="5509" y="3397"/>
                    </a:cubicBezTo>
                    <a:cubicBezTo>
                      <a:pt x="5536" y="3397"/>
                      <a:pt x="5579" y="3376"/>
                      <a:pt x="5579" y="3333"/>
                    </a:cubicBezTo>
                    <a:cubicBezTo>
                      <a:pt x="5579" y="3289"/>
                      <a:pt x="5536" y="3262"/>
                      <a:pt x="5509" y="3262"/>
                    </a:cubicBezTo>
                    <a:close/>
                    <a:moveTo>
                      <a:pt x="5509" y="3532"/>
                    </a:moveTo>
                    <a:cubicBezTo>
                      <a:pt x="5466" y="3532"/>
                      <a:pt x="5444" y="3559"/>
                      <a:pt x="5444" y="3603"/>
                    </a:cubicBezTo>
                    <a:cubicBezTo>
                      <a:pt x="5444" y="3646"/>
                      <a:pt x="5466" y="3667"/>
                      <a:pt x="5509" y="3667"/>
                    </a:cubicBezTo>
                    <a:cubicBezTo>
                      <a:pt x="5536" y="3667"/>
                      <a:pt x="5579" y="3646"/>
                      <a:pt x="5579" y="3603"/>
                    </a:cubicBezTo>
                    <a:cubicBezTo>
                      <a:pt x="5579" y="3559"/>
                      <a:pt x="5536" y="3532"/>
                      <a:pt x="5509" y="3532"/>
                    </a:cubicBezTo>
                    <a:close/>
                    <a:moveTo>
                      <a:pt x="5509" y="3802"/>
                    </a:moveTo>
                    <a:cubicBezTo>
                      <a:pt x="5466" y="3802"/>
                      <a:pt x="5444" y="3829"/>
                      <a:pt x="5444" y="3873"/>
                    </a:cubicBezTo>
                    <a:cubicBezTo>
                      <a:pt x="5444" y="3916"/>
                      <a:pt x="5466" y="3937"/>
                      <a:pt x="5509" y="3937"/>
                    </a:cubicBezTo>
                    <a:cubicBezTo>
                      <a:pt x="5536" y="3937"/>
                      <a:pt x="5579" y="3916"/>
                      <a:pt x="5579" y="3873"/>
                    </a:cubicBezTo>
                    <a:cubicBezTo>
                      <a:pt x="5579" y="3829"/>
                      <a:pt x="5536" y="3802"/>
                      <a:pt x="5509" y="3802"/>
                    </a:cubicBezTo>
                    <a:close/>
                    <a:moveTo>
                      <a:pt x="5509" y="4072"/>
                    </a:moveTo>
                    <a:cubicBezTo>
                      <a:pt x="5466" y="4072"/>
                      <a:pt x="5444" y="4099"/>
                      <a:pt x="5444" y="4143"/>
                    </a:cubicBezTo>
                    <a:cubicBezTo>
                      <a:pt x="5444" y="4186"/>
                      <a:pt x="5466" y="4207"/>
                      <a:pt x="5509" y="4207"/>
                    </a:cubicBezTo>
                    <a:cubicBezTo>
                      <a:pt x="5536" y="4207"/>
                      <a:pt x="5579" y="4186"/>
                      <a:pt x="5579" y="4143"/>
                    </a:cubicBezTo>
                    <a:cubicBezTo>
                      <a:pt x="5579" y="4099"/>
                      <a:pt x="5536" y="4072"/>
                      <a:pt x="5509" y="4072"/>
                    </a:cubicBezTo>
                    <a:close/>
                    <a:moveTo>
                      <a:pt x="5509" y="4342"/>
                    </a:moveTo>
                    <a:cubicBezTo>
                      <a:pt x="5466" y="4342"/>
                      <a:pt x="5444" y="4369"/>
                      <a:pt x="5444" y="4413"/>
                    </a:cubicBezTo>
                    <a:cubicBezTo>
                      <a:pt x="5444" y="4456"/>
                      <a:pt x="5466" y="4477"/>
                      <a:pt x="5509" y="4477"/>
                    </a:cubicBezTo>
                    <a:cubicBezTo>
                      <a:pt x="5536" y="4477"/>
                      <a:pt x="5579" y="4456"/>
                      <a:pt x="5579" y="4413"/>
                    </a:cubicBezTo>
                    <a:cubicBezTo>
                      <a:pt x="5579" y="4369"/>
                      <a:pt x="5536" y="4342"/>
                      <a:pt x="5509" y="4342"/>
                    </a:cubicBezTo>
                    <a:close/>
                    <a:moveTo>
                      <a:pt x="5509" y="4612"/>
                    </a:moveTo>
                    <a:cubicBezTo>
                      <a:pt x="5466" y="4612"/>
                      <a:pt x="5444" y="4639"/>
                      <a:pt x="5444" y="4683"/>
                    </a:cubicBezTo>
                    <a:cubicBezTo>
                      <a:pt x="5444" y="4726"/>
                      <a:pt x="5466" y="4747"/>
                      <a:pt x="5509" y="4747"/>
                    </a:cubicBezTo>
                    <a:cubicBezTo>
                      <a:pt x="5536" y="4747"/>
                      <a:pt x="5579" y="4726"/>
                      <a:pt x="5579" y="4683"/>
                    </a:cubicBezTo>
                    <a:cubicBezTo>
                      <a:pt x="5579" y="4639"/>
                      <a:pt x="5536" y="4612"/>
                      <a:pt x="5509" y="4612"/>
                    </a:cubicBezTo>
                    <a:close/>
                    <a:moveTo>
                      <a:pt x="5509" y="4882"/>
                    </a:moveTo>
                    <a:cubicBezTo>
                      <a:pt x="5466" y="4882"/>
                      <a:pt x="5444" y="4909"/>
                      <a:pt x="5444" y="4953"/>
                    </a:cubicBezTo>
                    <a:cubicBezTo>
                      <a:pt x="5444" y="4996"/>
                      <a:pt x="5466" y="5017"/>
                      <a:pt x="5509" y="5017"/>
                    </a:cubicBezTo>
                    <a:cubicBezTo>
                      <a:pt x="5536" y="5017"/>
                      <a:pt x="5579" y="4996"/>
                      <a:pt x="5579" y="4953"/>
                    </a:cubicBezTo>
                    <a:cubicBezTo>
                      <a:pt x="5579" y="4909"/>
                      <a:pt x="5536" y="4882"/>
                      <a:pt x="5509" y="4882"/>
                    </a:cubicBezTo>
                    <a:close/>
                    <a:moveTo>
                      <a:pt x="5509" y="5152"/>
                    </a:moveTo>
                    <a:cubicBezTo>
                      <a:pt x="5466" y="5152"/>
                      <a:pt x="5444" y="5179"/>
                      <a:pt x="5444" y="5223"/>
                    </a:cubicBezTo>
                    <a:cubicBezTo>
                      <a:pt x="5444" y="5266"/>
                      <a:pt x="5466" y="5287"/>
                      <a:pt x="5509" y="5287"/>
                    </a:cubicBezTo>
                    <a:cubicBezTo>
                      <a:pt x="5536" y="5287"/>
                      <a:pt x="5579" y="5266"/>
                      <a:pt x="5579" y="5223"/>
                    </a:cubicBezTo>
                    <a:cubicBezTo>
                      <a:pt x="5579" y="5179"/>
                      <a:pt x="5536" y="5152"/>
                      <a:pt x="5509" y="5152"/>
                    </a:cubicBezTo>
                    <a:close/>
                    <a:moveTo>
                      <a:pt x="5509" y="5422"/>
                    </a:moveTo>
                    <a:cubicBezTo>
                      <a:pt x="5466" y="5422"/>
                      <a:pt x="5444" y="5449"/>
                      <a:pt x="5444" y="5493"/>
                    </a:cubicBezTo>
                    <a:cubicBezTo>
                      <a:pt x="5444" y="5536"/>
                      <a:pt x="5466" y="5557"/>
                      <a:pt x="5509" y="5557"/>
                    </a:cubicBezTo>
                    <a:cubicBezTo>
                      <a:pt x="5536" y="5557"/>
                      <a:pt x="5579" y="5536"/>
                      <a:pt x="5579" y="5493"/>
                    </a:cubicBezTo>
                    <a:cubicBezTo>
                      <a:pt x="5579" y="5449"/>
                      <a:pt x="5536" y="5422"/>
                      <a:pt x="5509" y="5422"/>
                    </a:cubicBezTo>
                    <a:close/>
                    <a:moveTo>
                      <a:pt x="5509" y="5693"/>
                    </a:moveTo>
                    <a:cubicBezTo>
                      <a:pt x="5466" y="5693"/>
                      <a:pt x="5444" y="5720"/>
                      <a:pt x="5444" y="5763"/>
                    </a:cubicBezTo>
                    <a:cubicBezTo>
                      <a:pt x="5444" y="5806"/>
                      <a:pt x="5466" y="5828"/>
                      <a:pt x="5509" y="5828"/>
                    </a:cubicBezTo>
                    <a:cubicBezTo>
                      <a:pt x="5536" y="5828"/>
                      <a:pt x="5579" y="5806"/>
                      <a:pt x="5579" y="5763"/>
                    </a:cubicBezTo>
                    <a:cubicBezTo>
                      <a:pt x="5579" y="5720"/>
                      <a:pt x="5536" y="5693"/>
                      <a:pt x="5509" y="5693"/>
                    </a:cubicBezTo>
                    <a:close/>
                    <a:moveTo>
                      <a:pt x="5509" y="5963"/>
                    </a:moveTo>
                    <a:cubicBezTo>
                      <a:pt x="5466" y="5963"/>
                      <a:pt x="5444" y="5990"/>
                      <a:pt x="5444" y="6033"/>
                    </a:cubicBezTo>
                    <a:cubicBezTo>
                      <a:pt x="5444" y="6076"/>
                      <a:pt x="5466" y="6098"/>
                      <a:pt x="5509" y="6098"/>
                    </a:cubicBezTo>
                    <a:cubicBezTo>
                      <a:pt x="5536" y="6098"/>
                      <a:pt x="5579" y="6076"/>
                      <a:pt x="5579" y="6033"/>
                    </a:cubicBezTo>
                    <a:cubicBezTo>
                      <a:pt x="5579" y="5990"/>
                      <a:pt x="5536" y="5963"/>
                      <a:pt x="5509" y="5963"/>
                    </a:cubicBezTo>
                    <a:close/>
                    <a:moveTo>
                      <a:pt x="5509" y="6233"/>
                    </a:moveTo>
                    <a:cubicBezTo>
                      <a:pt x="5466" y="6233"/>
                      <a:pt x="5444" y="6260"/>
                      <a:pt x="5444" y="6303"/>
                    </a:cubicBezTo>
                    <a:cubicBezTo>
                      <a:pt x="5444" y="6346"/>
                      <a:pt x="5466" y="6368"/>
                      <a:pt x="5509" y="6368"/>
                    </a:cubicBezTo>
                    <a:cubicBezTo>
                      <a:pt x="5536" y="6368"/>
                      <a:pt x="5579" y="6346"/>
                      <a:pt x="5579" y="6303"/>
                    </a:cubicBezTo>
                    <a:cubicBezTo>
                      <a:pt x="5579" y="6260"/>
                      <a:pt x="5536" y="6233"/>
                      <a:pt x="5509" y="6233"/>
                    </a:cubicBezTo>
                    <a:close/>
                    <a:moveTo>
                      <a:pt x="5509" y="6503"/>
                    </a:moveTo>
                    <a:cubicBezTo>
                      <a:pt x="5466" y="6503"/>
                      <a:pt x="5444" y="6530"/>
                      <a:pt x="5444" y="6573"/>
                    </a:cubicBezTo>
                    <a:cubicBezTo>
                      <a:pt x="5444" y="6616"/>
                      <a:pt x="5466" y="6638"/>
                      <a:pt x="5509" y="6638"/>
                    </a:cubicBezTo>
                    <a:cubicBezTo>
                      <a:pt x="5536" y="6638"/>
                      <a:pt x="5579" y="6616"/>
                      <a:pt x="5579" y="6573"/>
                    </a:cubicBezTo>
                    <a:cubicBezTo>
                      <a:pt x="5579" y="6530"/>
                      <a:pt x="5536" y="6503"/>
                      <a:pt x="5509" y="6503"/>
                    </a:cubicBezTo>
                    <a:close/>
                    <a:moveTo>
                      <a:pt x="5509" y="6773"/>
                    </a:moveTo>
                    <a:cubicBezTo>
                      <a:pt x="5466" y="6773"/>
                      <a:pt x="5444" y="6800"/>
                      <a:pt x="5444" y="6843"/>
                    </a:cubicBezTo>
                    <a:cubicBezTo>
                      <a:pt x="5444" y="6886"/>
                      <a:pt x="5466" y="6908"/>
                      <a:pt x="5509" y="6908"/>
                    </a:cubicBezTo>
                    <a:cubicBezTo>
                      <a:pt x="5536" y="6908"/>
                      <a:pt x="5579" y="6886"/>
                      <a:pt x="5579" y="6843"/>
                    </a:cubicBezTo>
                    <a:cubicBezTo>
                      <a:pt x="5579" y="6800"/>
                      <a:pt x="5536" y="6773"/>
                      <a:pt x="5509" y="6773"/>
                    </a:cubicBezTo>
                    <a:close/>
                    <a:moveTo>
                      <a:pt x="5509" y="7043"/>
                    </a:moveTo>
                    <a:cubicBezTo>
                      <a:pt x="5466" y="7043"/>
                      <a:pt x="5444" y="7070"/>
                      <a:pt x="5444" y="7113"/>
                    </a:cubicBezTo>
                    <a:cubicBezTo>
                      <a:pt x="5444" y="7156"/>
                      <a:pt x="5466" y="7178"/>
                      <a:pt x="5509" y="7178"/>
                    </a:cubicBezTo>
                    <a:cubicBezTo>
                      <a:pt x="5536" y="7178"/>
                      <a:pt x="5579" y="7156"/>
                      <a:pt x="5579" y="7113"/>
                    </a:cubicBezTo>
                    <a:cubicBezTo>
                      <a:pt x="5579" y="7070"/>
                      <a:pt x="5536" y="7043"/>
                      <a:pt x="5509" y="7043"/>
                    </a:cubicBezTo>
                    <a:close/>
                    <a:moveTo>
                      <a:pt x="5509" y="7313"/>
                    </a:moveTo>
                    <a:cubicBezTo>
                      <a:pt x="5466" y="7313"/>
                      <a:pt x="5444" y="7340"/>
                      <a:pt x="5444" y="7383"/>
                    </a:cubicBezTo>
                    <a:cubicBezTo>
                      <a:pt x="5444" y="7426"/>
                      <a:pt x="5466" y="7448"/>
                      <a:pt x="5509" y="7448"/>
                    </a:cubicBezTo>
                    <a:cubicBezTo>
                      <a:pt x="5536" y="7448"/>
                      <a:pt x="5579" y="7426"/>
                      <a:pt x="5579" y="7383"/>
                    </a:cubicBezTo>
                    <a:cubicBezTo>
                      <a:pt x="5579" y="7340"/>
                      <a:pt x="5536" y="7313"/>
                      <a:pt x="5509" y="7313"/>
                    </a:cubicBezTo>
                    <a:close/>
                    <a:moveTo>
                      <a:pt x="5509" y="7583"/>
                    </a:moveTo>
                    <a:cubicBezTo>
                      <a:pt x="5466" y="7583"/>
                      <a:pt x="5444" y="7610"/>
                      <a:pt x="5444" y="7653"/>
                    </a:cubicBezTo>
                    <a:cubicBezTo>
                      <a:pt x="5444" y="7696"/>
                      <a:pt x="5466" y="7718"/>
                      <a:pt x="5509" y="7718"/>
                    </a:cubicBezTo>
                    <a:cubicBezTo>
                      <a:pt x="5536" y="7718"/>
                      <a:pt x="5579" y="7696"/>
                      <a:pt x="5579" y="7653"/>
                    </a:cubicBezTo>
                    <a:cubicBezTo>
                      <a:pt x="5579" y="7610"/>
                      <a:pt x="5536" y="7583"/>
                      <a:pt x="5509" y="7583"/>
                    </a:cubicBezTo>
                    <a:close/>
                    <a:moveTo>
                      <a:pt x="5509" y="7853"/>
                    </a:moveTo>
                    <a:cubicBezTo>
                      <a:pt x="5466" y="7853"/>
                      <a:pt x="5444" y="7880"/>
                      <a:pt x="5444" y="7923"/>
                    </a:cubicBezTo>
                    <a:cubicBezTo>
                      <a:pt x="5444" y="7966"/>
                      <a:pt x="5466" y="7988"/>
                      <a:pt x="5509" y="7988"/>
                    </a:cubicBezTo>
                    <a:cubicBezTo>
                      <a:pt x="5536" y="7988"/>
                      <a:pt x="5579" y="7966"/>
                      <a:pt x="5579" y="7923"/>
                    </a:cubicBezTo>
                    <a:cubicBezTo>
                      <a:pt x="5579" y="7880"/>
                      <a:pt x="5536" y="7853"/>
                      <a:pt x="5509" y="7853"/>
                    </a:cubicBezTo>
                    <a:close/>
                    <a:moveTo>
                      <a:pt x="5509" y="8123"/>
                    </a:moveTo>
                    <a:cubicBezTo>
                      <a:pt x="5466" y="8123"/>
                      <a:pt x="5444" y="8150"/>
                      <a:pt x="5444" y="8193"/>
                    </a:cubicBezTo>
                    <a:cubicBezTo>
                      <a:pt x="5444" y="8236"/>
                      <a:pt x="5466" y="8258"/>
                      <a:pt x="5509" y="8258"/>
                    </a:cubicBezTo>
                    <a:cubicBezTo>
                      <a:pt x="5536" y="8258"/>
                      <a:pt x="5579" y="8236"/>
                      <a:pt x="5579" y="8193"/>
                    </a:cubicBezTo>
                    <a:cubicBezTo>
                      <a:pt x="5579" y="8150"/>
                      <a:pt x="5536" y="8123"/>
                      <a:pt x="5509" y="8123"/>
                    </a:cubicBezTo>
                    <a:close/>
                    <a:moveTo>
                      <a:pt x="5509" y="8393"/>
                    </a:moveTo>
                    <a:cubicBezTo>
                      <a:pt x="5466" y="8393"/>
                      <a:pt x="5444" y="8420"/>
                      <a:pt x="5444" y="8463"/>
                    </a:cubicBezTo>
                    <a:cubicBezTo>
                      <a:pt x="5444" y="8506"/>
                      <a:pt x="5466" y="8528"/>
                      <a:pt x="5509" y="8528"/>
                    </a:cubicBezTo>
                    <a:cubicBezTo>
                      <a:pt x="5536" y="8528"/>
                      <a:pt x="5579" y="8506"/>
                      <a:pt x="5579" y="8463"/>
                    </a:cubicBezTo>
                    <a:cubicBezTo>
                      <a:pt x="5579" y="8420"/>
                      <a:pt x="5536" y="8393"/>
                      <a:pt x="5509" y="8393"/>
                    </a:cubicBezTo>
                    <a:close/>
                    <a:moveTo>
                      <a:pt x="5509" y="8663"/>
                    </a:moveTo>
                    <a:cubicBezTo>
                      <a:pt x="5466" y="8663"/>
                      <a:pt x="5444" y="8690"/>
                      <a:pt x="5444" y="8733"/>
                    </a:cubicBezTo>
                    <a:cubicBezTo>
                      <a:pt x="5444" y="8776"/>
                      <a:pt x="5466" y="8798"/>
                      <a:pt x="5509" y="8798"/>
                    </a:cubicBezTo>
                    <a:cubicBezTo>
                      <a:pt x="5536" y="8798"/>
                      <a:pt x="5579" y="8776"/>
                      <a:pt x="5579" y="8733"/>
                    </a:cubicBezTo>
                    <a:cubicBezTo>
                      <a:pt x="5579" y="8690"/>
                      <a:pt x="5536" y="8663"/>
                      <a:pt x="5509" y="8663"/>
                    </a:cubicBezTo>
                    <a:close/>
                    <a:moveTo>
                      <a:pt x="5509" y="8933"/>
                    </a:moveTo>
                    <a:cubicBezTo>
                      <a:pt x="5466" y="8933"/>
                      <a:pt x="5444" y="8960"/>
                      <a:pt x="5444" y="9003"/>
                    </a:cubicBezTo>
                    <a:cubicBezTo>
                      <a:pt x="5444" y="9046"/>
                      <a:pt x="5466" y="9068"/>
                      <a:pt x="5509" y="9068"/>
                    </a:cubicBezTo>
                    <a:cubicBezTo>
                      <a:pt x="5536" y="9068"/>
                      <a:pt x="5579" y="9046"/>
                      <a:pt x="5579" y="9003"/>
                    </a:cubicBezTo>
                    <a:cubicBezTo>
                      <a:pt x="5579" y="8960"/>
                      <a:pt x="5536" y="8933"/>
                      <a:pt x="5509" y="8933"/>
                    </a:cubicBezTo>
                    <a:close/>
                    <a:moveTo>
                      <a:pt x="5509" y="9203"/>
                    </a:moveTo>
                    <a:cubicBezTo>
                      <a:pt x="5466" y="9203"/>
                      <a:pt x="5444" y="9230"/>
                      <a:pt x="5444" y="9273"/>
                    </a:cubicBezTo>
                    <a:cubicBezTo>
                      <a:pt x="5444" y="9316"/>
                      <a:pt x="5466" y="9338"/>
                      <a:pt x="5509" y="9338"/>
                    </a:cubicBezTo>
                    <a:cubicBezTo>
                      <a:pt x="5536" y="9338"/>
                      <a:pt x="5579" y="9316"/>
                      <a:pt x="5579" y="9273"/>
                    </a:cubicBezTo>
                    <a:cubicBezTo>
                      <a:pt x="5579" y="9230"/>
                      <a:pt x="5536" y="9203"/>
                      <a:pt x="5509" y="9203"/>
                    </a:cubicBezTo>
                    <a:close/>
                    <a:moveTo>
                      <a:pt x="5509" y="9473"/>
                    </a:moveTo>
                    <a:cubicBezTo>
                      <a:pt x="5466" y="9473"/>
                      <a:pt x="5444" y="9500"/>
                      <a:pt x="5444" y="9543"/>
                    </a:cubicBezTo>
                    <a:cubicBezTo>
                      <a:pt x="5444" y="9586"/>
                      <a:pt x="5466" y="9608"/>
                      <a:pt x="5509" y="9608"/>
                    </a:cubicBezTo>
                    <a:cubicBezTo>
                      <a:pt x="5536" y="9608"/>
                      <a:pt x="5579" y="9586"/>
                      <a:pt x="5579" y="9543"/>
                    </a:cubicBezTo>
                    <a:cubicBezTo>
                      <a:pt x="5579" y="9500"/>
                      <a:pt x="5536" y="9473"/>
                      <a:pt x="5509" y="9473"/>
                    </a:cubicBezTo>
                    <a:close/>
                    <a:moveTo>
                      <a:pt x="5509" y="9743"/>
                    </a:moveTo>
                    <a:cubicBezTo>
                      <a:pt x="5466" y="9743"/>
                      <a:pt x="5444" y="9770"/>
                      <a:pt x="5444" y="9813"/>
                    </a:cubicBezTo>
                    <a:cubicBezTo>
                      <a:pt x="5444" y="9856"/>
                      <a:pt x="5466" y="9878"/>
                      <a:pt x="5509" y="9878"/>
                    </a:cubicBezTo>
                    <a:cubicBezTo>
                      <a:pt x="5536" y="9878"/>
                      <a:pt x="5579" y="9856"/>
                      <a:pt x="5579" y="9813"/>
                    </a:cubicBezTo>
                    <a:cubicBezTo>
                      <a:pt x="5579" y="9770"/>
                      <a:pt x="5536" y="9743"/>
                      <a:pt x="5509" y="9743"/>
                    </a:cubicBezTo>
                    <a:close/>
                    <a:moveTo>
                      <a:pt x="5509" y="10013"/>
                    </a:moveTo>
                    <a:cubicBezTo>
                      <a:pt x="5466" y="10013"/>
                      <a:pt x="5444" y="10040"/>
                      <a:pt x="5444" y="10083"/>
                    </a:cubicBezTo>
                    <a:cubicBezTo>
                      <a:pt x="5444" y="10126"/>
                      <a:pt x="5466" y="10148"/>
                      <a:pt x="5509" y="10148"/>
                    </a:cubicBezTo>
                    <a:cubicBezTo>
                      <a:pt x="5536" y="10148"/>
                      <a:pt x="5579" y="10126"/>
                      <a:pt x="5579" y="10083"/>
                    </a:cubicBezTo>
                    <a:cubicBezTo>
                      <a:pt x="5579" y="10040"/>
                      <a:pt x="5536" y="10013"/>
                      <a:pt x="5509" y="10013"/>
                    </a:cubicBezTo>
                    <a:close/>
                    <a:moveTo>
                      <a:pt x="5509" y="10283"/>
                    </a:moveTo>
                    <a:cubicBezTo>
                      <a:pt x="5466" y="10283"/>
                      <a:pt x="5444" y="10310"/>
                      <a:pt x="5444" y="10353"/>
                    </a:cubicBezTo>
                    <a:cubicBezTo>
                      <a:pt x="5444" y="10396"/>
                      <a:pt x="5466" y="10418"/>
                      <a:pt x="5509" y="10418"/>
                    </a:cubicBezTo>
                    <a:cubicBezTo>
                      <a:pt x="5536" y="10418"/>
                      <a:pt x="5579" y="10396"/>
                      <a:pt x="5579" y="10353"/>
                    </a:cubicBezTo>
                    <a:cubicBezTo>
                      <a:pt x="5579" y="10310"/>
                      <a:pt x="5536" y="10283"/>
                      <a:pt x="5509" y="10283"/>
                    </a:cubicBezTo>
                    <a:close/>
                    <a:moveTo>
                      <a:pt x="5509" y="10553"/>
                    </a:moveTo>
                    <a:cubicBezTo>
                      <a:pt x="5466" y="10553"/>
                      <a:pt x="5444" y="10580"/>
                      <a:pt x="5444" y="10623"/>
                    </a:cubicBezTo>
                    <a:cubicBezTo>
                      <a:pt x="5444" y="10666"/>
                      <a:pt x="5466" y="10688"/>
                      <a:pt x="5509" y="10688"/>
                    </a:cubicBezTo>
                    <a:cubicBezTo>
                      <a:pt x="5536" y="10688"/>
                      <a:pt x="5579" y="10666"/>
                      <a:pt x="5579" y="10623"/>
                    </a:cubicBezTo>
                    <a:cubicBezTo>
                      <a:pt x="5579" y="10580"/>
                      <a:pt x="5536" y="10553"/>
                      <a:pt x="5509" y="10553"/>
                    </a:cubicBezTo>
                    <a:close/>
                    <a:moveTo>
                      <a:pt x="5509" y="10823"/>
                    </a:moveTo>
                    <a:cubicBezTo>
                      <a:pt x="5466" y="10823"/>
                      <a:pt x="5444" y="10850"/>
                      <a:pt x="5444" y="10893"/>
                    </a:cubicBezTo>
                    <a:cubicBezTo>
                      <a:pt x="5444" y="10936"/>
                      <a:pt x="5466" y="10958"/>
                      <a:pt x="5509" y="10958"/>
                    </a:cubicBezTo>
                    <a:cubicBezTo>
                      <a:pt x="5536" y="10958"/>
                      <a:pt x="5579" y="10936"/>
                      <a:pt x="5579" y="10893"/>
                    </a:cubicBezTo>
                    <a:cubicBezTo>
                      <a:pt x="5579" y="10850"/>
                      <a:pt x="5536" y="10823"/>
                      <a:pt x="5509" y="10823"/>
                    </a:cubicBezTo>
                    <a:close/>
                    <a:moveTo>
                      <a:pt x="5509" y="11093"/>
                    </a:moveTo>
                    <a:cubicBezTo>
                      <a:pt x="5466" y="11093"/>
                      <a:pt x="5444" y="11120"/>
                      <a:pt x="5444" y="11163"/>
                    </a:cubicBezTo>
                    <a:cubicBezTo>
                      <a:pt x="5444" y="11206"/>
                      <a:pt x="5466" y="11228"/>
                      <a:pt x="5509" y="11228"/>
                    </a:cubicBezTo>
                    <a:cubicBezTo>
                      <a:pt x="5536" y="11228"/>
                      <a:pt x="5579" y="11206"/>
                      <a:pt x="5579" y="11163"/>
                    </a:cubicBezTo>
                    <a:cubicBezTo>
                      <a:pt x="5579" y="11120"/>
                      <a:pt x="5536" y="11093"/>
                      <a:pt x="5509" y="11093"/>
                    </a:cubicBezTo>
                    <a:close/>
                    <a:moveTo>
                      <a:pt x="5509" y="11363"/>
                    </a:moveTo>
                    <a:cubicBezTo>
                      <a:pt x="5466" y="11363"/>
                      <a:pt x="5444" y="11390"/>
                      <a:pt x="5444" y="11433"/>
                    </a:cubicBezTo>
                    <a:cubicBezTo>
                      <a:pt x="5444" y="11476"/>
                      <a:pt x="5466" y="11498"/>
                      <a:pt x="5509" y="11498"/>
                    </a:cubicBezTo>
                    <a:cubicBezTo>
                      <a:pt x="5536" y="11498"/>
                      <a:pt x="5579" y="11476"/>
                      <a:pt x="5579" y="11433"/>
                    </a:cubicBezTo>
                    <a:cubicBezTo>
                      <a:pt x="5579" y="11390"/>
                      <a:pt x="5536" y="11363"/>
                      <a:pt x="5509" y="11363"/>
                    </a:cubicBezTo>
                    <a:close/>
                    <a:moveTo>
                      <a:pt x="5509" y="11633"/>
                    </a:moveTo>
                    <a:cubicBezTo>
                      <a:pt x="5466" y="11633"/>
                      <a:pt x="5444" y="11660"/>
                      <a:pt x="5444" y="11703"/>
                    </a:cubicBezTo>
                    <a:cubicBezTo>
                      <a:pt x="5444" y="11746"/>
                      <a:pt x="5466" y="11768"/>
                      <a:pt x="5509" y="11768"/>
                    </a:cubicBezTo>
                    <a:cubicBezTo>
                      <a:pt x="5536" y="11768"/>
                      <a:pt x="5579" y="11746"/>
                      <a:pt x="5579" y="11703"/>
                    </a:cubicBezTo>
                    <a:cubicBezTo>
                      <a:pt x="5579" y="11660"/>
                      <a:pt x="5536" y="11633"/>
                      <a:pt x="5509" y="11633"/>
                    </a:cubicBezTo>
                    <a:close/>
                    <a:moveTo>
                      <a:pt x="5509" y="11903"/>
                    </a:moveTo>
                    <a:cubicBezTo>
                      <a:pt x="5466" y="11903"/>
                      <a:pt x="5444" y="11930"/>
                      <a:pt x="5444" y="11973"/>
                    </a:cubicBezTo>
                    <a:cubicBezTo>
                      <a:pt x="5444" y="12016"/>
                      <a:pt x="5466" y="12038"/>
                      <a:pt x="5509" y="12038"/>
                    </a:cubicBezTo>
                    <a:cubicBezTo>
                      <a:pt x="5536" y="12038"/>
                      <a:pt x="5579" y="12016"/>
                      <a:pt x="5579" y="11973"/>
                    </a:cubicBezTo>
                    <a:cubicBezTo>
                      <a:pt x="5579" y="11930"/>
                      <a:pt x="5536" y="11903"/>
                      <a:pt x="5509" y="11903"/>
                    </a:cubicBezTo>
                    <a:close/>
                    <a:moveTo>
                      <a:pt x="5509" y="12173"/>
                    </a:moveTo>
                    <a:cubicBezTo>
                      <a:pt x="5466" y="12173"/>
                      <a:pt x="5444" y="12200"/>
                      <a:pt x="5444" y="12243"/>
                    </a:cubicBezTo>
                    <a:cubicBezTo>
                      <a:pt x="5444" y="12286"/>
                      <a:pt x="5466" y="12308"/>
                      <a:pt x="5509" y="12308"/>
                    </a:cubicBezTo>
                    <a:cubicBezTo>
                      <a:pt x="5536" y="12308"/>
                      <a:pt x="5579" y="12286"/>
                      <a:pt x="5579" y="12243"/>
                    </a:cubicBezTo>
                    <a:cubicBezTo>
                      <a:pt x="5579" y="12200"/>
                      <a:pt x="5536" y="12173"/>
                      <a:pt x="5509" y="12173"/>
                    </a:cubicBezTo>
                    <a:close/>
                    <a:moveTo>
                      <a:pt x="5509" y="12443"/>
                    </a:moveTo>
                    <a:cubicBezTo>
                      <a:pt x="5466" y="12443"/>
                      <a:pt x="5444" y="12470"/>
                      <a:pt x="5444" y="12513"/>
                    </a:cubicBezTo>
                    <a:cubicBezTo>
                      <a:pt x="5444" y="12556"/>
                      <a:pt x="5466" y="12578"/>
                      <a:pt x="5509" y="12578"/>
                    </a:cubicBezTo>
                    <a:cubicBezTo>
                      <a:pt x="5536" y="12578"/>
                      <a:pt x="5579" y="12556"/>
                      <a:pt x="5579" y="12513"/>
                    </a:cubicBezTo>
                    <a:cubicBezTo>
                      <a:pt x="5579" y="12470"/>
                      <a:pt x="5536" y="12443"/>
                      <a:pt x="5509" y="12443"/>
                    </a:cubicBezTo>
                    <a:close/>
                    <a:moveTo>
                      <a:pt x="5509" y="12713"/>
                    </a:moveTo>
                    <a:cubicBezTo>
                      <a:pt x="5466" y="12713"/>
                      <a:pt x="5444" y="12740"/>
                      <a:pt x="5444" y="12783"/>
                    </a:cubicBezTo>
                    <a:cubicBezTo>
                      <a:pt x="5444" y="12826"/>
                      <a:pt x="5466" y="12848"/>
                      <a:pt x="5509" y="12848"/>
                    </a:cubicBezTo>
                    <a:cubicBezTo>
                      <a:pt x="5536" y="12848"/>
                      <a:pt x="5579" y="12826"/>
                      <a:pt x="5579" y="12783"/>
                    </a:cubicBezTo>
                    <a:cubicBezTo>
                      <a:pt x="5579" y="12740"/>
                      <a:pt x="5536" y="12713"/>
                      <a:pt x="5509" y="12713"/>
                    </a:cubicBezTo>
                    <a:close/>
                    <a:moveTo>
                      <a:pt x="5509" y="12983"/>
                    </a:moveTo>
                    <a:cubicBezTo>
                      <a:pt x="5466" y="12983"/>
                      <a:pt x="5444" y="13010"/>
                      <a:pt x="5444" y="13053"/>
                    </a:cubicBezTo>
                    <a:cubicBezTo>
                      <a:pt x="5444" y="13096"/>
                      <a:pt x="5466" y="13118"/>
                      <a:pt x="5509" y="13118"/>
                    </a:cubicBezTo>
                    <a:cubicBezTo>
                      <a:pt x="5536" y="13118"/>
                      <a:pt x="5579" y="13096"/>
                      <a:pt x="5579" y="13053"/>
                    </a:cubicBezTo>
                    <a:cubicBezTo>
                      <a:pt x="5579" y="13010"/>
                      <a:pt x="5536" y="12983"/>
                      <a:pt x="5509" y="12983"/>
                    </a:cubicBezTo>
                    <a:close/>
                    <a:moveTo>
                      <a:pt x="5509" y="13253"/>
                    </a:moveTo>
                    <a:cubicBezTo>
                      <a:pt x="5466" y="13253"/>
                      <a:pt x="5444" y="13280"/>
                      <a:pt x="5444" y="13323"/>
                    </a:cubicBezTo>
                    <a:cubicBezTo>
                      <a:pt x="5444" y="13366"/>
                      <a:pt x="5466" y="13388"/>
                      <a:pt x="5509" y="13388"/>
                    </a:cubicBezTo>
                    <a:cubicBezTo>
                      <a:pt x="5536" y="13388"/>
                      <a:pt x="5579" y="13366"/>
                      <a:pt x="5579" y="13323"/>
                    </a:cubicBezTo>
                    <a:cubicBezTo>
                      <a:pt x="5579" y="13280"/>
                      <a:pt x="5536" y="13253"/>
                      <a:pt x="5509" y="13253"/>
                    </a:cubicBezTo>
                    <a:close/>
                    <a:moveTo>
                      <a:pt x="5509" y="13523"/>
                    </a:moveTo>
                    <a:cubicBezTo>
                      <a:pt x="5466" y="13523"/>
                      <a:pt x="5444" y="13550"/>
                      <a:pt x="5444" y="13593"/>
                    </a:cubicBezTo>
                    <a:cubicBezTo>
                      <a:pt x="5444" y="13636"/>
                      <a:pt x="5466" y="13658"/>
                      <a:pt x="5509" y="13658"/>
                    </a:cubicBezTo>
                    <a:cubicBezTo>
                      <a:pt x="5536" y="13658"/>
                      <a:pt x="5579" y="13636"/>
                      <a:pt x="5579" y="13593"/>
                    </a:cubicBezTo>
                    <a:cubicBezTo>
                      <a:pt x="5579" y="13550"/>
                      <a:pt x="5536" y="13523"/>
                      <a:pt x="5509" y="13523"/>
                    </a:cubicBezTo>
                    <a:close/>
                    <a:moveTo>
                      <a:pt x="5509" y="13793"/>
                    </a:moveTo>
                    <a:cubicBezTo>
                      <a:pt x="5466" y="13793"/>
                      <a:pt x="5444" y="13820"/>
                      <a:pt x="5444" y="13863"/>
                    </a:cubicBezTo>
                    <a:cubicBezTo>
                      <a:pt x="5444" y="13906"/>
                      <a:pt x="5466" y="13928"/>
                      <a:pt x="5509" y="13928"/>
                    </a:cubicBezTo>
                    <a:cubicBezTo>
                      <a:pt x="5536" y="13928"/>
                      <a:pt x="5579" y="13906"/>
                      <a:pt x="5579" y="13863"/>
                    </a:cubicBezTo>
                    <a:cubicBezTo>
                      <a:pt x="5579" y="13820"/>
                      <a:pt x="5536" y="13793"/>
                      <a:pt x="5509" y="13793"/>
                    </a:cubicBezTo>
                    <a:close/>
                    <a:moveTo>
                      <a:pt x="5509" y="14063"/>
                    </a:moveTo>
                    <a:cubicBezTo>
                      <a:pt x="5466" y="14063"/>
                      <a:pt x="5444" y="14090"/>
                      <a:pt x="5444" y="14133"/>
                    </a:cubicBezTo>
                    <a:cubicBezTo>
                      <a:pt x="5444" y="14176"/>
                      <a:pt x="5466" y="14198"/>
                      <a:pt x="5509" y="14198"/>
                    </a:cubicBezTo>
                    <a:cubicBezTo>
                      <a:pt x="5536" y="14198"/>
                      <a:pt x="5579" y="14176"/>
                      <a:pt x="5579" y="14133"/>
                    </a:cubicBezTo>
                    <a:cubicBezTo>
                      <a:pt x="5579" y="14090"/>
                      <a:pt x="5536" y="14063"/>
                      <a:pt x="5509" y="14063"/>
                    </a:cubicBezTo>
                    <a:close/>
                    <a:moveTo>
                      <a:pt x="5509" y="14333"/>
                    </a:moveTo>
                    <a:cubicBezTo>
                      <a:pt x="5466" y="14333"/>
                      <a:pt x="5444" y="14360"/>
                      <a:pt x="5444" y="14403"/>
                    </a:cubicBezTo>
                    <a:cubicBezTo>
                      <a:pt x="5444" y="14446"/>
                      <a:pt x="5466" y="14468"/>
                      <a:pt x="5509" y="14468"/>
                    </a:cubicBezTo>
                    <a:cubicBezTo>
                      <a:pt x="5536" y="14468"/>
                      <a:pt x="5579" y="14446"/>
                      <a:pt x="5579" y="14403"/>
                    </a:cubicBezTo>
                    <a:cubicBezTo>
                      <a:pt x="5579" y="14360"/>
                      <a:pt x="5536" y="14333"/>
                      <a:pt x="5509" y="14333"/>
                    </a:cubicBezTo>
                    <a:close/>
                    <a:moveTo>
                      <a:pt x="5509" y="14603"/>
                    </a:moveTo>
                    <a:cubicBezTo>
                      <a:pt x="5466" y="14603"/>
                      <a:pt x="5444" y="14630"/>
                      <a:pt x="5444" y="14673"/>
                    </a:cubicBezTo>
                    <a:cubicBezTo>
                      <a:pt x="5444" y="14716"/>
                      <a:pt x="5466" y="14738"/>
                      <a:pt x="5509" y="14738"/>
                    </a:cubicBezTo>
                    <a:cubicBezTo>
                      <a:pt x="5536" y="14738"/>
                      <a:pt x="5579" y="14716"/>
                      <a:pt x="5579" y="14673"/>
                    </a:cubicBezTo>
                    <a:cubicBezTo>
                      <a:pt x="5579" y="14630"/>
                      <a:pt x="5536" y="14603"/>
                      <a:pt x="5509" y="14603"/>
                    </a:cubicBezTo>
                    <a:close/>
                    <a:moveTo>
                      <a:pt x="5509" y="14873"/>
                    </a:moveTo>
                    <a:cubicBezTo>
                      <a:pt x="5466" y="14873"/>
                      <a:pt x="5444" y="14900"/>
                      <a:pt x="5444" y="14943"/>
                    </a:cubicBezTo>
                    <a:cubicBezTo>
                      <a:pt x="5444" y="14986"/>
                      <a:pt x="5466" y="15008"/>
                      <a:pt x="5509" y="15008"/>
                    </a:cubicBezTo>
                    <a:cubicBezTo>
                      <a:pt x="5536" y="15008"/>
                      <a:pt x="5579" y="14986"/>
                      <a:pt x="5579" y="14943"/>
                    </a:cubicBezTo>
                    <a:cubicBezTo>
                      <a:pt x="5579" y="14900"/>
                      <a:pt x="5536" y="14873"/>
                      <a:pt x="5509" y="14873"/>
                    </a:cubicBezTo>
                    <a:close/>
                    <a:moveTo>
                      <a:pt x="5509" y="15143"/>
                    </a:moveTo>
                    <a:cubicBezTo>
                      <a:pt x="5466" y="15143"/>
                      <a:pt x="5444" y="15170"/>
                      <a:pt x="5444" y="15213"/>
                    </a:cubicBezTo>
                    <a:cubicBezTo>
                      <a:pt x="5444" y="15256"/>
                      <a:pt x="5466" y="15278"/>
                      <a:pt x="5509" y="15278"/>
                    </a:cubicBezTo>
                    <a:cubicBezTo>
                      <a:pt x="5536" y="15278"/>
                      <a:pt x="5579" y="15256"/>
                      <a:pt x="5579" y="15213"/>
                    </a:cubicBezTo>
                    <a:cubicBezTo>
                      <a:pt x="5579" y="15170"/>
                      <a:pt x="5536" y="15143"/>
                      <a:pt x="5509" y="15143"/>
                    </a:cubicBezTo>
                    <a:close/>
                    <a:moveTo>
                      <a:pt x="5509" y="15413"/>
                    </a:moveTo>
                    <a:cubicBezTo>
                      <a:pt x="5466" y="15413"/>
                      <a:pt x="5444" y="15440"/>
                      <a:pt x="5444" y="15483"/>
                    </a:cubicBezTo>
                    <a:cubicBezTo>
                      <a:pt x="5444" y="15526"/>
                      <a:pt x="5466" y="15548"/>
                      <a:pt x="5509" y="15548"/>
                    </a:cubicBezTo>
                    <a:cubicBezTo>
                      <a:pt x="5536" y="15548"/>
                      <a:pt x="5579" y="15526"/>
                      <a:pt x="5579" y="15483"/>
                    </a:cubicBezTo>
                    <a:cubicBezTo>
                      <a:pt x="5579" y="15440"/>
                      <a:pt x="5536" y="15413"/>
                      <a:pt x="5509" y="15413"/>
                    </a:cubicBezTo>
                    <a:close/>
                    <a:moveTo>
                      <a:pt x="5509" y="15683"/>
                    </a:moveTo>
                    <a:cubicBezTo>
                      <a:pt x="5466" y="15683"/>
                      <a:pt x="5444" y="15710"/>
                      <a:pt x="5444" y="15753"/>
                    </a:cubicBezTo>
                    <a:cubicBezTo>
                      <a:pt x="5444" y="15796"/>
                      <a:pt x="5466" y="15818"/>
                      <a:pt x="5509" y="15818"/>
                    </a:cubicBezTo>
                    <a:cubicBezTo>
                      <a:pt x="5536" y="15818"/>
                      <a:pt x="5579" y="15796"/>
                      <a:pt x="5579" y="15753"/>
                    </a:cubicBezTo>
                    <a:cubicBezTo>
                      <a:pt x="5579" y="15710"/>
                      <a:pt x="5536" y="15683"/>
                      <a:pt x="5509" y="15683"/>
                    </a:cubicBezTo>
                    <a:close/>
                    <a:moveTo>
                      <a:pt x="5509" y="15953"/>
                    </a:moveTo>
                    <a:cubicBezTo>
                      <a:pt x="5466" y="15953"/>
                      <a:pt x="5444" y="15980"/>
                      <a:pt x="5444" y="16023"/>
                    </a:cubicBezTo>
                    <a:cubicBezTo>
                      <a:pt x="5444" y="16066"/>
                      <a:pt x="5466" y="16088"/>
                      <a:pt x="5509" y="16088"/>
                    </a:cubicBezTo>
                    <a:cubicBezTo>
                      <a:pt x="5536" y="16088"/>
                      <a:pt x="5579" y="16066"/>
                      <a:pt x="5579" y="16023"/>
                    </a:cubicBezTo>
                    <a:cubicBezTo>
                      <a:pt x="5579" y="15980"/>
                      <a:pt x="5536" y="15953"/>
                      <a:pt x="5509" y="15953"/>
                    </a:cubicBezTo>
                    <a:close/>
                    <a:moveTo>
                      <a:pt x="5509" y="16223"/>
                    </a:moveTo>
                    <a:cubicBezTo>
                      <a:pt x="5466" y="16223"/>
                      <a:pt x="5444" y="16250"/>
                      <a:pt x="5444" y="16293"/>
                    </a:cubicBezTo>
                    <a:cubicBezTo>
                      <a:pt x="5444" y="16336"/>
                      <a:pt x="5466" y="16358"/>
                      <a:pt x="5509" y="16358"/>
                    </a:cubicBezTo>
                    <a:cubicBezTo>
                      <a:pt x="5536" y="16358"/>
                      <a:pt x="5579" y="16336"/>
                      <a:pt x="5579" y="16293"/>
                    </a:cubicBezTo>
                    <a:cubicBezTo>
                      <a:pt x="5579" y="16250"/>
                      <a:pt x="5536" y="16223"/>
                      <a:pt x="5509" y="16223"/>
                    </a:cubicBezTo>
                    <a:close/>
                    <a:moveTo>
                      <a:pt x="5509" y="16493"/>
                    </a:moveTo>
                    <a:cubicBezTo>
                      <a:pt x="5466" y="16493"/>
                      <a:pt x="5444" y="16520"/>
                      <a:pt x="5444" y="16563"/>
                    </a:cubicBezTo>
                    <a:cubicBezTo>
                      <a:pt x="5444" y="16606"/>
                      <a:pt x="5466" y="16628"/>
                      <a:pt x="5509" y="16628"/>
                    </a:cubicBezTo>
                    <a:cubicBezTo>
                      <a:pt x="5536" y="16628"/>
                      <a:pt x="5579" y="16606"/>
                      <a:pt x="5579" y="16563"/>
                    </a:cubicBezTo>
                    <a:cubicBezTo>
                      <a:pt x="5579" y="16520"/>
                      <a:pt x="5536" y="16493"/>
                      <a:pt x="5509" y="16493"/>
                    </a:cubicBezTo>
                    <a:close/>
                    <a:moveTo>
                      <a:pt x="5509" y="16763"/>
                    </a:moveTo>
                    <a:cubicBezTo>
                      <a:pt x="5466" y="16763"/>
                      <a:pt x="5444" y="16790"/>
                      <a:pt x="5444" y="16833"/>
                    </a:cubicBezTo>
                    <a:cubicBezTo>
                      <a:pt x="5444" y="16876"/>
                      <a:pt x="5466" y="16898"/>
                      <a:pt x="5509" y="16898"/>
                    </a:cubicBezTo>
                    <a:cubicBezTo>
                      <a:pt x="5536" y="16898"/>
                      <a:pt x="5579" y="16876"/>
                      <a:pt x="5579" y="16833"/>
                    </a:cubicBezTo>
                    <a:cubicBezTo>
                      <a:pt x="5579" y="16790"/>
                      <a:pt x="5536" y="16763"/>
                      <a:pt x="5509" y="16763"/>
                    </a:cubicBezTo>
                    <a:close/>
                    <a:moveTo>
                      <a:pt x="5509" y="17033"/>
                    </a:moveTo>
                    <a:cubicBezTo>
                      <a:pt x="5466" y="17033"/>
                      <a:pt x="5444" y="17060"/>
                      <a:pt x="5444" y="17103"/>
                    </a:cubicBezTo>
                    <a:cubicBezTo>
                      <a:pt x="5444" y="17146"/>
                      <a:pt x="5466" y="17168"/>
                      <a:pt x="5509" y="17168"/>
                    </a:cubicBezTo>
                    <a:cubicBezTo>
                      <a:pt x="5536" y="17168"/>
                      <a:pt x="5579" y="17146"/>
                      <a:pt x="5579" y="17103"/>
                    </a:cubicBezTo>
                    <a:cubicBezTo>
                      <a:pt x="5579" y="17060"/>
                      <a:pt x="5536" y="17033"/>
                      <a:pt x="5509" y="17033"/>
                    </a:cubicBezTo>
                    <a:close/>
                    <a:moveTo>
                      <a:pt x="5509" y="17303"/>
                    </a:moveTo>
                    <a:cubicBezTo>
                      <a:pt x="5466" y="17303"/>
                      <a:pt x="5444" y="17330"/>
                      <a:pt x="5444" y="17373"/>
                    </a:cubicBezTo>
                    <a:cubicBezTo>
                      <a:pt x="5444" y="17416"/>
                      <a:pt x="5466" y="17438"/>
                      <a:pt x="5509" y="17438"/>
                    </a:cubicBezTo>
                    <a:cubicBezTo>
                      <a:pt x="5536" y="17438"/>
                      <a:pt x="5579" y="17416"/>
                      <a:pt x="5579" y="17373"/>
                    </a:cubicBezTo>
                    <a:cubicBezTo>
                      <a:pt x="5579" y="17330"/>
                      <a:pt x="5536" y="17303"/>
                      <a:pt x="5509" y="17303"/>
                    </a:cubicBezTo>
                    <a:close/>
                    <a:moveTo>
                      <a:pt x="5509" y="17573"/>
                    </a:moveTo>
                    <a:cubicBezTo>
                      <a:pt x="5466" y="17573"/>
                      <a:pt x="5444" y="17600"/>
                      <a:pt x="5444" y="17643"/>
                    </a:cubicBezTo>
                    <a:cubicBezTo>
                      <a:pt x="5444" y="17686"/>
                      <a:pt x="5466" y="17708"/>
                      <a:pt x="5509" y="17708"/>
                    </a:cubicBezTo>
                    <a:cubicBezTo>
                      <a:pt x="5536" y="17708"/>
                      <a:pt x="5579" y="17686"/>
                      <a:pt x="5579" y="17643"/>
                    </a:cubicBezTo>
                    <a:cubicBezTo>
                      <a:pt x="5579" y="17600"/>
                      <a:pt x="5536" y="17573"/>
                      <a:pt x="5509" y="17573"/>
                    </a:cubicBezTo>
                    <a:close/>
                    <a:moveTo>
                      <a:pt x="65" y="17821"/>
                    </a:moveTo>
                    <a:cubicBezTo>
                      <a:pt x="44" y="17821"/>
                      <a:pt x="1" y="17843"/>
                      <a:pt x="1" y="17892"/>
                    </a:cubicBezTo>
                    <a:lnTo>
                      <a:pt x="22" y="17892"/>
                    </a:lnTo>
                    <a:cubicBezTo>
                      <a:pt x="22" y="17870"/>
                      <a:pt x="44" y="17843"/>
                      <a:pt x="65" y="17843"/>
                    </a:cubicBezTo>
                    <a:cubicBezTo>
                      <a:pt x="109" y="17843"/>
                      <a:pt x="136" y="17870"/>
                      <a:pt x="136" y="17892"/>
                    </a:cubicBezTo>
                    <a:cubicBezTo>
                      <a:pt x="136" y="17843"/>
                      <a:pt x="109" y="17821"/>
                      <a:pt x="65" y="17821"/>
                    </a:cubicBezTo>
                    <a:close/>
                    <a:moveTo>
                      <a:pt x="335" y="17821"/>
                    </a:moveTo>
                    <a:cubicBezTo>
                      <a:pt x="314" y="17821"/>
                      <a:pt x="271" y="17843"/>
                      <a:pt x="271" y="17892"/>
                    </a:cubicBezTo>
                    <a:cubicBezTo>
                      <a:pt x="271" y="17913"/>
                      <a:pt x="314" y="17956"/>
                      <a:pt x="335" y="17956"/>
                    </a:cubicBezTo>
                    <a:cubicBezTo>
                      <a:pt x="379" y="17956"/>
                      <a:pt x="406" y="17913"/>
                      <a:pt x="406" y="17892"/>
                    </a:cubicBezTo>
                    <a:cubicBezTo>
                      <a:pt x="406" y="17843"/>
                      <a:pt x="379" y="17821"/>
                      <a:pt x="335" y="17821"/>
                    </a:cubicBezTo>
                    <a:close/>
                    <a:moveTo>
                      <a:pt x="605" y="17821"/>
                    </a:moveTo>
                    <a:cubicBezTo>
                      <a:pt x="584" y="17821"/>
                      <a:pt x="541" y="17843"/>
                      <a:pt x="541" y="17892"/>
                    </a:cubicBezTo>
                    <a:cubicBezTo>
                      <a:pt x="541" y="17913"/>
                      <a:pt x="584" y="17956"/>
                      <a:pt x="605" y="17956"/>
                    </a:cubicBezTo>
                    <a:cubicBezTo>
                      <a:pt x="649" y="17956"/>
                      <a:pt x="676" y="17913"/>
                      <a:pt x="676" y="17892"/>
                    </a:cubicBezTo>
                    <a:cubicBezTo>
                      <a:pt x="676" y="17843"/>
                      <a:pt x="649" y="17821"/>
                      <a:pt x="605" y="17821"/>
                    </a:cubicBezTo>
                    <a:close/>
                    <a:moveTo>
                      <a:pt x="875" y="17821"/>
                    </a:moveTo>
                    <a:cubicBezTo>
                      <a:pt x="854" y="17821"/>
                      <a:pt x="811" y="17843"/>
                      <a:pt x="811" y="17892"/>
                    </a:cubicBezTo>
                    <a:cubicBezTo>
                      <a:pt x="811" y="17913"/>
                      <a:pt x="854" y="17956"/>
                      <a:pt x="875" y="17956"/>
                    </a:cubicBezTo>
                    <a:cubicBezTo>
                      <a:pt x="919" y="17956"/>
                      <a:pt x="946" y="17913"/>
                      <a:pt x="946" y="17892"/>
                    </a:cubicBezTo>
                    <a:cubicBezTo>
                      <a:pt x="946" y="17843"/>
                      <a:pt x="919" y="17821"/>
                      <a:pt x="875" y="17821"/>
                    </a:cubicBezTo>
                    <a:close/>
                    <a:moveTo>
                      <a:pt x="1145" y="17821"/>
                    </a:moveTo>
                    <a:cubicBezTo>
                      <a:pt x="1124" y="17821"/>
                      <a:pt x="1081" y="17843"/>
                      <a:pt x="1081" y="17892"/>
                    </a:cubicBezTo>
                    <a:cubicBezTo>
                      <a:pt x="1081" y="17913"/>
                      <a:pt x="1124" y="17956"/>
                      <a:pt x="1145" y="17956"/>
                    </a:cubicBezTo>
                    <a:cubicBezTo>
                      <a:pt x="1189" y="17956"/>
                      <a:pt x="1216" y="17913"/>
                      <a:pt x="1216" y="17892"/>
                    </a:cubicBezTo>
                    <a:cubicBezTo>
                      <a:pt x="1216" y="17843"/>
                      <a:pt x="1189" y="17821"/>
                      <a:pt x="1145" y="17821"/>
                    </a:cubicBezTo>
                    <a:close/>
                    <a:moveTo>
                      <a:pt x="1416" y="17821"/>
                    </a:moveTo>
                    <a:cubicBezTo>
                      <a:pt x="1394" y="17821"/>
                      <a:pt x="1351" y="17843"/>
                      <a:pt x="1351" y="17892"/>
                    </a:cubicBezTo>
                    <a:cubicBezTo>
                      <a:pt x="1351" y="17913"/>
                      <a:pt x="1394" y="17956"/>
                      <a:pt x="1416" y="17956"/>
                    </a:cubicBezTo>
                    <a:cubicBezTo>
                      <a:pt x="1459" y="17956"/>
                      <a:pt x="1486" y="17913"/>
                      <a:pt x="1486" y="17892"/>
                    </a:cubicBezTo>
                    <a:cubicBezTo>
                      <a:pt x="1486" y="17843"/>
                      <a:pt x="1459" y="17821"/>
                      <a:pt x="1416" y="17821"/>
                    </a:cubicBezTo>
                    <a:close/>
                    <a:moveTo>
                      <a:pt x="1686" y="17821"/>
                    </a:moveTo>
                    <a:cubicBezTo>
                      <a:pt x="1664" y="17821"/>
                      <a:pt x="1621" y="17843"/>
                      <a:pt x="1621" y="17892"/>
                    </a:cubicBezTo>
                    <a:cubicBezTo>
                      <a:pt x="1621" y="17913"/>
                      <a:pt x="1664" y="17956"/>
                      <a:pt x="1686" y="17956"/>
                    </a:cubicBezTo>
                    <a:cubicBezTo>
                      <a:pt x="1729" y="17956"/>
                      <a:pt x="1756" y="17913"/>
                      <a:pt x="1756" y="17892"/>
                    </a:cubicBezTo>
                    <a:cubicBezTo>
                      <a:pt x="1756" y="17843"/>
                      <a:pt x="1729" y="17821"/>
                      <a:pt x="1686" y="17821"/>
                    </a:cubicBezTo>
                    <a:close/>
                    <a:moveTo>
                      <a:pt x="1956" y="17821"/>
                    </a:moveTo>
                    <a:cubicBezTo>
                      <a:pt x="1934" y="17821"/>
                      <a:pt x="1891" y="17843"/>
                      <a:pt x="1891" y="17892"/>
                    </a:cubicBezTo>
                    <a:cubicBezTo>
                      <a:pt x="1891" y="17913"/>
                      <a:pt x="1934" y="17956"/>
                      <a:pt x="1956" y="17956"/>
                    </a:cubicBezTo>
                    <a:cubicBezTo>
                      <a:pt x="1999" y="17956"/>
                      <a:pt x="2026" y="17913"/>
                      <a:pt x="2026" y="17892"/>
                    </a:cubicBezTo>
                    <a:cubicBezTo>
                      <a:pt x="2026" y="17843"/>
                      <a:pt x="1999" y="17821"/>
                      <a:pt x="1956" y="17821"/>
                    </a:cubicBezTo>
                    <a:close/>
                    <a:moveTo>
                      <a:pt x="2226" y="17821"/>
                    </a:moveTo>
                    <a:cubicBezTo>
                      <a:pt x="2204" y="17821"/>
                      <a:pt x="2161" y="17843"/>
                      <a:pt x="2161" y="17892"/>
                    </a:cubicBezTo>
                    <a:cubicBezTo>
                      <a:pt x="2161" y="17913"/>
                      <a:pt x="2204" y="17956"/>
                      <a:pt x="2226" y="17956"/>
                    </a:cubicBezTo>
                    <a:cubicBezTo>
                      <a:pt x="2269" y="17956"/>
                      <a:pt x="2296" y="17913"/>
                      <a:pt x="2296" y="17892"/>
                    </a:cubicBezTo>
                    <a:cubicBezTo>
                      <a:pt x="2296" y="17843"/>
                      <a:pt x="2269" y="17821"/>
                      <a:pt x="2226" y="17821"/>
                    </a:cubicBezTo>
                    <a:close/>
                    <a:moveTo>
                      <a:pt x="2496" y="17821"/>
                    </a:moveTo>
                    <a:cubicBezTo>
                      <a:pt x="2474" y="17821"/>
                      <a:pt x="2431" y="17843"/>
                      <a:pt x="2431" y="17892"/>
                    </a:cubicBezTo>
                    <a:cubicBezTo>
                      <a:pt x="2431" y="17913"/>
                      <a:pt x="2474" y="17956"/>
                      <a:pt x="2496" y="17956"/>
                    </a:cubicBezTo>
                    <a:cubicBezTo>
                      <a:pt x="2539" y="17956"/>
                      <a:pt x="2566" y="17913"/>
                      <a:pt x="2566" y="17892"/>
                    </a:cubicBezTo>
                    <a:cubicBezTo>
                      <a:pt x="2566" y="17843"/>
                      <a:pt x="2539" y="17821"/>
                      <a:pt x="2496" y="17821"/>
                    </a:cubicBezTo>
                    <a:close/>
                    <a:moveTo>
                      <a:pt x="2766" y="17821"/>
                    </a:moveTo>
                    <a:cubicBezTo>
                      <a:pt x="2744" y="17821"/>
                      <a:pt x="2701" y="17843"/>
                      <a:pt x="2701" y="17892"/>
                    </a:cubicBezTo>
                    <a:cubicBezTo>
                      <a:pt x="2701" y="17913"/>
                      <a:pt x="2744" y="17956"/>
                      <a:pt x="2766" y="17956"/>
                    </a:cubicBezTo>
                    <a:cubicBezTo>
                      <a:pt x="2809" y="17956"/>
                      <a:pt x="2836" y="17913"/>
                      <a:pt x="2836" y="17892"/>
                    </a:cubicBezTo>
                    <a:cubicBezTo>
                      <a:pt x="2836" y="17843"/>
                      <a:pt x="2809" y="17821"/>
                      <a:pt x="2766" y="17821"/>
                    </a:cubicBezTo>
                    <a:close/>
                    <a:moveTo>
                      <a:pt x="3036" y="17821"/>
                    </a:moveTo>
                    <a:cubicBezTo>
                      <a:pt x="3014" y="17821"/>
                      <a:pt x="2971" y="17843"/>
                      <a:pt x="2971" y="17892"/>
                    </a:cubicBezTo>
                    <a:cubicBezTo>
                      <a:pt x="2971" y="17913"/>
                      <a:pt x="3014" y="17956"/>
                      <a:pt x="3036" y="17956"/>
                    </a:cubicBezTo>
                    <a:cubicBezTo>
                      <a:pt x="3079" y="17956"/>
                      <a:pt x="3106" y="17913"/>
                      <a:pt x="3106" y="17892"/>
                    </a:cubicBezTo>
                    <a:cubicBezTo>
                      <a:pt x="3106" y="17843"/>
                      <a:pt x="3079" y="17821"/>
                      <a:pt x="3036" y="17821"/>
                    </a:cubicBezTo>
                    <a:close/>
                    <a:moveTo>
                      <a:pt x="3306" y="17821"/>
                    </a:moveTo>
                    <a:cubicBezTo>
                      <a:pt x="3284" y="17821"/>
                      <a:pt x="3241" y="17843"/>
                      <a:pt x="3241" y="17892"/>
                    </a:cubicBezTo>
                    <a:cubicBezTo>
                      <a:pt x="3241" y="17913"/>
                      <a:pt x="3284" y="17956"/>
                      <a:pt x="3306" y="17956"/>
                    </a:cubicBezTo>
                    <a:cubicBezTo>
                      <a:pt x="3349" y="17956"/>
                      <a:pt x="3376" y="17913"/>
                      <a:pt x="3376" y="17892"/>
                    </a:cubicBezTo>
                    <a:cubicBezTo>
                      <a:pt x="3376" y="17843"/>
                      <a:pt x="3349" y="17821"/>
                      <a:pt x="3306" y="17821"/>
                    </a:cubicBezTo>
                    <a:close/>
                    <a:moveTo>
                      <a:pt x="3576" y="17821"/>
                    </a:moveTo>
                    <a:cubicBezTo>
                      <a:pt x="3554" y="17821"/>
                      <a:pt x="3511" y="17843"/>
                      <a:pt x="3511" y="17892"/>
                    </a:cubicBezTo>
                    <a:cubicBezTo>
                      <a:pt x="3511" y="17913"/>
                      <a:pt x="3554" y="17956"/>
                      <a:pt x="3576" y="17956"/>
                    </a:cubicBezTo>
                    <a:cubicBezTo>
                      <a:pt x="3619" y="17956"/>
                      <a:pt x="3646" y="17913"/>
                      <a:pt x="3646" y="17892"/>
                    </a:cubicBezTo>
                    <a:cubicBezTo>
                      <a:pt x="3646" y="17843"/>
                      <a:pt x="3619" y="17821"/>
                      <a:pt x="3576" y="17821"/>
                    </a:cubicBezTo>
                    <a:close/>
                    <a:moveTo>
                      <a:pt x="3846" y="17821"/>
                    </a:moveTo>
                    <a:cubicBezTo>
                      <a:pt x="3824" y="17821"/>
                      <a:pt x="3781" y="17843"/>
                      <a:pt x="3781" y="17892"/>
                    </a:cubicBezTo>
                    <a:cubicBezTo>
                      <a:pt x="3781" y="17913"/>
                      <a:pt x="3824" y="17956"/>
                      <a:pt x="3846" y="17956"/>
                    </a:cubicBezTo>
                    <a:cubicBezTo>
                      <a:pt x="3889" y="17956"/>
                      <a:pt x="3916" y="17913"/>
                      <a:pt x="3916" y="17892"/>
                    </a:cubicBezTo>
                    <a:cubicBezTo>
                      <a:pt x="3916" y="17843"/>
                      <a:pt x="3889" y="17821"/>
                      <a:pt x="3846" y="17821"/>
                    </a:cubicBezTo>
                    <a:close/>
                    <a:moveTo>
                      <a:pt x="4116" y="17821"/>
                    </a:moveTo>
                    <a:cubicBezTo>
                      <a:pt x="4094" y="17821"/>
                      <a:pt x="4051" y="17843"/>
                      <a:pt x="4051" y="17892"/>
                    </a:cubicBezTo>
                    <a:cubicBezTo>
                      <a:pt x="4051" y="17913"/>
                      <a:pt x="4094" y="17956"/>
                      <a:pt x="4116" y="17956"/>
                    </a:cubicBezTo>
                    <a:cubicBezTo>
                      <a:pt x="4159" y="17956"/>
                      <a:pt x="4186" y="17913"/>
                      <a:pt x="4186" y="17892"/>
                    </a:cubicBezTo>
                    <a:cubicBezTo>
                      <a:pt x="4186" y="17843"/>
                      <a:pt x="4159" y="17821"/>
                      <a:pt x="4116" y="17821"/>
                    </a:cubicBezTo>
                    <a:close/>
                    <a:moveTo>
                      <a:pt x="4386" y="17821"/>
                    </a:moveTo>
                    <a:cubicBezTo>
                      <a:pt x="4364" y="17821"/>
                      <a:pt x="4321" y="17843"/>
                      <a:pt x="4321" y="17892"/>
                    </a:cubicBezTo>
                    <a:cubicBezTo>
                      <a:pt x="4321" y="17913"/>
                      <a:pt x="4364" y="17956"/>
                      <a:pt x="4386" y="17956"/>
                    </a:cubicBezTo>
                    <a:cubicBezTo>
                      <a:pt x="4429" y="17956"/>
                      <a:pt x="4456" y="17913"/>
                      <a:pt x="4456" y="17892"/>
                    </a:cubicBezTo>
                    <a:cubicBezTo>
                      <a:pt x="4456" y="17843"/>
                      <a:pt x="4429" y="17821"/>
                      <a:pt x="4386" y="17821"/>
                    </a:cubicBezTo>
                    <a:close/>
                    <a:moveTo>
                      <a:pt x="4656" y="17821"/>
                    </a:moveTo>
                    <a:cubicBezTo>
                      <a:pt x="4634" y="17821"/>
                      <a:pt x="4591" y="17843"/>
                      <a:pt x="4591" y="17892"/>
                    </a:cubicBezTo>
                    <a:cubicBezTo>
                      <a:pt x="4591" y="17913"/>
                      <a:pt x="4634" y="17956"/>
                      <a:pt x="4656" y="17956"/>
                    </a:cubicBezTo>
                    <a:cubicBezTo>
                      <a:pt x="4699" y="17956"/>
                      <a:pt x="4726" y="17913"/>
                      <a:pt x="4726" y="17892"/>
                    </a:cubicBezTo>
                    <a:cubicBezTo>
                      <a:pt x="4726" y="17843"/>
                      <a:pt x="4699" y="17821"/>
                      <a:pt x="4656" y="17821"/>
                    </a:cubicBezTo>
                    <a:close/>
                    <a:moveTo>
                      <a:pt x="4926" y="17821"/>
                    </a:moveTo>
                    <a:cubicBezTo>
                      <a:pt x="4904" y="17821"/>
                      <a:pt x="4861" y="17843"/>
                      <a:pt x="4861" y="17892"/>
                    </a:cubicBezTo>
                    <a:cubicBezTo>
                      <a:pt x="4861" y="17913"/>
                      <a:pt x="4904" y="17956"/>
                      <a:pt x="4926" y="17956"/>
                    </a:cubicBezTo>
                    <a:cubicBezTo>
                      <a:pt x="4969" y="17956"/>
                      <a:pt x="4996" y="17913"/>
                      <a:pt x="4996" y="17892"/>
                    </a:cubicBezTo>
                    <a:cubicBezTo>
                      <a:pt x="4996" y="17843"/>
                      <a:pt x="4969" y="17821"/>
                      <a:pt x="4926" y="17821"/>
                    </a:cubicBezTo>
                    <a:close/>
                    <a:moveTo>
                      <a:pt x="5196" y="17821"/>
                    </a:moveTo>
                    <a:cubicBezTo>
                      <a:pt x="5174" y="17821"/>
                      <a:pt x="5131" y="17843"/>
                      <a:pt x="5131" y="17892"/>
                    </a:cubicBezTo>
                    <a:cubicBezTo>
                      <a:pt x="5131" y="17913"/>
                      <a:pt x="5174" y="17956"/>
                      <a:pt x="5196" y="17956"/>
                    </a:cubicBezTo>
                    <a:cubicBezTo>
                      <a:pt x="5239" y="17956"/>
                      <a:pt x="5266" y="17913"/>
                      <a:pt x="5266" y="17892"/>
                    </a:cubicBezTo>
                    <a:cubicBezTo>
                      <a:pt x="5266" y="17843"/>
                      <a:pt x="5239" y="17821"/>
                      <a:pt x="5196" y="17821"/>
                    </a:cubicBezTo>
                    <a:close/>
                    <a:moveTo>
                      <a:pt x="5466" y="17821"/>
                    </a:moveTo>
                    <a:cubicBezTo>
                      <a:pt x="5444" y="17821"/>
                      <a:pt x="5401" y="17843"/>
                      <a:pt x="5401" y="17892"/>
                    </a:cubicBezTo>
                    <a:cubicBezTo>
                      <a:pt x="5401" y="17913"/>
                      <a:pt x="5444" y="17956"/>
                      <a:pt x="5466" y="17956"/>
                    </a:cubicBezTo>
                    <a:cubicBezTo>
                      <a:pt x="5509" y="17956"/>
                      <a:pt x="5536" y="17913"/>
                      <a:pt x="5536" y="17892"/>
                    </a:cubicBezTo>
                    <a:cubicBezTo>
                      <a:pt x="5536" y="17843"/>
                      <a:pt x="5509" y="17821"/>
                      <a:pt x="5466" y="17821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g3f131e4dc8c_0_538"/>
              <p:cNvSpPr/>
              <p:nvPr/>
            </p:nvSpPr>
            <p:spPr>
              <a:xfrm rot="-5400000">
                <a:off x="133476" y="-563333"/>
                <a:ext cx="1655568" cy="1600537"/>
              </a:xfrm>
              <a:custGeom>
                <a:rect b="b" l="l" r="r" t="t"/>
                <a:pathLst>
                  <a:path extrusionOk="0" h="13815" w="14290">
                    <a:moveTo>
                      <a:pt x="71" y="0"/>
                    </a:moveTo>
                    <a:cubicBezTo>
                      <a:pt x="28" y="0"/>
                      <a:pt x="1" y="43"/>
                      <a:pt x="1" y="65"/>
                    </a:cubicBezTo>
                    <a:cubicBezTo>
                      <a:pt x="1" y="108"/>
                      <a:pt x="28" y="135"/>
                      <a:pt x="71" y="135"/>
                    </a:cubicBezTo>
                    <a:cubicBezTo>
                      <a:pt x="114" y="135"/>
                      <a:pt x="136" y="108"/>
                      <a:pt x="136" y="65"/>
                    </a:cubicBezTo>
                    <a:cubicBezTo>
                      <a:pt x="136" y="43"/>
                      <a:pt x="114" y="0"/>
                      <a:pt x="71" y="0"/>
                    </a:cubicBezTo>
                    <a:close/>
                    <a:moveTo>
                      <a:pt x="341" y="0"/>
                    </a:moveTo>
                    <a:cubicBezTo>
                      <a:pt x="298" y="0"/>
                      <a:pt x="271" y="43"/>
                      <a:pt x="271" y="65"/>
                    </a:cubicBezTo>
                    <a:cubicBezTo>
                      <a:pt x="271" y="108"/>
                      <a:pt x="298" y="135"/>
                      <a:pt x="341" y="135"/>
                    </a:cubicBezTo>
                    <a:cubicBezTo>
                      <a:pt x="384" y="135"/>
                      <a:pt x="406" y="108"/>
                      <a:pt x="406" y="65"/>
                    </a:cubicBezTo>
                    <a:cubicBezTo>
                      <a:pt x="406" y="43"/>
                      <a:pt x="384" y="0"/>
                      <a:pt x="341" y="0"/>
                    </a:cubicBezTo>
                    <a:close/>
                    <a:moveTo>
                      <a:pt x="611" y="0"/>
                    </a:moveTo>
                    <a:cubicBezTo>
                      <a:pt x="568" y="0"/>
                      <a:pt x="541" y="43"/>
                      <a:pt x="541" y="65"/>
                    </a:cubicBezTo>
                    <a:cubicBezTo>
                      <a:pt x="541" y="108"/>
                      <a:pt x="568" y="135"/>
                      <a:pt x="611" y="135"/>
                    </a:cubicBezTo>
                    <a:cubicBezTo>
                      <a:pt x="654" y="135"/>
                      <a:pt x="676" y="108"/>
                      <a:pt x="676" y="65"/>
                    </a:cubicBezTo>
                    <a:cubicBezTo>
                      <a:pt x="676" y="43"/>
                      <a:pt x="654" y="0"/>
                      <a:pt x="611" y="0"/>
                    </a:cubicBezTo>
                    <a:close/>
                    <a:moveTo>
                      <a:pt x="881" y="0"/>
                    </a:moveTo>
                    <a:cubicBezTo>
                      <a:pt x="838" y="0"/>
                      <a:pt x="811" y="43"/>
                      <a:pt x="811" y="65"/>
                    </a:cubicBezTo>
                    <a:cubicBezTo>
                      <a:pt x="811" y="108"/>
                      <a:pt x="838" y="135"/>
                      <a:pt x="881" y="135"/>
                    </a:cubicBezTo>
                    <a:cubicBezTo>
                      <a:pt x="924" y="135"/>
                      <a:pt x="946" y="108"/>
                      <a:pt x="946" y="65"/>
                    </a:cubicBezTo>
                    <a:cubicBezTo>
                      <a:pt x="946" y="43"/>
                      <a:pt x="924" y="0"/>
                      <a:pt x="881" y="0"/>
                    </a:cubicBezTo>
                    <a:close/>
                    <a:moveTo>
                      <a:pt x="1151" y="0"/>
                    </a:moveTo>
                    <a:cubicBezTo>
                      <a:pt x="1108" y="0"/>
                      <a:pt x="1081" y="43"/>
                      <a:pt x="1081" y="65"/>
                    </a:cubicBezTo>
                    <a:cubicBezTo>
                      <a:pt x="1081" y="108"/>
                      <a:pt x="1108" y="135"/>
                      <a:pt x="1151" y="135"/>
                    </a:cubicBezTo>
                    <a:cubicBezTo>
                      <a:pt x="1194" y="135"/>
                      <a:pt x="1216" y="108"/>
                      <a:pt x="1216" y="65"/>
                    </a:cubicBezTo>
                    <a:cubicBezTo>
                      <a:pt x="1216" y="43"/>
                      <a:pt x="1194" y="0"/>
                      <a:pt x="1151" y="0"/>
                    </a:cubicBezTo>
                    <a:close/>
                    <a:moveTo>
                      <a:pt x="1421" y="0"/>
                    </a:moveTo>
                    <a:cubicBezTo>
                      <a:pt x="1378" y="0"/>
                      <a:pt x="1351" y="43"/>
                      <a:pt x="1351" y="65"/>
                    </a:cubicBezTo>
                    <a:cubicBezTo>
                      <a:pt x="1351" y="108"/>
                      <a:pt x="1378" y="135"/>
                      <a:pt x="1421" y="135"/>
                    </a:cubicBezTo>
                    <a:cubicBezTo>
                      <a:pt x="1464" y="135"/>
                      <a:pt x="1486" y="108"/>
                      <a:pt x="1486" y="65"/>
                    </a:cubicBezTo>
                    <a:cubicBezTo>
                      <a:pt x="1486" y="43"/>
                      <a:pt x="1464" y="0"/>
                      <a:pt x="1421" y="0"/>
                    </a:cubicBezTo>
                    <a:close/>
                    <a:moveTo>
                      <a:pt x="1691" y="0"/>
                    </a:moveTo>
                    <a:cubicBezTo>
                      <a:pt x="1648" y="0"/>
                      <a:pt x="1621" y="43"/>
                      <a:pt x="1621" y="65"/>
                    </a:cubicBezTo>
                    <a:cubicBezTo>
                      <a:pt x="1621" y="108"/>
                      <a:pt x="1648" y="135"/>
                      <a:pt x="1691" y="135"/>
                    </a:cubicBezTo>
                    <a:cubicBezTo>
                      <a:pt x="1734" y="135"/>
                      <a:pt x="1756" y="108"/>
                      <a:pt x="1756" y="65"/>
                    </a:cubicBezTo>
                    <a:cubicBezTo>
                      <a:pt x="1756" y="43"/>
                      <a:pt x="1734" y="0"/>
                      <a:pt x="1691" y="0"/>
                    </a:cubicBezTo>
                    <a:close/>
                    <a:moveTo>
                      <a:pt x="1961" y="0"/>
                    </a:moveTo>
                    <a:cubicBezTo>
                      <a:pt x="1918" y="0"/>
                      <a:pt x="1891" y="43"/>
                      <a:pt x="1891" y="65"/>
                    </a:cubicBezTo>
                    <a:cubicBezTo>
                      <a:pt x="1891" y="108"/>
                      <a:pt x="1918" y="135"/>
                      <a:pt x="1961" y="135"/>
                    </a:cubicBezTo>
                    <a:cubicBezTo>
                      <a:pt x="2004" y="135"/>
                      <a:pt x="2026" y="108"/>
                      <a:pt x="2026" y="65"/>
                    </a:cubicBezTo>
                    <a:cubicBezTo>
                      <a:pt x="2026" y="43"/>
                      <a:pt x="2004" y="0"/>
                      <a:pt x="1961" y="0"/>
                    </a:cubicBezTo>
                    <a:close/>
                    <a:moveTo>
                      <a:pt x="2231" y="0"/>
                    </a:moveTo>
                    <a:cubicBezTo>
                      <a:pt x="2188" y="0"/>
                      <a:pt x="2161" y="43"/>
                      <a:pt x="2161" y="65"/>
                    </a:cubicBezTo>
                    <a:cubicBezTo>
                      <a:pt x="2161" y="108"/>
                      <a:pt x="2188" y="135"/>
                      <a:pt x="2231" y="135"/>
                    </a:cubicBezTo>
                    <a:cubicBezTo>
                      <a:pt x="2274" y="135"/>
                      <a:pt x="2296" y="108"/>
                      <a:pt x="2296" y="65"/>
                    </a:cubicBezTo>
                    <a:cubicBezTo>
                      <a:pt x="2296" y="43"/>
                      <a:pt x="2274" y="0"/>
                      <a:pt x="2231" y="0"/>
                    </a:cubicBezTo>
                    <a:close/>
                    <a:moveTo>
                      <a:pt x="2501" y="0"/>
                    </a:moveTo>
                    <a:cubicBezTo>
                      <a:pt x="2458" y="0"/>
                      <a:pt x="2431" y="43"/>
                      <a:pt x="2431" y="65"/>
                    </a:cubicBezTo>
                    <a:cubicBezTo>
                      <a:pt x="2431" y="108"/>
                      <a:pt x="2458" y="135"/>
                      <a:pt x="2501" y="135"/>
                    </a:cubicBezTo>
                    <a:cubicBezTo>
                      <a:pt x="2544" y="135"/>
                      <a:pt x="2566" y="108"/>
                      <a:pt x="2566" y="65"/>
                    </a:cubicBezTo>
                    <a:cubicBezTo>
                      <a:pt x="2566" y="43"/>
                      <a:pt x="2544" y="0"/>
                      <a:pt x="2501" y="0"/>
                    </a:cubicBezTo>
                    <a:close/>
                    <a:moveTo>
                      <a:pt x="2771" y="0"/>
                    </a:moveTo>
                    <a:cubicBezTo>
                      <a:pt x="2728" y="0"/>
                      <a:pt x="2701" y="43"/>
                      <a:pt x="2701" y="65"/>
                    </a:cubicBezTo>
                    <a:cubicBezTo>
                      <a:pt x="2701" y="108"/>
                      <a:pt x="2728" y="135"/>
                      <a:pt x="2771" y="135"/>
                    </a:cubicBezTo>
                    <a:cubicBezTo>
                      <a:pt x="2814" y="135"/>
                      <a:pt x="2836" y="108"/>
                      <a:pt x="2836" y="65"/>
                    </a:cubicBezTo>
                    <a:cubicBezTo>
                      <a:pt x="2836" y="43"/>
                      <a:pt x="2814" y="0"/>
                      <a:pt x="2771" y="0"/>
                    </a:cubicBezTo>
                    <a:close/>
                    <a:moveTo>
                      <a:pt x="3041" y="0"/>
                    </a:moveTo>
                    <a:cubicBezTo>
                      <a:pt x="2998" y="0"/>
                      <a:pt x="2971" y="43"/>
                      <a:pt x="2971" y="65"/>
                    </a:cubicBezTo>
                    <a:cubicBezTo>
                      <a:pt x="2971" y="108"/>
                      <a:pt x="2998" y="135"/>
                      <a:pt x="3041" y="135"/>
                    </a:cubicBezTo>
                    <a:cubicBezTo>
                      <a:pt x="3084" y="135"/>
                      <a:pt x="3106" y="108"/>
                      <a:pt x="3106" y="65"/>
                    </a:cubicBezTo>
                    <a:cubicBezTo>
                      <a:pt x="3106" y="43"/>
                      <a:pt x="3084" y="0"/>
                      <a:pt x="3041" y="0"/>
                    </a:cubicBezTo>
                    <a:close/>
                    <a:moveTo>
                      <a:pt x="3311" y="0"/>
                    </a:moveTo>
                    <a:cubicBezTo>
                      <a:pt x="3268" y="0"/>
                      <a:pt x="3241" y="43"/>
                      <a:pt x="3241" y="65"/>
                    </a:cubicBezTo>
                    <a:cubicBezTo>
                      <a:pt x="3241" y="108"/>
                      <a:pt x="3268" y="135"/>
                      <a:pt x="3311" y="135"/>
                    </a:cubicBezTo>
                    <a:cubicBezTo>
                      <a:pt x="3354" y="135"/>
                      <a:pt x="3376" y="108"/>
                      <a:pt x="3376" y="65"/>
                    </a:cubicBezTo>
                    <a:cubicBezTo>
                      <a:pt x="3376" y="43"/>
                      <a:pt x="3354" y="0"/>
                      <a:pt x="3311" y="0"/>
                    </a:cubicBezTo>
                    <a:close/>
                    <a:moveTo>
                      <a:pt x="3581" y="0"/>
                    </a:moveTo>
                    <a:cubicBezTo>
                      <a:pt x="3538" y="0"/>
                      <a:pt x="3511" y="43"/>
                      <a:pt x="3511" y="65"/>
                    </a:cubicBezTo>
                    <a:cubicBezTo>
                      <a:pt x="3511" y="108"/>
                      <a:pt x="3538" y="135"/>
                      <a:pt x="3581" y="135"/>
                    </a:cubicBezTo>
                    <a:cubicBezTo>
                      <a:pt x="3624" y="135"/>
                      <a:pt x="3646" y="108"/>
                      <a:pt x="3646" y="65"/>
                    </a:cubicBezTo>
                    <a:cubicBezTo>
                      <a:pt x="3646" y="43"/>
                      <a:pt x="3624" y="0"/>
                      <a:pt x="3581" y="0"/>
                    </a:cubicBezTo>
                    <a:close/>
                    <a:moveTo>
                      <a:pt x="3851" y="0"/>
                    </a:moveTo>
                    <a:cubicBezTo>
                      <a:pt x="3808" y="0"/>
                      <a:pt x="3781" y="43"/>
                      <a:pt x="3781" y="65"/>
                    </a:cubicBezTo>
                    <a:cubicBezTo>
                      <a:pt x="3781" y="108"/>
                      <a:pt x="3808" y="135"/>
                      <a:pt x="3851" y="135"/>
                    </a:cubicBezTo>
                    <a:cubicBezTo>
                      <a:pt x="3894" y="135"/>
                      <a:pt x="3916" y="108"/>
                      <a:pt x="3916" y="65"/>
                    </a:cubicBezTo>
                    <a:cubicBezTo>
                      <a:pt x="3916" y="43"/>
                      <a:pt x="3894" y="0"/>
                      <a:pt x="3851" y="0"/>
                    </a:cubicBezTo>
                    <a:close/>
                    <a:moveTo>
                      <a:pt x="4121" y="0"/>
                    </a:moveTo>
                    <a:cubicBezTo>
                      <a:pt x="4078" y="0"/>
                      <a:pt x="4051" y="43"/>
                      <a:pt x="4051" y="65"/>
                    </a:cubicBezTo>
                    <a:cubicBezTo>
                      <a:pt x="4051" y="108"/>
                      <a:pt x="4078" y="135"/>
                      <a:pt x="4121" y="135"/>
                    </a:cubicBezTo>
                    <a:cubicBezTo>
                      <a:pt x="4164" y="135"/>
                      <a:pt x="4186" y="108"/>
                      <a:pt x="4186" y="65"/>
                    </a:cubicBezTo>
                    <a:cubicBezTo>
                      <a:pt x="4186" y="43"/>
                      <a:pt x="4164" y="0"/>
                      <a:pt x="4121" y="0"/>
                    </a:cubicBezTo>
                    <a:close/>
                    <a:moveTo>
                      <a:pt x="4391" y="0"/>
                    </a:moveTo>
                    <a:cubicBezTo>
                      <a:pt x="4348" y="0"/>
                      <a:pt x="4321" y="43"/>
                      <a:pt x="4321" y="65"/>
                    </a:cubicBezTo>
                    <a:cubicBezTo>
                      <a:pt x="4321" y="108"/>
                      <a:pt x="4348" y="135"/>
                      <a:pt x="4391" y="135"/>
                    </a:cubicBezTo>
                    <a:cubicBezTo>
                      <a:pt x="4434" y="135"/>
                      <a:pt x="4456" y="108"/>
                      <a:pt x="4456" y="65"/>
                    </a:cubicBezTo>
                    <a:cubicBezTo>
                      <a:pt x="4456" y="43"/>
                      <a:pt x="4434" y="0"/>
                      <a:pt x="4391" y="0"/>
                    </a:cubicBezTo>
                    <a:close/>
                    <a:moveTo>
                      <a:pt x="4661" y="0"/>
                    </a:moveTo>
                    <a:cubicBezTo>
                      <a:pt x="4618" y="0"/>
                      <a:pt x="4591" y="43"/>
                      <a:pt x="4591" y="65"/>
                    </a:cubicBezTo>
                    <a:cubicBezTo>
                      <a:pt x="4591" y="108"/>
                      <a:pt x="4618" y="135"/>
                      <a:pt x="4661" y="135"/>
                    </a:cubicBezTo>
                    <a:cubicBezTo>
                      <a:pt x="4704" y="135"/>
                      <a:pt x="4726" y="108"/>
                      <a:pt x="4726" y="65"/>
                    </a:cubicBezTo>
                    <a:cubicBezTo>
                      <a:pt x="4726" y="43"/>
                      <a:pt x="4704" y="0"/>
                      <a:pt x="4661" y="0"/>
                    </a:cubicBezTo>
                    <a:close/>
                    <a:moveTo>
                      <a:pt x="4931" y="0"/>
                    </a:moveTo>
                    <a:cubicBezTo>
                      <a:pt x="4888" y="0"/>
                      <a:pt x="4861" y="43"/>
                      <a:pt x="4861" y="65"/>
                    </a:cubicBezTo>
                    <a:cubicBezTo>
                      <a:pt x="4861" y="108"/>
                      <a:pt x="4888" y="135"/>
                      <a:pt x="4931" y="135"/>
                    </a:cubicBezTo>
                    <a:cubicBezTo>
                      <a:pt x="4975" y="135"/>
                      <a:pt x="4996" y="108"/>
                      <a:pt x="4996" y="65"/>
                    </a:cubicBezTo>
                    <a:cubicBezTo>
                      <a:pt x="4996" y="43"/>
                      <a:pt x="4975" y="0"/>
                      <a:pt x="4931" y="0"/>
                    </a:cubicBezTo>
                    <a:close/>
                    <a:moveTo>
                      <a:pt x="5201" y="0"/>
                    </a:moveTo>
                    <a:cubicBezTo>
                      <a:pt x="5158" y="0"/>
                      <a:pt x="5131" y="43"/>
                      <a:pt x="5131" y="65"/>
                    </a:cubicBezTo>
                    <a:cubicBezTo>
                      <a:pt x="5131" y="108"/>
                      <a:pt x="5158" y="135"/>
                      <a:pt x="5201" y="135"/>
                    </a:cubicBezTo>
                    <a:cubicBezTo>
                      <a:pt x="5245" y="135"/>
                      <a:pt x="5266" y="108"/>
                      <a:pt x="5266" y="65"/>
                    </a:cubicBezTo>
                    <a:cubicBezTo>
                      <a:pt x="5266" y="43"/>
                      <a:pt x="5245" y="0"/>
                      <a:pt x="5201" y="0"/>
                    </a:cubicBezTo>
                    <a:close/>
                    <a:moveTo>
                      <a:pt x="5471" y="0"/>
                    </a:moveTo>
                    <a:cubicBezTo>
                      <a:pt x="5428" y="0"/>
                      <a:pt x="5401" y="43"/>
                      <a:pt x="5401" y="65"/>
                    </a:cubicBezTo>
                    <a:cubicBezTo>
                      <a:pt x="5401" y="108"/>
                      <a:pt x="5428" y="135"/>
                      <a:pt x="5471" y="135"/>
                    </a:cubicBezTo>
                    <a:cubicBezTo>
                      <a:pt x="5515" y="135"/>
                      <a:pt x="5536" y="108"/>
                      <a:pt x="5536" y="65"/>
                    </a:cubicBezTo>
                    <a:cubicBezTo>
                      <a:pt x="5536" y="43"/>
                      <a:pt x="5515" y="0"/>
                      <a:pt x="5471" y="0"/>
                    </a:cubicBezTo>
                    <a:close/>
                    <a:moveTo>
                      <a:pt x="5741" y="0"/>
                    </a:moveTo>
                    <a:cubicBezTo>
                      <a:pt x="5698" y="0"/>
                      <a:pt x="5671" y="43"/>
                      <a:pt x="5671" y="65"/>
                    </a:cubicBezTo>
                    <a:cubicBezTo>
                      <a:pt x="5671" y="108"/>
                      <a:pt x="5698" y="135"/>
                      <a:pt x="5741" y="135"/>
                    </a:cubicBezTo>
                    <a:cubicBezTo>
                      <a:pt x="5785" y="135"/>
                      <a:pt x="5806" y="108"/>
                      <a:pt x="5806" y="65"/>
                    </a:cubicBezTo>
                    <a:cubicBezTo>
                      <a:pt x="5806" y="43"/>
                      <a:pt x="5785" y="0"/>
                      <a:pt x="5741" y="0"/>
                    </a:cubicBezTo>
                    <a:close/>
                    <a:moveTo>
                      <a:pt x="6011" y="0"/>
                    </a:moveTo>
                    <a:cubicBezTo>
                      <a:pt x="5968" y="0"/>
                      <a:pt x="5941" y="43"/>
                      <a:pt x="5941" y="65"/>
                    </a:cubicBezTo>
                    <a:cubicBezTo>
                      <a:pt x="5941" y="108"/>
                      <a:pt x="5968" y="135"/>
                      <a:pt x="6011" y="135"/>
                    </a:cubicBezTo>
                    <a:cubicBezTo>
                      <a:pt x="6055" y="135"/>
                      <a:pt x="6076" y="108"/>
                      <a:pt x="6076" y="65"/>
                    </a:cubicBezTo>
                    <a:cubicBezTo>
                      <a:pt x="6076" y="43"/>
                      <a:pt x="6055" y="0"/>
                      <a:pt x="6011" y="0"/>
                    </a:cubicBezTo>
                    <a:close/>
                    <a:moveTo>
                      <a:pt x="6281" y="0"/>
                    </a:moveTo>
                    <a:cubicBezTo>
                      <a:pt x="6238" y="0"/>
                      <a:pt x="6211" y="43"/>
                      <a:pt x="6211" y="65"/>
                    </a:cubicBezTo>
                    <a:cubicBezTo>
                      <a:pt x="6211" y="108"/>
                      <a:pt x="6238" y="135"/>
                      <a:pt x="6281" y="135"/>
                    </a:cubicBezTo>
                    <a:cubicBezTo>
                      <a:pt x="6325" y="135"/>
                      <a:pt x="6346" y="108"/>
                      <a:pt x="6346" y="65"/>
                    </a:cubicBezTo>
                    <a:cubicBezTo>
                      <a:pt x="6346" y="43"/>
                      <a:pt x="6325" y="0"/>
                      <a:pt x="6281" y="0"/>
                    </a:cubicBezTo>
                    <a:close/>
                    <a:moveTo>
                      <a:pt x="6551" y="0"/>
                    </a:moveTo>
                    <a:cubicBezTo>
                      <a:pt x="6508" y="0"/>
                      <a:pt x="6481" y="43"/>
                      <a:pt x="6481" y="65"/>
                    </a:cubicBezTo>
                    <a:cubicBezTo>
                      <a:pt x="6481" y="108"/>
                      <a:pt x="6508" y="135"/>
                      <a:pt x="6551" y="135"/>
                    </a:cubicBezTo>
                    <a:cubicBezTo>
                      <a:pt x="6595" y="135"/>
                      <a:pt x="6616" y="108"/>
                      <a:pt x="6616" y="65"/>
                    </a:cubicBezTo>
                    <a:cubicBezTo>
                      <a:pt x="6616" y="43"/>
                      <a:pt x="6595" y="0"/>
                      <a:pt x="6551" y="0"/>
                    </a:cubicBezTo>
                    <a:close/>
                    <a:moveTo>
                      <a:pt x="6821" y="0"/>
                    </a:moveTo>
                    <a:cubicBezTo>
                      <a:pt x="6778" y="0"/>
                      <a:pt x="6751" y="43"/>
                      <a:pt x="6751" y="65"/>
                    </a:cubicBezTo>
                    <a:cubicBezTo>
                      <a:pt x="6751" y="108"/>
                      <a:pt x="6778" y="135"/>
                      <a:pt x="6821" y="135"/>
                    </a:cubicBezTo>
                    <a:cubicBezTo>
                      <a:pt x="6865" y="135"/>
                      <a:pt x="6886" y="108"/>
                      <a:pt x="6886" y="65"/>
                    </a:cubicBezTo>
                    <a:cubicBezTo>
                      <a:pt x="6886" y="43"/>
                      <a:pt x="6865" y="0"/>
                      <a:pt x="6821" y="0"/>
                    </a:cubicBezTo>
                    <a:close/>
                    <a:moveTo>
                      <a:pt x="7091" y="0"/>
                    </a:moveTo>
                    <a:cubicBezTo>
                      <a:pt x="7048" y="0"/>
                      <a:pt x="7021" y="43"/>
                      <a:pt x="7021" y="65"/>
                    </a:cubicBezTo>
                    <a:cubicBezTo>
                      <a:pt x="7021" y="108"/>
                      <a:pt x="7048" y="135"/>
                      <a:pt x="7091" y="135"/>
                    </a:cubicBezTo>
                    <a:cubicBezTo>
                      <a:pt x="7135" y="135"/>
                      <a:pt x="7156" y="108"/>
                      <a:pt x="7156" y="65"/>
                    </a:cubicBezTo>
                    <a:cubicBezTo>
                      <a:pt x="7156" y="43"/>
                      <a:pt x="7135" y="0"/>
                      <a:pt x="7091" y="0"/>
                    </a:cubicBezTo>
                    <a:close/>
                    <a:moveTo>
                      <a:pt x="7113" y="243"/>
                    </a:moveTo>
                    <a:cubicBezTo>
                      <a:pt x="7091" y="243"/>
                      <a:pt x="7048" y="270"/>
                      <a:pt x="7048" y="314"/>
                    </a:cubicBezTo>
                    <a:cubicBezTo>
                      <a:pt x="7048" y="335"/>
                      <a:pt x="7091" y="378"/>
                      <a:pt x="7113" y="378"/>
                    </a:cubicBezTo>
                    <a:cubicBezTo>
                      <a:pt x="7156" y="378"/>
                      <a:pt x="7183" y="335"/>
                      <a:pt x="7183" y="314"/>
                    </a:cubicBezTo>
                    <a:cubicBezTo>
                      <a:pt x="7183" y="270"/>
                      <a:pt x="7156" y="243"/>
                      <a:pt x="7113" y="243"/>
                    </a:cubicBezTo>
                    <a:close/>
                    <a:moveTo>
                      <a:pt x="7113" y="513"/>
                    </a:moveTo>
                    <a:cubicBezTo>
                      <a:pt x="7091" y="513"/>
                      <a:pt x="7048" y="540"/>
                      <a:pt x="7048" y="584"/>
                    </a:cubicBezTo>
                    <a:cubicBezTo>
                      <a:pt x="7048" y="605"/>
                      <a:pt x="7091" y="648"/>
                      <a:pt x="7113" y="648"/>
                    </a:cubicBezTo>
                    <a:cubicBezTo>
                      <a:pt x="7156" y="648"/>
                      <a:pt x="7183" y="605"/>
                      <a:pt x="7183" y="584"/>
                    </a:cubicBezTo>
                    <a:cubicBezTo>
                      <a:pt x="7183" y="540"/>
                      <a:pt x="7156" y="513"/>
                      <a:pt x="7113" y="513"/>
                    </a:cubicBezTo>
                    <a:close/>
                    <a:moveTo>
                      <a:pt x="7113" y="783"/>
                    </a:moveTo>
                    <a:cubicBezTo>
                      <a:pt x="7091" y="783"/>
                      <a:pt x="7048" y="810"/>
                      <a:pt x="7048" y="854"/>
                    </a:cubicBezTo>
                    <a:cubicBezTo>
                      <a:pt x="7048" y="875"/>
                      <a:pt x="7091" y="918"/>
                      <a:pt x="7113" y="918"/>
                    </a:cubicBezTo>
                    <a:cubicBezTo>
                      <a:pt x="7156" y="918"/>
                      <a:pt x="7183" y="875"/>
                      <a:pt x="7183" y="854"/>
                    </a:cubicBezTo>
                    <a:cubicBezTo>
                      <a:pt x="7183" y="810"/>
                      <a:pt x="7156" y="783"/>
                      <a:pt x="7113" y="783"/>
                    </a:cubicBezTo>
                    <a:close/>
                    <a:moveTo>
                      <a:pt x="7113" y="1053"/>
                    </a:moveTo>
                    <a:cubicBezTo>
                      <a:pt x="7091" y="1053"/>
                      <a:pt x="7048" y="1080"/>
                      <a:pt x="7048" y="1124"/>
                    </a:cubicBezTo>
                    <a:cubicBezTo>
                      <a:pt x="7048" y="1145"/>
                      <a:pt x="7091" y="1188"/>
                      <a:pt x="7113" y="1188"/>
                    </a:cubicBezTo>
                    <a:cubicBezTo>
                      <a:pt x="7156" y="1188"/>
                      <a:pt x="7183" y="1145"/>
                      <a:pt x="7183" y="1124"/>
                    </a:cubicBezTo>
                    <a:cubicBezTo>
                      <a:pt x="7183" y="1080"/>
                      <a:pt x="7156" y="1053"/>
                      <a:pt x="7113" y="1053"/>
                    </a:cubicBezTo>
                    <a:close/>
                    <a:moveTo>
                      <a:pt x="7113" y="1323"/>
                    </a:moveTo>
                    <a:cubicBezTo>
                      <a:pt x="7091" y="1323"/>
                      <a:pt x="7048" y="1350"/>
                      <a:pt x="7048" y="1394"/>
                    </a:cubicBezTo>
                    <a:cubicBezTo>
                      <a:pt x="7048" y="1415"/>
                      <a:pt x="7091" y="1458"/>
                      <a:pt x="7113" y="1458"/>
                    </a:cubicBezTo>
                    <a:cubicBezTo>
                      <a:pt x="7156" y="1458"/>
                      <a:pt x="7183" y="1415"/>
                      <a:pt x="7183" y="1394"/>
                    </a:cubicBezTo>
                    <a:cubicBezTo>
                      <a:pt x="7183" y="1350"/>
                      <a:pt x="7156" y="1323"/>
                      <a:pt x="7113" y="1323"/>
                    </a:cubicBezTo>
                    <a:close/>
                    <a:moveTo>
                      <a:pt x="7113" y="1593"/>
                    </a:moveTo>
                    <a:cubicBezTo>
                      <a:pt x="7091" y="1593"/>
                      <a:pt x="7048" y="1620"/>
                      <a:pt x="7048" y="1664"/>
                    </a:cubicBezTo>
                    <a:cubicBezTo>
                      <a:pt x="7048" y="1685"/>
                      <a:pt x="7091" y="1728"/>
                      <a:pt x="7113" y="1728"/>
                    </a:cubicBezTo>
                    <a:cubicBezTo>
                      <a:pt x="7156" y="1728"/>
                      <a:pt x="7183" y="1685"/>
                      <a:pt x="7183" y="1664"/>
                    </a:cubicBezTo>
                    <a:cubicBezTo>
                      <a:pt x="7183" y="1620"/>
                      <a:pt x="7156" y="1593"/>
                      <a:pt x="7113" y="1593"/>
                    </a:cubicBezTo>
                    <a:close/>
                    <a:moveTo>
                      <a:pt x="7113" y="1863"/>
                    </a:moveTo>
                    <a:cubicBezTo>
                      <a:pt x="7091" y="1863"/>
                      <a:pt x="7048" y="1890"/>
                      <a:pt x="7048" y="1934"/>
                    </a:cubicBezTo>
                    <a:cubicBezTo>
                      <a:pt x="7048" y="1955"/>
                      <a:pt x="7091" y="1998"/>
                      <a:pt x="7113" y="1998"/>
                    </a:cubicBezTo>
                    <a:cubicBezTo>
                      <a:pt x="7156" y="1998"/>
                      <a:pt x="7183" y="1955"/>
                      <a:pt x="7183" y="1934"/>
                    </a:cubicBezTo>
                    <a:cubicBezTo>
                      <a:pt x="7183" y="1890"/>
                      <a:pt x="7156" y="1863"/>
                      <a:pt x="7113" y="1863"/>
                    </a:cubicBezTo>
                    <a:close/>
                    <a:moveTo>
                      <a:pt x="7113" y="2133"/>
                    </a:moveTo>
                    <a:cubicBezTo>
                      <a:pt x="7091" y="2133"/>
                      <a:pt x="7048" y="2160"/>
                      <a:pt x="7048" y="2204"/>
                    </a:cubicBezTo>
                    <a:cubicBezTo>
                      <a:pt x="7048" y="2225"/>
                      <a:pt x="7091" y="2268"/>
                      <a:pt x="7113" y="2268"/>
                    </a:cubicBezTo>
                    <a:cubicBezTo>
                      <a:pt x="7156" y="2268"/>
                      <a:pt x="7183" y="2225"/>
                      <a:pt x="7183" y="2204"/>
                    </a:cubicBezTo>
                    <a:cubicBezTo>
                      <a:pt x="7183" y="2160"/>
                      <a:pt x="7156" y="2133"/>
                      <a:pt x="7113" y="2133"/>
                    </a:cubicBezTo>
                    <a:close/>
                    <a:moveTo>
                      <a:pt x="7113" y="2403"/>
                    </a:moveTo>
                    <a:cubicBezTo>
                      <a:pt x="7091" y="2403"/>
                      <a:pt x="7048" y="2430"/>
                      <a:pt x="7048" y="2474"/>
                    </a:cubicBezTo>
                    <a:cubicBezTo>
                      <a:pt x="7048" y="2495"/>
                      <a:pt x="7091" y="2538"/>
                      <a:pt x="7113" y="2538"/>
                    </a:cubicBezTo>
                    <a:cubicBezTo>
                      <a:pt x="7156" y="2538"/>
                      <a:pt x="7183" y="2495"/>
                      <a:pt x="7183" y="2474"/>
                    </a:cubicBezTo>
                    <a:cubicBezTo>
                      <a:pt x="7183" y="2430"/>
                      <a:pt x="7156" y="2403"/>
                      <a:pt x="7113" y="2403"/>
                    </a:cubicBezTo>
                    <a:close/>
                    <a:moveTo>
                      <a:pt x="7113" y="2673"/>
                    </a:moveTo>
                    <a:cubicBezTo>
                      <a:pt x="7091" y="2673"/>
                      <a:pt x="7048" y="2700"/>
                      <a:pt x="7048" y="2744"/>
                    </a:cubicBezTo>
                    <a:cubicBezTo>
                      <a:pt x="7048" y="2765"/>
                      <a:pt x="7091" y="2808"/>
                      <a:pt x="7113" y="2808"/>
                    </a:cubicBezTo>
                    <a:cubicBezTo>
                      <a:pt x="7156" y="2808"/>
                      <a:pt x="7183" y="2765"/>
                      <a:pt x="7183" y="2744"/>
                    </a:cubicBezTo>
                    <a:cubicBezTo>
                      <a:pt x="7183" y="2700"/>
                      <a:pt x="7156" y="2673"/>
                      <a:pt x="7113" y="2673"/>
                    </a:cubicBezTo>
                    <a:close/>
                    <a:moveTo>
                      <a:pt x="7113" y="2943"/>
                    </a:moveTo>
                    <a:cubicBezTo>
                      <a:pt x="7091" y="2943"/>
                      <a:pt x="7048" y="2970"/>
                      <a:pt x="7048" y="3014"/>
                    </a:cubicBezTo>
                    <a:cubicBezTo>
                      <a:pt x="7048" y="3035"/>
                      <a:pt x="7091" y="3078"/>
                      <a:pt x="7113" y="3078"/>
                    </a:cubicBezTo>
                    <a:cubicBezTo>
                      <a:pt x="7156" y="3078"/>
                      <a:pt x="7183" y="3035"/>
                      <a:pt x="7183" y="3014"/>
                    </a:cubicBezTo>
                    <a:cubicBezTo>
                      <a:pt x="7183" y="2970"/>
                      <a:pt x="7156" y="2943"/>
                      <a:pt x="7113" y="2943"/>
                    </a:cubicBezTo>
                    <a:close/>
                    <a:moveTo>
                      <a:pt x="7113" y="3213"/>
                    </a:moveTo>
                    <a:cubicBezTo>
                      <a:pt x="7091" y="3213"/>
                      <a:pt x="7048" y="3240"/>
                      <a:pt x="7048" y="3284"/>
                    </a:cubicBezTo>
                    <a:cubicBezTo>
                      <a:pt x="7048" y="3305"/>
                      <a:pt x="7091" y="3348"/>
                      <a:pt x="7113" y="3348"/>
                    </a:cubicBezTo>
                    <a:cubicBezTo>
                      <a:pt x="7156" y="3348"/>
                      <a:pt x="7183" y="3305"/>
                      <a:pt x="7183" y="3284"/>
                    </a:cubicBezTo>
                    <a:cubicBezTo>
                      <a:pt x="7183" y="3240"/>
                      <a:pt x="7156" y="3213"/>
                      <a:pt x="7113" y="3213"/>
                    </a:cubicBezTo>
                    <a:close/>
                    <a:moveTo>
                      <a:pt x="7113" y="3483"/>
                    </a:moveTo>
                    <a:cubicBezTo>
                      <a:pt x="7091" y="3483"/>
                      <a:pt x="7048" y="3510"/>
                      <a:pt x="7048" y="3554"/>
                    </a:cubicBezTo>
                    <a:cubicBezTo>
                      <a:pt x="7048" y="3575"/>
                      <a:pt x="7091" y="3618"/>
                      <a:pt x="7113" y="3618"/>
                    </a:cubicBezTo>
                    <a:cubicBezTo>
                      <a:pt x="7156" y="3618"/>
                      <a:pt x="7183" y="3575"/>
                      <a:pt x="7183" y="3554"/>
                    </a:cubicBezTo>
                    <a:cubicBezTo>
                      <a:pt x="7183" y="3510"/>
                      <a:pt x="7156" y="3483"/>
                      <a:pt x="7113" y="3483"/>
                    </a:cubicBezTo>
                    <a:close/>
                    <a:moveTo>
                      <a:pt x="7113" y="3753"/>
                    </a:moveTo>
                    <a:cubicBezTo>
                      <a:pt x="7091" y="3753"/>
                      <a:pt x="7048" y="3780"/>
                      <a:pt x="7048" y="3824"/>
                    </a:cubicBezTo>
                    <a:cubicBezTo>
                      <a:pt x="7048" y="3845"/>
                      <a:pt x="7091" y="3888"/>
                      <a:pt x="7113" y="3888"/>
                    </a:cubicBezTo>
                    <a:cubicBezTo>
                      <a:pt x="7156" y="3888"/>
                      <a:pt x="7183" y="3845"/>
                      <a:pt x="7183" y="3824"/>
                    </a:cubicBezTo>
                    <a:cubicBezTo>
                      <a:pt x="7183" y="3780"/>
                      <a:pt x="7156" y="3753"/>
                      <a:pt x="7113" y="3753"/>
                    </a:cubicBezTo>
                    <a:close/>
                    <a:moveTo>
                      <a:pt x="7113" y="4023"/>
                    </a:moveTo>
                    <a:cubicBezTo>
                      <a:pt x="7091" y="4023"/>
                      <a:pt x="7048" y="4050"/>
                      <a:pt x="7048" y="4094"/>
                    </a:cubicBezTo>
                    <a:cubicBezTo>
                      <a:pt x="7048" y="4115"/>
                      <a:pt x="7091" y="4158"/>
                      <a:pt x="7113" y="4158"/>
                    </a:cubicBezTo>
                    <a:cubicBezTo>
                      <a:pt x="7156" y="4158"/>
                      <a:pt x="7183" y="4115"/>
                      <a:pt x="7183" y="4094"/>
                    </a:cubicBezTo>
                    <a:cubicBezTo>
                      <a:pt x="7183" y="4050"/>
                      <a:pt x="7156" y="4023"/>
                      <a:pt x="7113" y="4023"/>
                    </a:cubicBezTo>
                    <a:close/>
                    <a:moveTo>
                      <a:pt x="7113" y="4293"/>
                    </a:moveTo>
                    <a:cubicBezTo>
                      <a:pt x="7091" y="4293"/>
                      <a:pt x="7048" y="4320"/>
                      <a:pt x="7048" y="4364"/>
                    </a:cubicBezTo>
                    <a:cubicBezTo>
                      <a:pt x="7048" y="4385"/>
                      <a:pt x="7091" y="4428"/>
                      <a:pt x="7113" y="4428"/>
                    </a:cubicBezTo>
                    <a:cubicBezTo>
                      <a:pt x="7156" y="4428"/>
                      <a:pt x="7183" y="4385"/>
                      <a:pt x="7183" y="4364"/>
                    </a:cubicBezTo>
                    <a:cubicBezTo>
                      <a:pt x="7183" y="4320"/>
                      <a:pt x="7156" y="4293"/>
                      <a:pt x="7113" y="4293"/>
                    </a:cubicBezTo>
                    <a:close/>
                    <a:moveTo>
                      <a:pt x="7113" y="4563"/>
                    </a:moveTo>
                    <a:cubicBezTo>
                      <a:pt x="7091" y="4563"/>
                      <a:pt x="7048" y="4590"/>
                      <a:pt x="7048" y="4634"/>
                    </a:cubicBezTo>
                    <a:cubicBezTo>
                      <a:pt x="7048" y="4655"/>
                      <a:pt x="7091" y="4698"/>
                      <a:pt x="7113" y="4698"/>
                    </a:cubicBezTo>
                    <a:cubicBezTo>
                      <a:pt x="7156" y="4698"/>
                      <a:pt x="7183" y="4655"/>
                      <a:pt x="7183" y="4634"/>
                    </a:cubicBezTo>
                    <a:cubicBezTo>
                      <a:pt x="7183" y="4590"/>
                      <a:pt x="7156" y="4563"/>
                      <a:pt x="7113" y="4563"/>
                    </a:cubicBezTo>
                    <a:close/>
                    <a:moveTo>
                      <a:pt x="7113" y="4833"/>
                    </a:moveTo>
                    <a:cubicBezTo>
                      <a:pt x="7091" y="4833"/>
                      <a:pt x="7048" y="4860"/>
                      <a:pt x="7048" y="4904"/>
                    </a:cubicBezTo>
                    <a:cubicBezTo>
                      <a:pt x="7048" y="4925"/>
                      <a:pt x="7091" y="4968"/>
                      <a:pt x="7113" y="4968"/>
                    </a:cubicBezTo>
                    <a:cubicBezTo>
                      <a:pt x="7156" y="4968"/>
                      <a:pt x="7183" y="4925"/>
                      <a:pt x="7183" y="4904"/>
                    </a:cubicBezTo>
                    <a:cubicBezTo>
                      <a:pt x="7183" y="4860"/>
                      <a:pt x="7156" y="4833"/>
                      <a:pt x="7113" y="4833"/>
                    </a:cubicBezTo>
                    <a:close/>
                    <a:moveTo>
                      <a:pt x="7113" y="5103"/>
                    </a:moveTo>
                    <a:cubicBezTo>
                      <a:pt x="7091" y="5103"/>
                      <a:pt x="7048" y="5130"/>
                      <a:pt x="7048" y="5174"/>
                    </a:cubicBezTo>
                    <a:cubicBezTo>
                      <a:pt x="7048" y="5195"/>
                      <a:pt x="7091" y="5239"/>
                      <a:pt x="7113" y="5239"/>
                    </a:cubicBezTo>
                    <a:cubicBezTo>
                      <a:pt x="7156" y="5239"/>
                      <a:pt x="7183" y="5195"/>
                      <a:pt x="7183" y="5174"/>
                    </a:cubicBezTo>
                    <a:cubicBezTo>
                      <a:pt x="7183" y="5130"/>
                      <a:pt x="7156" y="5103"/>
                      <a:pt x="7113" y="5103"/>
                    </a:cubicBezTo>
                    <a:close/>
                    <a:moveTo>
                      <a:pt x="7113" y="5374"/>
                    </a:moveTo>
                    <a:cubicBezTo>
                      <a:pt x="7091" y="5374"/>
                      <a:pt x="7048" y="5401"/>
                      <a:pt x="7048" y="5444"/>
                    </a:cubicBezTo>
                    <a:cubicBezTo>
                      <a:pt x="7048" y="5465"/>
                      <a:pt x="7091" y="5509"/>
                      <a:pt x="7113" y="5509"/>
                    </a:cubicBezTo>
                    <a:cubicBezTo>
                      <a:pt x="7156" y="5509"/>
                      <a:pt x="7183" y="5465"/>
                      <a:pt x="7183" y="5444"/>
                    </a:cubicBezTo>
                    <a:cubicBezTo>
                      <a:pt x="7183" y="5401"/>
                      <a:pt x="7156" y="5374"/>
                      <a:pt x="7113" y="5374"/>
                    </a:cubicBezTo>
                    <a:close/>
                    <a:moveTo>
                      <a:pt x="7113" y="5644"/>
                    </a:moveTo>
                    <a:cubicBezTo>
                      <a:pt x="7091" y="5644"/>
                      <a:pt x="7048" y="5671"/>
                      <a:pt x="7048" y="5714"/>
                    </a:cubicBezTo>
                    <a:cubicBezTo>
                      <a:pt x="7048" y="5735"/>
                      <a:pt x="7091" y="5779"/>
                      <a:pt x="7113" y="5779"/>
                    </a:cubicBezTo>
                    <a:cubicBezTo>
                      <a:pt x="7156" y="5779"/>
                      <a:pt x="7183" y="5735"/>
                      <a:pt x="7183" y="5714"/>
                    </a:cubicBezTo>
                    <a:cubicBezTo>
                      <a:pt x="7183" y="5671"/>
                      <a:pt x="7156" y="5644"/>
                      <a:pt x="7113" y="5644"/>
                    </a:cubicBezTo>
                    <a:close/>
                    <a:moveTo>
                      <a:pt x="7113" y="5914"/>
                    </a:moveTo>
                    <a:cubicBezTo>
                      <a:pt x="7091" y="5914"/>
                      <a:pt x="7048" y="5941"/>
                      <a:pt x="7048" y="5984"/>
                    </a:cubicBezTo>
                    <a:cubicBezTo>
                      <a:pt x="7048" y="6005"/>
                      <a:pt x="7091" y="6049"/>
                      <a:pt x="7113" y="6049"/>
                    </a:cubicBezTo>
                    <a:cubicBezTo>
                      <a:pt x="7156" y="6049"/>
                      <a:pt x="7183" y="6005"/>
                      <a:pt x="7183" y="5984"/>
                    </a:cubicBezTo>
                    <a:cubicBezTo>
                      <a:pt x="7183" y="5941"/>
                      <a:pt x="7156" y="5914"/>
                      <a:pt x="7113" y="5914"/>
                    </a:cubicBezTo>
                    <a:close/>
                    <a:moveTo>
                      <a:pt x="7113" y="6184"/>
                    </a:moveTo>
                    <a:cubicBezTo>
                      <a:pt x="7091" y="6184"/>
                      <a:pt x="7048" y="6211"/>
                      <a:pt x="7048" y="6254"/>
                    </a:cubicBezTo>
                    <a:cubicBezTo>
                      <a:pt x="7048" y="6275"/>
                      <a:pt x="7091" y="6319"/>
                      <a:pt x="7113" y="6319"/>
                    </a:cubicBezTo>
                    <a:cubicBezTo>
                      <a:pt x="7156" y="6319"/>
                      <a:pt x="7183" y="6275"/>
                      <a:pt x="7183" y="6254"/>
                    </a:cubicBezTo>
                    <a:cubicBezTo>
                      <a:pt x="7183" y="6211"/>
                      <a:pt x="7156" y="6184"/>
                      <a:pt x="7113" y="6184"/>
                    </a:cubicBezTo>
                    <a:close/>
                    <a:moveTo>
                      <a:pt x="7113" y="6454"/>
                    </a:moveTo>
                    <a:cubicBezTo>
                      <a:pt x="7091" y="6454"/>
                      <a:pt x="7048" y="6481"/>
                      <a:pt x="7048" y="6524"/>
                    </a:cubicBezTo>
                    <a:cubicBezTo>
                      <a:pt x="7048" y="6545"/>
                      <a:pt x="7091" y="6589"/>
                      <a:pt x="7113" y="6589"/>
                    </a:cubicBezTo>
                    <a:cubicBezTo>
                      <a:pt x="7156" y="6589"/>
                      <a:pt x="7183" y="6545"/>
                      <a:pt x="7183" y="6524"/>
                    </a:cubicBezTo>
                    <a:cubicBezTo>
                      <a:pt x="7183" y="6481"/>
                      <a:pt x="7156" y="6454"/>
                      <a:pt x="7113" y="6454"/>
                    </a:cubicBezTo>
                    <a:close/>
                    <a:moveTo>
                      <a:pt x="7113" y="6724"/>
                    </a:moveTo>
                    <a:cubicBezTo>
                      <a:pt x="7091" y="6724"/>
                      <a:pt x="7048" y="6751"/>
                      <a:pt x="7048" y="6794"/>
                    </a:cubicBezTo>
                    <a:cubicBezTo>
                      <a:pt x="7048" y="6815"/>
                      <a:pt x="7091" y="6859"/>
                      <a:pt x="7113" y="6859"/>
                    </a:cubicBezTo>
                    <a:cubicBezTo>
                      <a:pt x="7156" y="6859"/>
                      <a:pt x="7183" y="6815"/>
                      <a:pt x="7183" y="6794"/>
                    </a:cubicBezTo>
                    <a:cubicBezTo>
                      <a:pt x="7183" y="6751"/>
                      <a:pt x="7156" y="6724"/>
                      <a:pt x="7113" y="6724"/>
                    </a:cubicBezTo>
                    <a:close/>
                    <a:moveTo>
                      <a:pt x="7113" y="6994"/>
                    </a:moveTo>
                    <a:cubicBezTo>
                      <a:pt x="7091" y="6994"/>
                      <a:pt x="7048" y="7021"/>
                      <a:pt x="7048" y="7064"/>
                    </a:cubicBezTo>
                    <a:cubicBezTo>
                      <a:pt x="7048" y="7085"/>
                      <a:pt x="7091" y="7129"/>
                      <a:pt x="7113" y="7129"/>
                    </a:cubicBezTo>
                    <a:cubicBezTo>
                      <a:pt x="7156" y="7129"/>
                      <a:pt x="7183" y="7085"/>
                      <a:pt x="7183" y="7064"/>
                    </a:cubicBezTo>
                    <a:cubicBezTo>
                      <a:pt x="7183" y="7021"/>
                      <a:pt x="7156" y="6994"/>
                      <a:pt x="7113" y="6994"/>
                    </a:cubicBezTo>
                    <a:close/>
                    <a:moveTo>
                      <a:pt x="7113" y="7264"/>
                    </a:moveTo>
                    <a:cubicBezTo>
                      <a:pt x="7091" y="7264"/>
                      <a:pt x="7048" y="7291"/>
                      <a:pt x="7048" y="7334"/>
                    </a:cubicBezTo>
                    <a:cubicBezTo>
                      <a:pt x="7048" y="7355"/>
                      <a:pt x="7091" y="7399"/>
                      <a:pt x="7113" y="7399"/>
                    </a:cubicBezTo>
                    <a:cubicBezTo>
                      <a:pt x="7156" y="7399"/>
                      <a:pt x="7183" y="7355"/>
                      <a:pt x="7183" y="7334"/>
                    </a:cubicBezTo>
                    <a:cubicBezTo>
                      <a:pt x="7183" y="7291"/>
                      <a:pt x="7156" y="7264"/>
                      <a:pt x="7113" y="7264"/>
                    </a:cubicBezTo>
                    <a:close/>
                    <a:moveTo>
                      <a:pt x="7113" y="7534"/>
                    </a:moveTo>
                    <a:cubicBezTo>
                      <a:pt x="7091" y="7534"/>
                      <a:pt x="7048" y="7561"/>
                      <a:pt x="7048" y="7604"/>
                    </a:cubicBezTo>
                    <a:cubicBezTo>
                      <a:pt x="7048" y="7625"/>
                      <a:pt x="7091" y="7669"/>
                      <a:pt x="7113" y="7669"/>
                    </a:cubicBezTo>
                    <a:cubicBezTo>
                      <a:pt x="7156" y="7669"/>
                      <a:pt x="7183" y="7625"/>
                      <a:pt x="7183" y="7604"/>
                    </a:cubicBezTo>
                    <a:cubicBezTo>
                      <a:pt x="7183" y="7561"/>
                      <a:pt x="7156" y="7534"/>
                      <a:pt x="7113" y="7534"/>
                    </a:cubicBezTo>
                    <a:close/>
                    <a:moveTo>
                      <a:pt x="7113" y="7804"/>
                    </a:moveTo>
                    <a:cubicBezTo>
                      <a:pt x="7091" y="7804"/>
                      <a:pt x="7048" y="7831"/>
                      <a:pt x="7048" y="7874"/>
                    </a:cubicBezTo>
                    <a:cubicBezTo>
                      <a:pt x="7048" y="7895"/>
                      <a:pt x="7091" y="7939"/>
                      <a:pt x="7113" y="7939"/>
                    </a:cubicBezTo>
                    <a:cubicBezTo>
                      <a:pt x="7156" y="7939"/>
                      <a:pt x="7183" y="7895"/>
                      <a:pt x="7183" y="7874"/>
                    </a:cubicBezTo>
                    <a:cubicBezTo>
                      <a:pt x="7183" y="7831"/>
                      <a:pt x="7156" y="7804"/>
                      <a:pt x="7113" y="7804"/>
                    </a:cubicBezTo>
                    <a:close/>
                    <a:moveTo>
                      <a:pt x="7113" y="8074"/>
                    </a:moveTo>
                    <a:cubicBezTo>
                      <a:pt x="7091" y="8074"/>
                      <a:pt x="7048" y="8101"/>
                      <a:pt x="7048" y="8144"/>
                    </a:cubicBezTo>
                    <a:cubicBezTo>
                      <a:pt x="7048" y="8165"/>
                      <a:pt x="7091" y="8209"/>
                      <a:pt x="7113" y="8209"/>
                    </a:cubicBezTo>
                    <a:cubicBezTo>
                      <a:pt x="7156" y="8209"/>
                      <a:pt x="7183" y="8165"/>
                      <a:pt x="7183" y="8144"/>
                    </a:cubicBezTo>
                    <a:cubicBezTo>
                      <a:pt x="7183" y="8101"/>
                      <a:pt x="7156" y="8074"/>
                      <a:pt x="7113" y="8074"/>
                    </a:cubicBezTo>
                    <a:close/>
                    <a:moveTo>
                      <a:pt x="7113" y="8344"/>
                    </a:moveTo>
                    <a:cubicBezTo>
                      <a:pt x="7091" y="8344"/>
                      <a:pt x="7048" y="8371"/>
                      <a:pt x="7048" y="8414"/>
                    </a:cubicBezTo>
                    <a:cubicBezTo>
                      <a:pt x="7048" y="8435"/>
                      <a:pt x="7091" y="8479"/>
                      <a:pt x="7113" y="8479"/>
                    </a:cubicBezTo>
                    <a:cubicBezTo>
                      <a:pt x="7156" y="8479"/>
                      <a:pt x="7183" y="8435"/>
                      <a:pt x="7183" y="8414"/>
                    </a:cubicBezTo>
                    <a:cubicBezTo>
                      <a:pt x="7183" y="8371"/>
                      <a:pt x="7156" y="8344"/>
                      <a:pt x="7113" y="8344"/>
                    </a:cubicBezTo>
                    <a:close/>
                    <a:moveTo>
                      <a:pt x="7113" y="8614"/>
                    </a:moveTo>
                    <a:cubicBezTo>
                      <a:pt x="7091" y="8614"/>
                      <a:pt x="7048" y="8641"/>
                      <a:pt x="7048" y="8684"/>
                    </a:cubicBezTo>
                    <a:cubicBezTo>
                      <a:pt x="7048" y="8705"/>
                      <a:pt x="7091" y="8749"/>
                      <a:pt x="7113" y="8749"/>
                    </a:cubicBezTo>
                    <a:cubicBezTo>
                      <a:pt x="7156" y="8749"/>
                      <a:pt x="7183" y="8705"/>
                      <a:pt x="7183" y="8684"/>
                    </a:cubicBezTo>
                    <a:cubicBezTo>
                      <a:pt x="7183" y="8641"/>
                      <a:pt x="7156" y="8614"/>
                      <a:pt x="7113" y="8614"/>
                    </a:cubicBezTo>
                    <a:close/>
                    <a:moveTo>
                      <a:pt x="7113" y="8884"/>
                    </a:moveTo>
                    <a:cubicBezTo>
                      <a:pt x="7091" y="8884"/>
                      <a:pt x="7048" y="8911"/>
                      <a:pt x="7048" y="8954"/>
                    </a:cubicBezTo>
                    <a:cubicBezTo>
                      <a:pt x="7048" y="8975"/>
                      <a:pt x="7091" y="9019"/>
                      <a:pt x="7113" y="9019"/>
                    </a:cubicBezTo>
                    <a:cubicBezTo>
                      <a:pt x="7156" y="9019"/>
                      <a:pt x="7183" y="8975"/>
                      <a:pt x="7183" y="8954"/>
                    </a:cubicBezTo>
                    <a:cubicBezTo>
                      <a:pt x="7183" y="8911"/>
                      <a:pt x="7156" y="8884"/>
                      <a:pt x="7113" y="8884"/>
                    </a:cubicBezTo>
                    <a:close/>
                    <a:moveTo>
                      <a:pt x="7113" y="9154"/>
                    </a:moveTo>
                    <a:cubicBezTo>
                      <a:pt x="7091" y="9154"/>
                      <a:pt x="7048" y="9181"/>
                      <a:pt x="7048" y="9224"/>
                    </a:cubicBezTo>
                    <a:cubicBezTo>
                      <a:pt x="7048" y="9245"/>
                      <a:pt x="7091" y="9289"/>
                      <a:pt x="7113" y="9289"/>
                    </a:cubicBezTo>
                    <a:cubicBezTo>
                      <a:pt x="7156" y="9289"/>
                      <a:pt x="7183" y="9245"/>
                      <a:pt x="7183" y="9224"/>
                    </a:cubicBezTo>
                    <a:cubicBezTo>
                      <a:pt x="7183" y="9181"/>
                      <a:pt x="7156" y="9154"/>
                      <a:pt x="7113" y="9154"/>
                    </a:cubicBezTo>
                    <a:close/>
                    <a:moveTo>
                      <a:pt x="7113" y="9424"/>
                    </a:moveTo>
                    <a:cubicBezTo>
                      <a:pt x="7091" y="9424"/>
                      <a:pt x="7048" y="9451"/>
                      <a:pt x="7048" y="9494"/>
                    </a:cubicBezTo>
                    <a:cubicBezTo>
                      <a:pt x="7048" y="9515"/>
                      <a:pt x="7091" y="9559"/>
                      <a:pt x="7113" y="9559"/>
                    </a:cubicBezTo>
                    <a:cubicBezTo>
                      <a:pt x="7156" y="9559"/>
                      <a:pt x="7183" y="9515"/>
                      <a:pt x="7183" y="9494"/>
                    </a:cubicBezTo>
                    <a:cubicBezTo>
                      <a:pt x="7183" y="9451"/>
                      <a:pt x="7156" y="9424"/>
                      <a:pt x="7113" y="9424"/>
                    </a:cubicBezTo>
                    <a:close/>
                    <a:moveTo>
                      <a:pt x="7113" y="9694"/>
                    </a:moveTo>
                    <a:cubicBezTo>
                      <a:pt x="7091" y="9694"/>
                      <a:pt x="7048" y="9721"/>
                      <a:pt x="7048" y="9764"/>
                    </a:cubicBezTo>
                    <a:cubicBezTo>
                      <a:pt x="7048" y="9785"/>
                      <a:pt x="7091" y="9829"/>
                      <a:pt x="7113" y="9829"/>
                    </a:cubicBezTo>
                    <a:cubicBezTo>
                      <a:pt x="7156" y="9829"/>
                      <a:pt x="7183" y="9785"/>
                      <a:pt x="7183" y="9764"/>
                    </a:cubicBezTo>
                    <a:cubicBezTo>
                      <a:pt x="7183" y="9721"/>
                      <a:pt x="7156" y="9694"/>
                      <a:pt x="7113" y="9694"/>
                    </a:cubicBezTo>
                    <a:close/>
                    <a:moveTo>
                      <a:pt x="7113" y="9964"/>
                    </a:moveTo>
                    <a:cubicBezTo>
                      <a:pt x="7091" y="9964"/>
                      <a:pt x="7048" y="9991"/>
                      <a:pt x="7048" y="10034"/>
                    </a:cubicBezTo>
                    <a:cubicBezTo>
                      <a:pt x="7048" y="10055"/>
                      <a:pt x="7091" y="10099"/>
                      <a:pt x="7113" y="10099"/>
                    </a:cubicBezTo>
                    <a:cubicBezTo>
                      <a:pt x="7156" y="10099"/>
                      <a:pt x="7183" y="10055"/>
                      <a:pt x="7183" y="10034"/>
                    </a:cubicBezTo>
                    <a:cubicBezTo>
                      <a:pt x="7183" y="9991"/>
                      <a:pt x="7156" y="9964"/>
                      <a:pt x="7113" y="9964"/>
                    </a:cubicBezTo>
                    <a:close/>
                    <a:moveTo>
                      <a:pt x="7113" y="10234"/>
                    </a:moveTo>
                    <a:cubicBezTo>
                      <a:pt x="7091" y="10234"/>
                      <a:pt x="7048" y="10261"/>
                      <a:pt x="7048" y="10304"/>
                    </a:cubicBezTo>
                    <a:cubicBezTo>
                      <a:pt x="7048" y="10326"/>
                      <a:pt x="7091" y="10369"/>
                      <a:pt x="7113" y="10369"/>
                    </a:cubicBezTo>
                    <a:cubicBezTo>
                      <a:pt x="7156" y="10369"/>
                      <a:pt x="7183" y="10326"/>
                      <a:pt x="7183" y="10304"/>
                    </a:cubicBezTo>
                    <a:cubicBezTo>
                      <a:pt x="7183" y="10261"/>
                      <a:pt x="7156" y="10234"/>
                      <a:pt x="7113" y="10234"/>
                    </a:cubicBezTo>
                    <a:close/>
                    <a:moveTo>
                      <a:pt x="7113" y="10504"/>
                    </a:moveTo>
                    <a:cubicBezTo>
                      <a:pt x="7091" y="10504"/>
                      <a:pt x="7048" y="10531"/>
                      <a:pt x="7048" y="10574"/>
                    </a:cubicBezTo>
                    <a:cubicBezTo>
                      <a:pt x="7048" y="10596"/>
                      <a:pt x="7091" y="10639"/>
                      <a:pt x="7113" y="10639"/>
                    </a:cubicBezTo>
                    <a:cubicBezTo>
                      <a:pt x="7156" y="10639"/>
                      <a:pt x="7183" y="10596"/>
                      <a:pt x="7183" y="10574"/>
                    </a:cubicBezTo>
                    <a:cubicBezTo>
                      <a:pt x="7183" y="10531"/>
                      <a:pt x="7156" y="10504"/>
                      <a:pt x="7113" y="10504"/>
                    </a:cubicBezTo>
                    <a:close/>
                    <a:moveTo>
                      <a:pt x="7113" y="10774"/>
                    </a:moveTo>
                    <a:cubicBezTo>
                      <a:pt x="7091" y="10774"/>
                      <a:pt x="7048" y="10801"/>
                      <a:pt x="7048" y="10844"/>
                    </a:cubicBezTo>
                    <a:cubicBezTo>
                      <a:pt x="7048" y="10866"/>
                      <a:pt x="7091" y="10909"/>
                      <a:pt x="7113" y="10909"/>
                    </a:cubicBezTo>
                    <a:cubicBezTo>
                      <a:pt x="7156" y="10909"/>
                      <a:pt x="7183" y="10866"/>
                      <a:pt x="7183" y="10844"/>
                    </a:cubicBezTo>
                    <a:cubicBezTo>
                      <a:pt x="7183" y="10801"/>
                      <a:pt x="7156" y="10774"/>
                      <a:pt x="7113" y="10774"/>
                    </a:cubicBezTo>
                    <a:close/>
                    <a:moveTo>
                      <a:pt x="7113" y="11044"/>
                    </a:moveTo>
                    <a:cubicBezTo>
                      <a:pt x="7091" y="11044"/>
                      <a:pt x="7048" y="11071"/>
                      <a:pt x="7048" y="11114"/>
                    </a:cubicBezTo>
                    <a:cubicBezTo>
                      <a:pt x="7048" y="11136"/>
                      <a:pt x="7091" y="11179"/>
                      <a:pt x="7113" y="11179"/>
                    </a:cubicBezTo>
                    <a:cubicBezTo>
                      <a:pt x="7156" y="11179"/>
                      <a:pt x="7183" y="11136"/>
                      <a:pt x="7183" y="11114"/>
                    </a:cubicBezTo>
                    <a:cubicBezTo>
                      <a:pt x="7183" y="11071"/>
                      <a:pt x="7156" y="11044"/>
                      <a:pt x="7113" y="11044"/>
                    </a:cubicBezTo>
                    <a:close/>
                    <a:moveTo>
                      <a:pt x="7113" y="11314"/>
                    </a:moveTo>
                    <a:cubicBezTo>
                      <a:pt x="7091" y="11314"/>
                      <a:pt x="7048" y="11341"/>
                      <a:pt x="7048" y="11384"/>
                    </a:cubicBezTo>
                    <a:cubicBezTo>
                      <a:pt x="7048" y="11406"/>
                      <a:pt x="7091" y="11449"/>
                      <a:pt x="7113" y="11449"/>
                    </a:cubicBezTo>
                    <a:cubicBezTo>
                      <a:pt x="7156" y="11449"/>
                      <a:pt x="7183" y="11406"/>
                      <a:pt x="7183" y="11384"/>
                    </a:cubicBezTo>
                    <a:cubicBezTo>
                      <a:pt x="7183" y="11341"/>
                      <a:pt x="7156" y="11314"/>
                      <a:pt x="7113" y="11314"/>
                    </a:cubicBezTo>
                    <a:close/>
                    <a:moveTo>
                      <a:pt x="7113" y="11584"/>
                    </a:moveTo>
                    <a:cubicBezTo>
                      <a:pt x="7091" y="11584"/>
                      <a:pt x="7048" y="11611"/>
                      <a:pt x="7048" y="11654"/>
                    </a:cubicBezTo>
                    <a:cubicBezTo>
                      <a:pt x="7048" y="11676"/>
                      <a:pt x="7091" y="11719"/>
                      <a:pt x="7113" y="11719"/>
                    </a:cubicBezTo>
                    <a:cubicBezTo>
                      <a:pt x="7156" y="11719"/>
                      <a:pt x="7183" y="11676"/>
                      <a:pt x="7183" y="11654"/>
                    </a:cubicBezTo>
                    <a:cubicBezTo>
                      <a:pt x="7183" y="11611"/>
                      <a:pt x="7156" y="11584"/>
                      <a:pt x="7113" y="11584"/>
                    </a:cubicBezTo>
                    <a:close/>
                    <a:moveTo>
                      <a:pt x="7113" y="11854"/>
                    </a:moveTo>
                    <a:cubicBezTo>
                      <a:pt x="7091" y="11854"/>
                      <a:pt x="7048" y="11881"/>
                      <a:pt x="7048" y="11924"/>
                    </a:cubicBezTo>
                    <a:cubicBezTo>
                      <a:pt x="7048" y="11946"/>
                      <a:pt x="7091" y="11989"/>
                      <a:pt x="7113" y="11989"/>
                    </a:cubicBezTo>
                    <a:cubicBezTo>
                      <a:pt x="7156" y="11989"/>
                      <a:pt x="7183" y="11946"/>
                      <a:pt x="7183" y="11924"/>
                    </a:cubicBezTo>
                    <a:cubicBezTo>
                      <a:pt x="7183" y="11881"/>
                      <a:pt x="7156" y="11854"/>
                      <a:pt x="7113" y="11854"/>
                    </a:cubicBezTo>
                    <a:close/>
                    <a:moveTo>
                      <a:pt x="7113" y="12124"/>
                    </a:moveTo>
                    <a:cubicBezTo>
                      <a:pt x="7091" y="12124"/>
                      <a:pt x="7048" y="12151"/>
                      <a:pt x="7048" y="12194"/>
                    </a:cubicBezTo>
                    <a:cubicBezTo>
                      <a:pt x="7048" y="12216"/>
                      <a:pt x="7091" y="12259"/>
                      <a:pt x="7113" y="12259"/>
                    </a:cubicBezTo>
                    <a:cubicBezTo>
                      <a:pt x="7156" y="12259"/>
                      <a:pt x="7183" y="12216"/>
                      <a:pt x="7183" y="12194"/>
                    </a:cubicBezTo>
                    <a:cubicBezTo>
                      <a:pt x="7183" y="12151"/>
                      <a:pt x="7156" y="12124"/>
                      <a:pt x="7113" y="12124"/>
                    </a:cubicBezTo>
                    <a:close/>
                    <a:moveTo>
                      <a:pt x="7113" y="12394"/>
                    </a:moveTo>
                    <a:cubicBezTo>
                      <a:pt x="7091" y="12394"/>
                      <a:pt x="7048" y="12421"/>
                      <a:pt x="7048" y="12464"/>
                    </a:cubicBezTo>
                    <a:cubicBezTo>
                      <a:pt x="7048" y="12486"/>
                      <a:pt x="7091" y="12529"/>
                      <a:pt x="7113" y="12529"/>
                    </a:cubicBezTo>
                    <a:cubicBezTo>
                      <a:pt x="7156" y="12529"/>
                      <a:pt x="7183" y="12486"/>
                      <a:pt x="7183" y="12464"/>
                    </a:cubicBezTo>
                    <a:cubicBezTo>
                      <a:pt x="7183" y="12421"/>
                      <a:pt x="7156" y="12394"/>
                      <a:pt x="7113" y="12394"/>
                    </a:cubicBezTo>
                    <a:close/>
                    <a:moveTo>
                      <a:pt x="7113" y="12664"/>
                    </a:moveTo>
                    <a:cubicBezTo>
                      <a:pt x="7091" y="12664"/>
                      <a:pt x="7048" y="12691"/>
                      <a:pt x="7048" y="12734"/>
                    </a:cubicBezTo>
                    <a:cubicBezTo>
                      <a:pt x="7048" y="12756"/>
                      <a:pt x="7091" y="12799"/>
                      <a:pt x="7113" y="12799"/>
                    </a:cubicBezTo>
                    <a:cubicBezTo>
                      <a:pt x="7156" y="12799"/>
                      <a:pt x="7183" y="12756"/>
                      <a:pt x="7183" y="12734"/>
                    </a:cubicBezTo>
                    <a:cubicBezTo>
                      <a:pt x="7183" y="12691"/>
                      <a:pt x="7156" y="12664"/>
                      <a:pt x="7113" y="12664"/>
                    </a:cubicBezTo>
                    <a:close/>
                    <a:moveTo>
                      <a:pt x="7113" y="12934"/>
                    </a:moveTo>
                    <a:cubicBezTo>
                      <a:pt x="7091" y="12934"/>
                      <a:pt x="7048" y="12961"/>
                      <a:pt x="7048" y="13004"/>
                    </a:cubicBezTo>
                    <a:cubicBezTo>
                      <a:pt x="7048" y="13026"/>
                      <a:pt x="7091" y="13069"/>
                      <a:pt x="7113" y="13069"/>
                    </a:cubicBezTo>
                    <a:cubicBezTo>
                      <a:pt x="7156" y="13069"/>
                      <a:pt x="7183" y="13026"/>
                      <a:pt x="7183" y="13004"/>
                    </a:cubicBezTo>
                    <a:cubicBezTo>
                      <a:pt x="7183" y="12961"/>
                      <a:pt x="7156" y="12934"/>
                      <a:pt x="7113" y="12934"/>
                    </a:cubicBezTo>
                    <a:close/>
                    <a:moveTo>
                      <a:pt x="7113" y="13204"/>
                    </a:moveTo>
                    <a:cubicBezTo>
                      <a:pt x="7091" y="13204"/>
                      <a:pt x="7048" y="13231"/>
                      <a:pt x="7048" y="13274"/>
                    </a:cubicBezTo>
                    <a:cubicBezTo>
                      <a:pt x="7048" y="13296"/>
                      <a:pt x="7091" y="13339"/>
                      <a:pt x="7113" y="13339"/>
                    </a:cubicBezTo>
                    <a:cubicBezTo>
                      <a:pt x="7156" y="13339"/>
                      <a:pt x="7183" y="13296"/>
                      <a:pt x="7183" y="13274"/>
                    </a:cubicBezTo>
                    <a:cubicBezTo>
                      <a:pt x="7183" y="13231"/>
                      <a:pt x="7156" y="13204"/>
                      <a:pt x="7113" y="13204"/>
                    </a:cubicBezTo>
                    <a:close/>
                    <a:moveTo>
                      <a:pt x="7113" y="13474"/>
                    </a:moveTo>
                    <a:cubicBezTo>
                      <a:pt x="7091" y="13474"/>
                      <a:pt x="7048" y="13501"/>
                      <a:pt x="7048" y="13544"/>
                    </a:cubicBezTo>
                    <a:cubicBezTo>
                      <a:pt x="7048" y="13566"/>
                      <a:pt x="7091" y="13609"/>
                      <a:pt x="7113" y="13609"/>
                    </a:cubicBezTo>
                    <a:cubicBezTo>
                      <a:pt x="7156" y="13609"/>
                      <a:pt x="7183" y="13566"/>
                      <a:pt x="7183" y="13544"/>
                    </a:cubicBezTo>
                    <a:cubicBezTo>
                      <a:pt x="7183" y="13501"/>
                      <a:pt x="7156" y="13474"/>
                      <a:pt x="7113" y="13474"/>
                    </a:cubicBezTo>
                    <a:close/>
                    <a:moveTo>
                      <a:pt x="7205" y="13679"/>
                    </a:moveTo>
                    <a:cubicBezTo>
                      <a:pt x="7156" y="13679"/>
                      <a:pt x="7135" y="13701"/>
                      <a:pt x="7135" y="13744"/>
                    </a:cubicBezTo>
                    <a:cubicBezTo>
                      <a:pt x="7135" y="13771"/>
                      <a:pt x="7156" y="13814"/>
                      <a:pt x="7205" y="13814"/>
                    </a:cubicBezTo>
                    <a:cubicBezTo>
                      <a:pt x="7226" y="13814"/>
                      <a:pt x="7270" y="13771"/>
                      <a:pt x="7270" y="13744"/>
                    </a:cubicBezTo>
                    <a:cubicBezTo>
                      <a:pt x="7270" y="13701"/>
                      <a:pt x="7226" y="13679"/>
                      <a:pt x="7205" y="13679"/>
                    </a:cubicBezTo>
                    <a:close/>
                    <a:moveTo>
                      <a:pt x="7475" y="13679"/>
                    </a:moveTo>
                    <a:cubicBezTo>
                      <a:pt x="7426" y="13679"/>
                      <a:pt x="7405" y="13701"/>
                      <a:pt x="7405" y="13744"/>
                    </a:cubicBezTo>
                    <a:cubicBezTo>
                      <a:pt x="7405" y="13771"/>
                      <a:pt x="7426" y="13814"/>
                      <a:pt x="7475" y="13814"/>
                    </a:cubicBezTo>
                    <a:cubicBezTo>
                      <a:pt x="7496" y="13814"/>
                      <a:pt x="7540" y="13771"/>
                      <a:pt x="7540" y="13744"/>
                    </a:cubicBezTo>
                    <a:cubicBezTo>
                      <a:pt x="7540" y="13701"/>
                      <a:pt x="7496" y="13679"/>
                      <a:pt x="7475" y="13679"/>
                    </a:cubicBezTo>
                    <a:close/>
                    <a:moveTo>
                      <a:pt x="7745" y="13679"/>
                    </a:moveTo>
                    <a:cubicBezTo>
                      <a:pt x="7696" y="13679"/>
                      <a:pt x="7675" y="13701"/>
                      <a:pt x="7675" y="13744"/>
                    </a:cubicBezTo>
                    <a:cubicBezTo>
                      <a:pt x="7675" y="13771"/>
                      <a:pt x="7696" y="13814"/>
                      <a:pt x="7745" y="13814"/>
                    </a:cubicBezTo>
                    <a:cubicBezTo>
                      <a:pt x="7766" y="13814"/>
                      <a:pt x="7810" y="13771"/>
                      <a:pt x="7810" y="13744"/>
                    </a:cubicBezTo>
                    <a:cubicBezTo>
                      <a:pt x="7810" y="13701"/>
                      <a:pt x="7766" y="13679"/>
                      <a:pt x="7745" y="13679"/>
                    </a:cubicBezTo>
                    <a:close/>
                    <a:moveTo>
                      <a:pt x="8015" y="13679"/>
                    </a:moveTo>
                    <a:cubicBezTo>
                      <a:pt x="7966" y="13679"/>
                      <a:pt x="7945" y="13701"/>
                      <a:pt x="7945" y="13744"/>
                    </a:cubicBezTo>
                    <a:cubicBezTo>
                      <a:pt x="7945" y="13771"/>
                      <a:pt x="7966" y="13814"/>
                      <a:pt x="8015" y="13814"/>
                    </a:cubicBezTo>
                    <a:cubicBezTo>
                      <a:pt x="8036" y="13814"/>
                      <a:pt x="8080" y="13771"/>
                      <a:pt x="8080" y="13744"/>
                    </a:cubicBezTo>
                    <a:cubicBezTo>
                      <a:pt x="8080" y="13701"/>
                      <a:pt x="8036" y="13679"/>
                      <a:pt x="8015" y="13679"/>
                    </a:cubicBezTo>
                    <a:close/>
                    <a:moveTo>
                      <a:pt x="8285" y="13679"/>
                    </a:moveTo>
                    <a:cubicBezTo>
                      <a:pt x="8236" y="13679"/>
                      <a:pt x="8215" y="13701"/>
                      <a:pt x="8215" y="13744"/>
                    </a:cubicBezTo>
                    <a:cubicBezTo>
                      <a:pt x="8215" y="13771"/>
                      <a:pt x="8236" y="13814"/>
                      <a:pt x="8285" y="13814"/>
                    </a:cubicBezTo>
                    <a:cubicBezTo>
                      <a:pt x="8306" y="13814"/>
                      <a:pt x="8350" y="13771"/>
                      <a:pt x="8350" y="13744"/>
                    </a:cubicBezTo>
                    <a:cubicBezTo>
                      <a:pt x="8350" y="13701"/>
                      <a:pt x="8306" y="13679"/>
                      <a:pt x="8285" y="13679"/>
                    </a:cubicBezTo>
                    <a:close/>
                    <a:moveTo>
                      <a:pt x="8555" y="13679"/>
                    </a:moveTo>
                    <a:cubicBezTo>
                      <a:pt x="8506" y="13679"/>
                      <a:pt x="8485" y="13701"/>
                      <a:pt x="8485" y="13744"/>
                    </a:cubicBezTo>
                    <a:cubicBezTo>
                      <a:pt x="8485" y="13771"/>
                      <a:pt x="8506" y="13814"/>
                      <a:pt x="8555" y="13814"/>
                    </a:cubicBezTo>
                    <a:cubicBezTo>
                      <a:pt x="8576" y="13814"/>
                      <a:pt x="8620" y="13771"/>
                      <a:pt x="8620" y="13744"/>
                    </a:cubicBezTo>
                    <a:cubicBezTo>
                      <a:pt x="8620" y="13701"/>
                      <a:pt x="8576" y="13679"/>
                      <a:pt x="8555" y="13679"/>
                    </a:cubicBezTo>
                    <a:close/>
                    <a:moveTo>
                      <a:pt x="8825" y="13679"/>
                    </a:moveTo>
                    <a:cubicBezTo>
                      <a:pt x="8776" y="13679"/>
                      <a:pt x="8755" y="13701"/>
                      <a:pt x="8755" y="13744"/>
                    </a:cubicBezTo>
                    <a:cubicBezTo>
                      <a:pt x="8755" y="13771"/>
                      <a:pt x="8776" y="13814"/>
                      <a:pt x="8825" y="13814"/>
                    </a:cubicBezTo>
                    <a:cubicBezTo>
                      <a:pt x="8846" y="13814"/>
                      <a:pt x="8890" y="13771"/>
                      <a:pt x="8890" y="13744"/>
                    </a:cubicBezTo>
                    <a:cubicBezTo>
                      <a:pt x="8890" y="13701"/>
                      <a:pt x="8846" y="13679"/>
                      <a:pt x="8825" y="13679"/>
                    </a:cubicBezTo>
                    <a:close/>
                    <a:moveTo>
                      <a:pt x="9095" y="13679"/>
                    </a:moveTo>
                    <a:cubicBezTo>
                      <a:pt x="9046" y="13679"/>
                      <a:pt x="9025" y="13701"/>
                      <a:pt x="9025" y="13744"/>
                    </a:cubicBezTo>
                    <a:cubicBezTo>
                      <a:pt x="9025" y="13771"/>
                      <a:pt x="9046" y="13814"/>
                      <a:pt x="9095" y="13814"/>
                    </a:cubicBezTo>
                    <a:cubicBezTo>
                      <a:pt x="9117" y="13814"/>
                      <a:pt x="9160" y="13771"/>
                      <a:pt x="9160" y="13744"/>
                    </a:cubicBezTo>
                    <a:cubicBezTo>
                      <a:pt x="9160" y="13701"/>
                      <a:pt x="9117" y="13679"/>
                      <a:pt x="9095" y="13679"/>
                    </a:cubicBezTo>
                    <a:close/>
                    <a:moveTo>
                      <a:pt x="9365" y="13679"/>
                    </a:moveTo>
                    <a:cubicBezTo>
                      <a:pt x="9316" y="13679"/>
                      <a:pt x="9295" y="13701"/>
                      <a:pt x="9295" y="13744"/>
                    </a:cubicBezTo>
                    <a:cubicBezTo>
                      <a:pt x="9295" y="13771"/>
                      <a:pt x="9316" y="13814"/>
                      <a:pt x="9365" y="13814"/>
                    </a:cubicBezTo>
                    <a:cubicBezTo>
                      <a:pt x="9387" y="13814"/>
                      <a:pt x="9430" y="13771"/>
                      <a:pt x="9430" y="13744"/>
                    </a:cubicBezTo>
                    <a:cubicBezTo>
                      <a:pt x="9430" y="13701"/>
                      <a:pt x="9387" y="13679"/>
                      <a:pt x="9365" y="13679"/>
                    </a:cubicBezTo>
                    <a:close/>
                    <a:moveTo>
                      <a:pt x="9635" y="13679"/>
                    </a:moveTo>
                    <a:cubicBezTo>
                      <a:pt x="9586" y="13679"/>
                      <a:pt x="9565" y="13701"/>
                      <a:pt x="9565" y="13744"/>
                    </a:cubicBezTo>
                    <a:cubicBezTo>
                      <a:pt x="9565" y="13771"/>
                      <a:pt x="9586" y="13814"/>
                      <a:pt x="9635" y="13814"/>
                    </a:cubicBezTo>
                    <a:cubicBezTo>
                      <a:pt x="9657" y="13814"/>
                      <a:pt x="9700" y="13771"/>
                      <a:pt x="9700" y="13744"/>
                    </a:cubicBezTo>
                    <a:cubicBezTo>
                      <a:pt x="9700" y="13701"/>
                      <a:pt x="9657" y="13679"/>
                      <a:pt x="9635" y="13679"/>
                    </a:cubicBezTo>
                    <a:close/>
                    <a:moveTo>
                      <a:pt x="9905" y="13679"/>
                    </a:moveTo>
                    <a:cubicBezTo>
                      <a:pt x="9856" y="13679"/>
                      <a:pt x="9835" y="13701"/>
                      <a:pt x="9835" y="13744"/>
                    </a:cubicBezTo>
                    <a:cubicBezTo>
                      <a:pt x="9835" y="13771"/>
                      <a:pt x="9856" y="13814"/>
                      <a:pt x="9905" y="13814"/>
                    </a:cubicBezTo>
                    <a:cubicBezTo>
                      <a:pt x="9927" y="13814"/>
                      <a:pt x="9970" y="13771"/>
                      <a:pt x="9970" y="13744"/>
                    </a:cubicBezTo>
                    <a:cubicBezTo>
                      <a:pt x="9970" y="13701"/>
                      <a:pt x="9927" y="13679"/>
                      <a:pt x="9905" y="13679"/>
                    </a:cubicBezTo>
                    <a:close/>
                    <a:moveTo>
                      <a:pt x="10175" y="13679"/>
                    </a:moveTo>
                    <a:cubicBezTo>
                      <a:pt x="10126" y="13679"/>
                      <a:pt x="10105" y="13701"/>
                      <a:pt x="10105" y="13744"/>
                    </a:cubicBezTo>
                    <a:cubicBezTo>
                      <a:pt x="10105" y="13771"/>
                      <a:pt x="10126" y="13814"/>
                      <a:pt x="10175" y="13814"/>
                    </a:cubicBezTo>
                    <a:cubicBezTo>
                      <a:pt x="10197" y="13814"/>
                      <a:pt x="10240" y="13771"/>
                      <a:pt x="10240" y="13744"/>
                    </a:cubicBezTo>
                    <a:cubicBezTo>
                      <a:pt x="10240" y="13701"/>
                      <a:pt x="10197" y="13679"/>
                      <a:pt x="10175" y="13679"/>
                    </a:cubicBezTo>
                    <a:close/>
                    <a:moveTo>
                      <a:pt x="10445" y="13679"/>
                    </a:moveTo>
                    <a:cubicBezTo>
                      <a:pt x="10396" y="13679"/>
                      <a:pt x="10375" y="13701"/>
                      <a:pt x="10375" y="13744"/>
                    </a:cubicBezTo>
                    <a:cubicBezTo>
                      <a:pt x="10375" y="13771"/>
                      <a:pt x="10396" y="13814"/>
                      <a:pt x="10445" y="13814"/>
                    </a:cubicBezTo>
                    <a:cubicBezTo>
                      <a:pt x="10467" y="13814"/>
                      <a:pt x="10510" y="13771"/>
                      <a:pt x="10510" y="13744"/>
                    </a:cubicBezTo>
                    <a:cubicBezTo>
                      <a:pt x="10510" y="13701"/>
                      <a:pt x="10467" y="13679"/>
                      <a:pt x="10445" y="13679"/>
                    </a:cubicBezTo>
                    <a:close/>
                    <a:moveTo>
                      <a:pt x="10715" y="13679"/>
                    </a:moveTo>
                    <a:cubicBezTo>
                      <a:pt x="10666" y="13679"/>
                      <a:pt x="10645" y="13701"/>
                      <a:pt x="10645" y="13744"/>
                    </a:cubicBezTo>
                    <a:cubicBezTo>
                      <a:pt x="10645" y="13771"/>
                      <a:pt x="10666" y="13814"/>
                      <a:pt x="10715" y="13814"/>
                    </a:cubicBezTo>
                    <a:cubicBezTo>
                      <a:pt x="10737" y="13814"/>
                      <a:pt x="10780" y="13771"/>
                      <a:pt x="10780" y="13744"/>
                    </a:cubicBezTo>
                    <a:cubicBezTo>
                      <a:pt x="10780" y="13701"/>
                      <a:pt x="10737" y="13679"/>
                      <a:pt x="10715" y="13679"/>
                    </a:cubicBezTo>
                    <a:close/>
                    <a:moveTo>
                      <a:pt x="10985" y="13679"/>
                    </a:moveTo>
                    <a:cubicBezTo>
                      <a:pt x="10936" y="13679"/>
                      <a:pt x="10915" y="13701"/>
                      <a:pt x="10915" y="13744"/>
                    </a:cubicBezTo>
                    <a:cubicBezTo>
                      <a:pt x="10915" y="13771"/>
                      <a:pt x="10936" y="13814"/>
                      <a:pt x="10985" y="13814"/>
                    </a:cubicBezTo>
                    <a:cubicBezTo>
                      <a:pt x="11007" y="13814"/>
                      <a:pt x="11050" y="13771"/>
                      <a:pt x="11050" y="13744"/>
                    </a:cubicBezTo>
                    <a:cubicBezTo>
                      <a:pt x="11050" y="13701"/>
                      <a:pt x="11007" y="13679"/>
                      <a:pt x="10985" y="13679"/>
                    </a:cubicBezTo>
                    <a:close/>
                    <a:moveTo>
                      <a:pt x="11255" y="13679"/>
                    </a:moveTo>
                    <a:cubicBezTo>
                      <a:pt x="11206" y="13679"/>
                      <a:pt x="11185" y="13701"/>
                      <a:pt x="11185" y="13744"/>
                    </a:cubicBezTo>
                    <a:cubicBezTo>
                      <a:pt x="11185" y="13771"/>
                      <a:pt x="11206" y="13814"/>
                      <a:pt x="11255" y="13814"/>
                    </a:cubicBezTo>
                    <a:cubicBezTo>
                      <a:pt x="11277" y="13814"/>
                      <a:pt x="11320" y="13771"/>
                      <a:pt x="11320" y="13744"/>
                    </a:cubicBezTo>
                    <a:cubicBezTo>
                      <a:pt x="11320" y="13701"/>
                      <a:pt x="11277" y="13679"/>
                      <a:pt x="11255" y="13679"/>
                    </a:cubicBezTo>
                    <a:close/>
                    <a:moveTo>
                      <a:pt x="11525" y="13679"/>
                    </a:moveTo>
                    <a:cubicBezTo>
                      <a:pt x="11476" y="13679"/>
                      <a:pt x="11455" y="13701"/>
                      <a:pt x="11455" y="13744"/>
                    </a:cubicBezTo>
                    <a:cubicBezTo>
                      <a:pt x="11455" y="13771"/>
                      <a:pt x="11476" y="13814"/>
                      <a:pt x="11525" y="13814"/>
                    </a:cubicBezTo>
                    <a:cubicBezTo>
                      <a:pt x="11547" y="13814"/>
                      <a:pt x="11590" y="13771"/>
                      <a:pt x="11590" y="13744"/>
                    </a:cubicBezTo>
                    <a:cubicBezTo>
                      <a:pt x="11590" y="13701"/>
                      <a:pt x="11547" y="13679"/>
                      <a:pt x="11525" y="13679"/>
                    </a:cubicBezTo>
                    <a:close/>
                    <a:moveTo>
                      <a:pt x="11795" y="13679"/>
                    </a:moveTo>
                    <a:cubicBezTo>
                      <a:pt x="11746" y="13679"/>
                      <a:pt x="11725" y="13701"/>
                      <a:pt x="11725" y="13744"/>
                    </a:cubicBezTo>
                    <a:cubicBezTo>
                      <a:pt x="11725" y="13771"/>
                      <a:pt x="11746" y="13814"/>
                      <a:pt x="11795" y="13814"/>
                    </a:cubicBezTo>
                    <a:cubicBezTo>
                      <a:pt x="11817" y="13814"/>
                      <a:pt x="11860" y="13771"/>
                      <a:pt x="11860" y="13744"/>
                    </a:cubicBezTo>
                    <a:cubicBezTo>
                      <a:pt x="11860" y="13701"/>
                      <a:pt x="11817" y="13679"/>
                      <a:pt x="11795" y="13679"/>
                    </a:cubicBezTo>
                    <a:close/>
                    <a:moveTo>
                      <a:pt x="12065" y="13679"/>
                    </a:moveTo>
                    <a:cubicBezTo>
                      <a:pt x="12016" y="13679"/>
                      <a:pt x="11995" y="13701"/>
                      <a:pt x="11995" y="13744"/>
                    </a:cubicBezTo>
                    <a:cubicBezTo>
                      <a:pt x="11995" y="13771"/>
                      <a:pt x="12016" y="13814"/>
                      <a:pt x="12065" y="13814"/>
                    </a:cubicBezTo>
                    <a:cubicBezTo>
                      <a:pt x="12087" y="13814"/>
                      <a:pt x="12130" y="13771"/>
                      <a:pt x="12130" y="13744"/>
                    </a:cubicBezTo>
                    <a:cubicBezTo>
                      <a:pt x="12130" y="13701"/>
                      <a:pt x="12087" y="13679"/>
                      <a:pt x="12065" y="13679"/>
                    </a:cubicBezTo>
                    <a:close/>
                    <a:moveTo>
                      <a:pt x="12335" y="13679"/>
                    </a:moveTo>
                    <a:cubicBezTo>
                      <a:pt x="12286" y="13679"/>
                      <a:pt x="12265" y="13701"/>
                      <a:pt x="12265" y="13744"/>
                    </a:cubicBezTo>
                    <a:cubicBezTo>
                      <a:pt x="12265" y="13771"/>
                      <a:pt x="12286" y="13814"/>
                      <a:pt x="12335" y="13814"/>
                    </a:cubicBezTo>
                    <a:cubicBezTo>
                      <a:pt x="12357" y="13814"/>
                      <a:pt x="12400" y="13771"/>
                      <a:pt x="12400" y="13744"/>
                    </a:cubicBezTo>
                    <a:cubicBezTo>
                      <a:pt x="12400" y="13701"/>
                      <a:pt x="12357" y="13679"/>
                      <a:pt x="12335" y="13679"/>
                    </a:cubicBezTo>
                    <a:close/>
                    <a:moveTo>
                      <a:pt x="12605" y="13679"/>
                    </a:moveTo>
                    <a:cubicBezTo>
                      <a:pt x="12556" y="13679"/>
                      <a:pt x="12535" y="13701"/>
                      <a:pt x="12535" y="13744"/>
                    </a:cubicBezTo>
                    <a:cubicBezTo>
                      <a:pt x="12535" y="13771"/>
                      <a:pt x="12556" y="13814"/>
                      <a:pt x="12605" y="13814"/>
                    </a:cubicBezTo>
                    <a:cubicBezTo>
                      <a:pt x="12627" y="13814"/>
                      <a:pt x="12670" y="13771"/>
                      <a:pt x="12670" y="13744"/>
                    </a:cubicBezTo>
                    <a:cubicBezTo>
                      <a:pt x="12670" y="13701"/>
                      <a:pt x="12627" y="13679"/>
                      <a:pt x="12605" y="13679"/>
                    </a:cubicBezTo>
                    <a:close/>
                    <a:moveTo>
                      <a:pt x="12875" y="13679"/>
                    </a:moveTo>
                    <a:cubicBezTo>
                      <a:pt x="12826" y="13679"/>
                      <a:pt x="12805" y="13701"/>
                      <a:pt x="12805" y="13744"/>
                    </a:cubicBezTo>
                    <a:cubicBezTo>
                      <a:pt x="12805" y="13771"/>
                      <a:pt x="12826" y="13814"/>
                      <a:pt x="12875" y="13814"/>
                    </a:cubicBezTo>
                    <a:cubicBezTo>
                      <a:pt x="12897" y="13814"/>
                      <a:pt x="12940" y="13771"/>
                      <a:pt x="12940" y="13744"/>
                    </a:cubicBezTo>
                    <a:cubicBezTo>
                      <a:pt x="12940" y="13701"/>
                      <a:pt x="12897" y="13679"/>
                      <a:pt x="12875" y="13679"/>
                    </a:cubicBezTo>
                    <a:close/>
                    <a:moveTo>
                      <a:pt x="13145" y="13679"/>
                    </a:moveTo>
                    <a:cubicBezTo>
                      <a:pt x="13097" y="13679"/>
                      <a:pt x="13075" y="13701"/>
                      <a:pt x="13075" y="13744"/>
                    </a:cubicBezTo>
                    <a:cubicBezTo>
                      <a:pt x="13075" y="13771"/>
                      <a:pt x="13097" y="13814"/>
                      <a:pt x="13145" y="13814"/>
                    </a:cubicBezTo>
                    <a:cubicBezTo>
                      <a:pt x="13167" y="13814"/>
                      <a:pt x="13210" y="13771"/>
                      <a:pt x="13210" y="13744"/>
                    </a:cubicBezTo>
                    <a:cubicBezTo>
                      <a:pt x="13210" y="13701"/>
                      <a:pt x="13167" y="13679"/>
                      <a:pt x="13145" y="13679"/>
                    </a:cubicBezTo>
                    <a:close/>
                    <a:moveTo>
                      <a:pt x="13415" y="13679"/>
                    </a:moveTo>
                    <a:cubicBezTo>
                      <a:pt x="13367" y="13679"/>
                      <a:pt x="13345" y="13701"/>
                      <a:pt x="13345" y="13744"/>
                    </a:cubicBezTo>
                    <a:cubicBezTo>
                      <a:pt x="13345" y="13771"/>
                      <a:pt x="13367" y="13814"/>
                      <a:pt x="13415" y="13814"/>
                    </a:cubicBezTo>
                    <a:cubicBezTo>
                      <a:pt x="13437" y="13814"/>
                      <a:pt x="13480" y="13771"/>
                      <a:pt x="13480" y="13744"/>
                    </a:cubicBezTo>
                    <a:cubicBezTo>
                      <a:pt x="13480" y="13701"/>
                      <a:pt x="13437" y="13679"/>
                      <a:pt x="13415" y="13679"/>
                    </a:cubicBezTo>
                    <a:close/>
                    <a:moveTo>
                      <a:pt x="13685" y="13679"/>
                    </a:moveTo>
                    <a:cubicBezTo>
                      <a:pt x="13637" y="13679"/>
                      <a:pt x="13615" y="13701"/>
                      <a:pt x="13615" y="13744"/>
                    </a:cubicBezTo>
                    <a:cubicBezTo>
                      <a:pt x="13615" y="13771"/>
                      <a:pt x="13637" y="13814"/>
                      <a:pt x="13685" y="13814"/>
                    </a:cubicBezTo>
                    <a:cubicBezTo>
                      <a:pt x="13707" y="13814"/>
                      <a:pt x="13750" y="13771"/>
                      <a:pt x="13750" y="13744"/>
                    </a:cubicBezTo>
                    <a:cubicBezTo>
                      <a:pt x="13750" y="13701"/>
                      <a:pt x="13707" y="13679"/>
                      <a:pt x="13685" y="13679"/>
                    </a:cubicBezTo>
                    <a:close/>
                    <a:moveTo>
                      <a:pt x="13955" y="13679"/>
                    </a:moveTo>
                    <a:cubicBezTo>
                      <a:pt x="13907" y="13679"/>
                      <a:pt x="13885" y="13701"/>
                      <a:pt x="13885" y="13744"/>
                    </a:cubicBezTo>
                    <a:cubicBezTo>
                      <a:pt x="13885" y="13771"/>
                      <a:pt x="13907" y="13814"/>
                      <a:pt x="13955" y="13814"/>
                    </a:cubicBezTo>
                    <a:cubicBezTo>
                      <a:pt x="13977" y="13814"/>
                      <a:pt x="14020" y="13771"/>
                      <a:pt x="14020" y="13744"/>
                    </a:cubicBezTo>
                    <a:cubicBezTo>
                      <a:pt x="14020" y="13701"/>
                      <a:pt x="13977" y="13679"/>
                      <a:pt x="13955" y="13679"/>
                    </a:cubicBezTo>
                    <a:close/>
                    <a:moveTo>
                      <a:pt x="14225" y="13679"/>
                    </a:moveTo>
                    <a:cubicBezTo>
                      <a:pt x="14177" y="13679"/>
                      <a:pt x="14155" y="13701"/>
                      <a:pt x="14155" y="13744"/>
                    </a:cubicBezTo>
                    <a:cubicBezTo>
                      <a:pt x="14155" y="13771"/>
                      <a:pt x="14177" y="13814"/>
                      <a:pt x="14225" y="13814"/>
                    </a:cubicBezTo>
                    <a:cubicBezTo>
                      <a:pt x="14247" y="13814"/>
                      <a:pt x="14290" y="13771"/>
                      <a:pt x="14290" y="13744"/>
                    </a:cubicBezTo>
                    <a:cubicBezTo>
                      <a:pt x="14290" y="13701"/>
                      <a:pt x="14247" y="13679"/>
                      <a:pt x="14225" y="13679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g3f131e4dc8c_0_538"/>
              <p:cNvSpPr/>
              <p:nvPr/>
            </p:nvSpPr>
            <p:spPr>
              <a:xfrm flipH="1" rot="5400000">
                <a:off x="2108853" y="-1869932"/>
                <a:ext cx="1319009" cy="3310904"/>
              </a:xfrm>
              <a:custGeom>
                <a:rect b="b" l="l" r="r" t="t"/>
                <a:pathLst>
                  <a:path extrusionOk="0" h="28578" w="11385">
                    <a:moveTo>
                      <a:pt x="65" y="0"/>
                    </a:moveTo>
                    <a:cubicBezTo>
                      <a:pt x="44" y="0"/>
                      <a:pt x="1" y="22"/>
                      <a:pt x="1" y="70"/>
                    </a:cubicBezTo>
                    <a:cubicBezTo>
                      <a:pt x="1" y="92"/>
                      <a:pt x="44" y="135"/>
                      <a:pt x="65" y="135"/>
                    </a:cubicBezTo>
                    <a:cubicBezTo>
                      <a:pt x="114" y="135"/>
                      <a:pt x="136" y="92"/>
                      <a:pt x="136" y="70"/>
                    </a:cubicBezTo>
                    <a:cubicBezTo>
                      <a:pt x="136" y="22"/>
                      <a:pt x="114" y="0"/>
                      <a:pt x="65" y="0"/>
                    </a:cubicBezTo>
                    <a:close/>
                    <a:moveTo>
                      <a:pt x="65" y="270"/>
                    </a:moveTo>
                    <a:cubicBezTo>
                      <a:pt x="44" y="270"/>
                      <a:pt x="1" y="292"/>
                      <a:pt x="1" y="340"/>
                    </a:cubicBezTo>
                    <a:cubicBezTo>
                      <a:pt x="1" y="362"/>
                      <a:pt x="44" y="405"/>
                      <a:pt x="65" y="405"/>
                    </a:cubicBezTo>
                    <a:cubicBezTo>
                      <a:pt x="114" y="405"/>
                      <a:pt x="136" y="362"/>
                      <a:pt x="136" y="340"/>
                    </a:cubicBezTo>
                    <a:cubicBezTo>
                      <a:pt x="136" y="292"/>
                      <a:pt x="114" y="270"/>
                      <a:pt x="65" y="270"/>
                    </a:cubicBezTo>
                    <a:close/>
                    <a:moveTo>
                      <a:pt x="65" y="540"/>
                    </a:moveTo>
                    <a:cubicBezTo>
                      <a:pt x="44" y="540"/>
                      <a:pt x="1" y="562"/>
                      <a:pt x="1" y="610"/>
                    </a:cubicBezTo>
                    <a:cubicBezTo>
                      <a:pt x="1" y="632"/>
                      <a:pt x="44" y="675"/>
                      <a:pt x="65" y="675"/>
                    </a:cubicBezTo>
                    <a:cubicBezTo>
                      <a:pt x="114" y="675"/>
                      <a:pt x="136" y="632"/>
                      <a:pt x="136" y="610"/>
                    </a:cubicBezTo>
                    <a:cubicBezTo>
                      <a:pt x="136" y="562"/>
                      <a:pt x="114" y="540"/>
                      <a:pt x="65" y="540"/>
                    </a:cubicBezTo>
                    <a:close/>
                    <a:moveTo>
                      <a:pt x="65" y="810"/>
                    </a:moveTo>
                    <a:cubicBezTo>
                      <a:pt x="44" y="810"/>
                      <a:pt x="1" y="832"/>
                      <a:pt x="1" y="880"/>
                    </a:cubicBezTo>
                    <a:cubicBezTo>
                      <a:pt x="1" y="902"/>
                      <a:pt x="44" y="945"/>
                      <a:pt x="65" y="945"/>
                    </a:cubicBezTo>
                    <a:cubicBezTo>
                      <a:pt x="114" y="945"/>
                      <a:pt x="136" y="902"/>
                      <a:pt x="136" y="880"/>
                    </a:cubicBezTo>
                    <a:cubicBezTo>
                      <a:pt x="136" y="832"/>
                      <a:pt x="114" y="810"/>
                      <a:pt x="65" y="810"/>
                    </a:cubicBezTo>
                    <a:close/>
                    <a:moveTo>
                      <a:pt x="65" y="1080"/>
                    </a:moveTo>
                    <a:cubicBezTo>
                      <a:pt x="44" y="1080"/>
                      <a:pt x="1" y="1102"/>
                      <a:pt x="1" y="1150"/>
                    </a:cubicBezTo>
                    <a:cubicBezTo>
                      <a:pt x="1" y="1172"/>
                      <a:pt x="44" y="1215"/>
                      <a:pt x="65" y="1215"/>
                    </a:cubicBezTo>
                    <a:cubicBezTo>
                      <a:pt x="114" y="1215"/>
                      <a:pt x="136" y="1172"/>
                      <a:pt x="136" y="1150"/>
                    </a:cubicBezTo>
                    <a:cubicBezTo>
                      <a:pt x="136" y="1102"/>
                      <a:pt x="114" y="1080"/>
                      <a:pt x="65" y="1080"/>
                    </a:cubicBezTo>
                    <a:close/>
                    <a:moveTo>
                      <a:pt x="65" y="1350"/>
                    </a:moveTo>
                    <a:cubicBezTo>
                      <a:pt x="44" y="1350"/>
                      <a:pt x="1" y="1372"/>
                      <a:pt x="1" y="1420"/>
                    </a:cubicBezTo>
                    <a:cubicBezTo>
                      <a:pt x="1" y="1442"/>
                      <a:pt x="44" y="1485"/>
                      <a:pt x="65" y="1485"/>
                    </a:cubicBezTo>
                    <a:cubicBezTo>
                      <a:pt x="114" y="1485"/>
                      <a:pt x="136" y="1442"/>
                      <a:pt x="136" y="1420"/>
                    </a:cubicBezTo>
                    <a:cubicBezTo>
                      <a:pt x="136" y="1372"/>
                      <a:pt x="114" y="1350"/>
                      <a:pt x="65" y="1350"/>
                    </a:cubicBezTo>
                    <a:close/>
                    <a:moveTo>
                      <a:pt x="65" y="1620"/>
                    </a:moveTo>
                    <a:cubicBezTo>
                      <a:pt x="44" y="1620"/>
                      <a:pt x="1" y="1642"/>
                      <a:pt x="1" y="1690"/>
                    </a:cubicBezTo>
                    <a:cubicBezTo>
                      <a:pt x="1" y="1712"/>
                      <a:pt x="44" y="1755"/>
                      <a:pt x="65" y="1755"/>
                    </a:cubicBezTo>
                    <a:cubicBezTo>
                      <a:pt x="114" y="1755"/>
                      <a:pt x="136" y="1712"/>
                      <a:pt x="136" y="1690"/>
                    </a:cubicBezTo>
                    <a:cubicBezTo>
                      <a:pt x="136" y="1642"/>
                      <a:pt x="114" y="1620"/>
                      <a:pt x="65" y="1620"/>
                    </a:cubicBezTo>
                    <a:close/>
                    <a:moveTo>
                      <a:pt x="65" y="1890"/>
                    </a:moveTo>
                    <a:cubicBezTo>
                      <a:pt x="44" y="1890"/>
                      <a:pt x="1" y="1912"/>
                      <a:pt x="1" y="1960"/>
                    </a:cubicBezTo>
                    <a:cubicBezTo>
                      <a:pt x="1" y="1982"/>
                      <a:pt x="44" y="2025"/>
                      <a:pt x="65" y="2025"/>
                    </a:cubicBezTo>
                    <a:cubicBezTo>
                      <a:pt x="114" y="2025"/>
                      <a:pt x="136" y="1982"/>
                      <a:pt x="136" y="1960"/>
                    </a:cubicBezTo>
                    <a:cubicBezTo>
                      <a:pt x="136" y="1912"/>
                      <a:pt x="114" y="1890"/>
                      <a:pt x="65" y="1890"/>
                    </a:cubicBezTo>
                    <a:close/>
                    <a:moveTo>
                      <a:pt x="65" y="2160"/>
                    </a:moveTo>
                    <a:cubicBezTo>
                      <a:pt x="44" y="2160"/>
                      <a:pt x="1" y="2182"/>
                      <a:pt x="1" y="2230"/>
                    </a:cubicBezTo>
                    <a:cubicBezTo>
                      <a:pt x="1" y="2252"/>
                      <a:pt x="44" y="2295"/>
                      <a:pt x="65" y="2295"/>
                    </a:cubicBezTo>
                    <a:cubicBezTo>
                      <a:pt x="114" y="2295"/>
                      <a:pt x="136" y="2252"/>
                      <a:pt x="136" y="2230"/>
                    </a:cubicBezTo>
                    <a:cubicBezTo>
                      <a:pt x="136" y="2182"/>
                      <a:pt x="114" y="2160"/>
                      <a:pt x="65" y="2160"/>
                    </a:cubicBezTo>
                    <a:close/>
                    <a:moveTo>
                      <a:pt x="65" y="2430"/>
                    </a:moveTo>
                    <a:cubicBezTo>
                      <a:pt x="44" y="2430"/>
                      <a:pt x="1" y="2452"/>
                      <a:pt x="1" y="2500"/>
                    </a:cubicBezTo>
                    <a:cubicBezTo>
                      <a:pt x="1" y="2522"/>
                      <a:pt x="44" y="2565"/>
                      <a:pt x="65" y="2565"/>
                    </a:cubicBezTo>
                    <a:cubicBezTo>
                      <a:pt x="114" y="2565"/>
                      <a:pt x="136" y="2522"/>
                      <a:pt x="136" y="2500"/>
                    </a:cubicBezTo>
                    <a:cubicBezTo>
                      <a:pt x="136" y="2452"/>
                      <a:pt x="114" y="2430"/>
                      <a:pt x="65" y="2430"/>
                    </a:cubicBezTo>
                    <a:close/>
                    <a:moveTo>
                      <a:pt x="65" y="2700"/>
                    </a:moveTo>
                    <a:cubicBezTo>
                      <a:pt x="44" y="2700"/>
                      <a:pt x="1" y="2722"/>
                      <a:pt x="1" y="2770"/>
                    </a:cubicBezTo>
                    <a:cubicBezTo>
                      <a:pt x="1" y="2792"/>
                      <a:pt x="44" y="2835"/>
                      <a:pt x="65" y="2835"/>
                    </a:cubicBezTo>
                    <a:cubicBezTo>
                      <a:pt x="114" y="2835"/>
                      <a:pt x="136" y="2792"/>
                      <a:pt x="136" y="2770"/>
                    </a:cubicBezTo>
                    <a:cubicBezTo>
                      <a:pt x="136" y="2722"/>
                      <a:pt x="114" y="2700"/>
                      <a:pt x="65" y="2700"/>
                    </a:cubicBezTo>
                    <a:close/>
                    <a:moveTo>
                      <a:pt x="65" y="2970"/>
                    </a:moveTo>
                    <a:cubicBezTo>
                      <a:pt x="44" y="2970"/>
                      <a:pt x="1" y="2992"/>
                      <a:pt x="1" y="3040"/>
                    </a:cubicBezTo>
                    <a:cubicBezTo>
                      <a:pt x="1" y="3062"/>
                      <a:pt x="44" y="3105"/>
                      <a:pt x="65" y="3105"/>
                    </a:cubicBezTo>
                    <a:cubicBezTo>
                      <a:pt x="114" y="3105"/>
                      <a:pt x="136" y="3062"/>
                      <a:pt x="136" y="3040"/>
                    </a:cubicBezTo>
                    <a:cubicBezTo>
                      <a:pt x="136" y="2992"/>
                      <a:pt x="114" y="2970"/>
                      <a:pt x="65" y="2970"/>
                    </a:cubicBezTo>
                    <a:close/>
                    <a:moveTo>
                      <a:pt x="65" y="3240"/>
                    </a:moveTo>
                    <a:cubicBezTo>
                      <a:pt x="44" y="3240"/>
                      <a:pt x="1" y="3262"/>
                      <a:pt x="1" y="3310"/>
                    </a:cubicBezTo>
                    <a:cubicBezTo>
                      <a:pt x="1" y="3332"/>
                      <a:pt x="44" y="3375"/>
                      <a:pt x="65" y="3375"/>
                    </a:cubicBezTo>
                    <a:cubicBezTo>
                      <a:pt x="114" y="3375"/>
                      <a:pt x="136" y="3332"/>
                      <a:pt x="136" y="3310"/>
                    </a:cubicBezTo>
                    <a:cubicBezTo>
                      <a:pt x="136" y="3262"/>
                      <a:pt x="114" y="3240"/>
                      <a:pt x="65" y="3240"/>
                    </a:cubicBezTo>
                    <a:close/>
                    <a:moveTo>
                      <a:pt x="65" y="3510"/>
                    </a:moveTo>
                    <a:cubicBezTo>
                      <a:pt x="44" y="3510"/>
                      <a:pt x="1" y="3532"/>
                      <a:pt x="1" y="3580"/>
                    </a:cubicBezTo>
                    <a:cubicBezTo>
                      <a:pt x="1" y="3602"/>
                      <a:pt x="44" y="3645"/>
                      <a:pt x="65" y="3645"/>
                    </a:cubicBezTo>
                    <a:cubicBezTo>
                      <a:pt x="114" y="3645"/>
                      <a:pt x="136" y="3602"/>
                      <a:pt x="136" y="3580"/>
                    </a:cubicBezTo>
                    <a:cubicBezTo>
                      <a:pt x="136" y="3532"/>
                      <a:pt x="114" y="3510"/>
                      <a:pt x="65" y="3510"/>
                    </a:cubicBezTo>
                    <a:close/>
                    <a:moveTo>
                      <a:pt x="65" y="3780"/>
                    </a:moveTo>
                    <a:cubicBezTo>
                      <a:pt x="44" y="3780"/>
                      <a:pt x="1" y="3802"/>
                      <a:pt x="1" y="3850"/>
                    </a:cubicBezTo>
                    <a:cubicBezTo>
                      <a:pt x="1" y="3872"/>
                      <a:pt x="44" y="3915"/>
                      <a:pt x="65" y="3915"/>
                    </a:cubicBezTo>
                    <a:cubicBezTo>
                      <a:pt x="114" y="3915"/>
                      <a:pt x="136" y="3872"/>
                      <a:pt x="136" y="3850"/>
                    </a:cubicBezTo>
                    <a:cubicBezTo>
                      <a:pt x="136" y="3802"/>
                      <a:pt x="114" y="3780"/>
                      <a:pt x="65" y="3780"/>
                    </a:cubicBezTo>
                    <a:close/>
                    <a:moveTo>
                      <a:pt x="65" y="4050"/>
                    </a:moveTo>
                    <a:cubicBezTo>
                      <a:pt x="44" y="4050"/>
                      <a:pt x="1" y="4072"/>
                      <a:pt x="1" y="4120"/>
                    </a:cubicBezTo>
                    <a:cubicBezTo>
                      <a:pt x="1" y="4142"/>
                      <a:pt x="44" y="4185"/>
                      <a:pt x="65" y="4185"/>
                    </a:cubicBezTo>
                    <a:cubicBezTo>
                      <a:pt x="114" y="4185"/>
                      <a:pt x="136" y="4142"/>
                      <a:pt x="136" y="4120"/>
                    </a:cubicBezTo>
                    <a:cubicBezTo>
                      <a:pt x="136" y="4072"/>
                      <a:pt x="114" y="4050"/>
                      <a:pt x="65" y="4050"/>
                    </a:cubicBezTo>
                    <a:close/>
                    <a:moveTo>
                      <a:pt x="65" y="4320"/>
                    </a:moveTo>
                    <a:cubicBezTo>
                      <a:pt x="44" y="4320"/>
                      <a:pt x="1" y="4342"/>
                      <a:pt x="1" y="4390"/>
                    </a:cubicBezTo>
                    <a:cubicBezTo>
                      <a:pt x="1" y="4412"/>
                      <a:pt x="44" y="4455"/>
                      <a:pt x="65" y="4455"/>
                    </a:cubicBezTo>
                    <a:cubicBezTo>
                      <a:pt x="114" y="4455"/>
                      <a:pt x="136" y="4412"/>
                      <a:pt x="136" y="4390"/>
                    </a:cubicBezTo>
                    <a:cubicBezTo>
                      <a:pt x="136" y="4342"/>
                      <a:pt x="114" y="4320"/>
                      <a:pt x="65" y="4320"/>
                    </a:cubicBezTo>
                    <a:close/>
                    <a:moveTo>
                      <a:pt x="65" y="4590"/>
                    </a:moveTo>
                    <a:cubicBezTo>
                      <a:pt x="44" y="4590"/>
                      <a:pt x="1" y="4612"/>
                      <a:pt x="1" y="4660"/>
                    </a:cubicBezTo>
                    <a:cubicBezTo>
                      <a:pt x="1" y="4682"/>
                      <a:pt x="44" y="4725"/>
                      <a:pt x="65" y="4725"/>
                    </a:cubicBezTo>
                    <a:cubicBezTo>
                      <a:pt x="114" y="4725"/>
                      <a:pt x="136" y="4682"/>
                      <a:pt x="136" y="4660"/>
                    </a:cubicBezTo>
                    <a:cubicBezTo>
                      <a:pt x="136" y="4612"/>
                      <a:pt x="114" y="4590"/>
                      <a:pt x="65" y="4590"/>
                    </a:cubicBezTo>
                    <a:close/>
                    <a:moveTo>
                      <a:pt x="65" y="4860"/>
                    </a:moveTo>
                    <a:cubicBezTo>
                      <a:pt x="44" y="4860"/>
                      <a:pt x="1" y="4882"/>
                      <a:pt x="1" y="4930"/>
                    </a:cubicBezTo>
                    <a:cubicBezTo>
                      <a:pt x="1" y="4952"/>
                      <a:pt x="44" y="4995"/>
                      <a:pt x="65" y="4995"/>
                    </a:cubicBezTo>
                    <a:cubicBezTo>
                      <a:pt x="114" y="4995"/>
                      <a:pt x="136" y="4952"/>
                      <a:pt x="136" y="4930"/>
                    </a:cubicBezTo>
                    <a:cubicBezTo>
                      <a:pt x="136" y="4882"/>
                      <a:pt x="114" y="4860"/>
                      <a:pt x="65" y="4860"/>
                    </a:cubicBezTo>
                    <a:close/>
                    <a:moveTo>
                      <a:pt x="65" y="5130"/>
                    </a:moveTo>
                    <a:cubicBezTo>
                      <a:pt x="44" y="5130"/>
                      <a:pt x="1" y="5152"/>
                      <a:pt x="1" y="5200"/>
                    </a:cubicBezTo>
                    <a:cubicBezTo>
                      <a:pt x="1" y="5222"/>
                      <a:pt x="44" y="5265"/>
                      <a:pt x="65" y="5265"/>
                    </a:cubicBezTo>
                    <a:cubicBezTo>
                      <a:pt x="114" y="5265"/>
                      <a:pt x="136" y="5222"/>
                      <a:pt x="136" y="5200"/>
                    </a:cubicBezTo>
                    <a:cubicBezTo>
                      <a:pt x="136" y="5152"/>
                      <a:pt x="114" y="5130"/>
                      <a:pt x="65" y="5130"/>
                    </a:cubicBezTo>
                    <a:close/>
                    <a:moveTo>
                      <a:pt x="65" y="5400"/>
                    </a:moveTo>
                    <a:cubicBezTo>
                      <a:pt x="44" y="5400"/>
                      <a:pt x="1" y="5422"/>
                      <a:pt x="1" y="5470"/>
                    </a:cubicBezTo>
                    <a:cubicBezTo>
                      <a:pt x="1" y="5492"/>
                      <a:pt x="44" y="5535"/>
                      <a:pt x="65" y="5535"/>
                    </a:cubicBezTo>
                    <a:cubicBezTo>
                      <a:pt x="114" y="5535"/>
                      <a:pt x="136" y="5492"/>
                      <a:pt x="136" y="5470"/>
                    </a:cubicBezTo>
                    <a:cubicBezTo>
                      <a:pt x="136" y="5422"/>
                      <a:pt x="114" y="5400"/>
                      <a:pt x="65" y="5400"/>
                    </a:cubicBezTo>
                    <a:close/>
                    <a:moveTo>
                      <a:pt x="65" y="5670"/>
                    </a:moveTo>
                    <a:cubicBezTo>
                      <a:pt x="44" y="5670"/>
                      <a:pt x="1" y="5692"/>
                      <a:pt x="1" y="5740"/>
                    </a:cubicBezTo>
                    <a:cubicBezTo>
                      <a:pt x="1" y="5762"/>
                      <a:pt x="44" y="5805"/>
                      <a:pt x="65" y="5805"/>
                    </a:cubicBezTo>
                    <a:cubicBezTo>
                      <a:pt x="114" y="5805"/>
                      <a:pt x="136" y="5762"/>
                      <a:pt x="136" y="5740"/>
                    </a:cubicBezTo>
                    <a:cubicBezTo>
                      <a:pt x="136" y="5692"/>
                      <a:pt x="114" y="5670"/>
                      <a:pt x="65" y="5670"/>
                    </a:cubicBezTo>
                    <a:close/>
                    <a:moveTo>
                      <a:pt x="65" y="5940"/>
                    </a:moveTo>
                    <a:cubicBezTo>
                      <a:pt x="44" y="5940"/>
                      <a:pt x="1" y="5962"/>
                      <a:pt x="1" y="6010"/>
                    </a:cubicBezTo>
                    <a:cubicBezTo>
                      <a:pt x="1" y="6032"/>
                      <a:pt x="44" y="6075"/>
                      <a:pt x="65" y="6075"/>
                    </a:cubicBezTo>
                    <a:cubicBezTo>
                      <a:pt x="114" y="6075"/>
                      <a:pt x="136" y="6032"/>
                      <a:pt x="136" y="6010"/>
                    </a:cubicBezTo>
                    <a:cubicBezTo>
                      <a:pt x="136" y="5962"/>
                      <a:pt x="114" y="5940"/>
                      <a:pt x="65" y="5940"/>
                    </a:cubicBezTo>
                    <a:close/>
                    <a:moveTo>
                      <a:pt x="65" y="6210"/>
                    </a:moveTo>
                    <a:cubicBezTo>
                      <a:pt x="44" y="6210"/>
                      <a:pt x="1" y="6232"/>
                      <a:pt x="1" y="6280"/>
                    </a:cubicBezTo>
                    <a:cubicBezTo>
                      <a:pt x="1" y="6302"/>
                      <a:pt x="44" y="6345"/>
                      <a:pt x="65" y="6345"/>
                    </a:cubicBezTo>
                    <a:cubicBezTo>
                      <a:pt x="114" y="6345"/>
                      <a:pt x="136" y="6302"/>
                      <a:pt x="136" y="6280"/>
                    </a:cubicBezTo>
                    <a:cubicBezTo>
                      <a:pt x="136" y="6232"/>
                      <a:pt x="114" y="6210"/>
                      <a:pt x="65" y="6210"/>
                    </a:cubicBezTo>
                    <a:close/>
                    <a:moveTo>
                      <a:pt x="65" y="6480"/>
                    </a:moveTo>
                    <a:cubicBezTo>
                      <a:pt x="44" y="6480"/>
                      <a:pt x="1" y="6502"/>
                      <a:pt x="1" y="6550"/>
                    </a:cubicBezTo>
                    <a:cubicBezTo>
                      <a:pt x="1" y="6572"/>
                      <a:pt x="44" y="6615"/>
                      <a:pt x="65" y="6615"/>
                    </a:cubicBezTo>
                    <a:cubicBezTo>
                      <a:pt x="114" y="6615"/>
                      <a:pt x="136" y="6572"/>
                      <a:pt x="136" y="6550"/>
                    </a:cubicBezTo>
                    <a:cubicBezTo>
                      <a:pt x="136" y="6502"/>
                      <a:pt x="114" y="6480"/>
                      <a:pt x="65" y="6480"/>
                    </a:cubicBezTo>
                    <a:close/>
                    <a:moveTo>
                      <a:pt x="65" y="6750"/>
                    </a:moveTo>
                    <a:cubicBezTo>
                      <a:pt x="44" y="6750"/>
                      <a:pt x="1" y="6772"/>
                      <a:pt x="1" y="6820"/>
                    </a:cubicBezTo>
                    <a:cubicBezTo>
                      <a:pt x="1" y="6842"/>
                      <a:pt x="44" y="6885"/>
                      <a:pt x="65" y="6885"/>
                    </a:cubicBezTo>
                    <a:cubicBezTo>
                      <a:pt x="114" y="6885"/>
                      <a:pt x="136" y="6842"/>
                      <a:pt x="136" y="6820"/>
                    </a:cubicBezTo>
                    <a:cubicBezTo>
                      <a:pt x="136" y="6772"/>
                      <a:pt x="114" y="6750"/>
                      <a:pt x="65" y="6750"/>
                    </a:cubicBezTo>
                    <a:close/>
                    <a:moveTo>
                      <a:pt x="65" y="7020"/>
                    </a:moveTo>
                    <a:cubicBezTo>
                      <a:pt x="44" y="7020"/>
                      <a:pt x="1" y="7042"/>
                      <a:pt x="1" y="7090"/>
                    </a:cubicBezTo>
                    <a:cubicBezTo>
                      <a:pt x="1" y="7112"/>
                      <a:pt x="44" y="7155"/>
                      <a:pt x="65" y="7155"/>
                    </a:cubicBezTo>
                    <a:cubicBezTo>
                      <a:pt x="114" y="7155"/>
                      <a:pt x="136" y="7112"/>
                      <a:pt x="136" y="7090"/>
                    </a:cubicBezTo>
                    <a:cubicBezTo>
                      <a:pt x="136" y="7042"/>
                      <a:pt x="114" y="7020"/>
                      <a:pt x="65" y="7020"/>
                    </a:cubicBezTo>
                    <a:close/>
                    <a:moveTo>
                      <a:pt x="65" y="7290"/>
                    </a:moveTo>
                    <a:cubicBezTo>
                      <a:pt x="44" y="7290"/>
                      <a:pt x="1" y="7312"/>
                      <a:pt x="1" y="7361"/>
                    </a:cubicBezTo>
                    <a:cubicBezTo>
                      <a:pt x="1" y="7382"/>
                      <a:pt x="44" y="7425"/>
                      <a:pt x="65" y="7425"/>
                    </a:cubicBezTo>
                    <a:cubicBezTo>
                      <a:pt x="114" y="7425"/>
                      <a:pt x="136" y="7382"/>
                      <a:pt x="136" y="7361"/>
                    </a:cubicBezTo>
                    <a:cubicBezTo>
                      <a:pt x="136" y="7312"/>
                      <a:pt x="114" y="7290"/>
                      <a:pt x="65" y="7290"/>
                    </a:cubicBezTo>
                    <a:close/>
                    <a:moveTo>
                      <a:pt x="65" y="7560"/>
                    </a:moveTo>
                    <a:cubicBezTo>
                      <a:pt x="44" y="7560"/>
                      <a:pt x="1" y="7582"/>
                      <a:pt x="1" y="7631"/>
                    </a:cubicBezTo>
                    <a:cubicBezTo>
                      <a:pt x="1" y="7652"/>
                      <a:pt x="44" y="7695"/>
                      <a:pt x="65" y="7695"/>
                    </a:cubicBezTo>
                    <a:cubicBezTo>
                      <a:pt x="114" y="7695"/>
                      <a:pt x="136" y="7652"/>
                      <a:pt x="136" y="7631"/>
                    </a:cubicBezTo>
                    <a:cubicBezTo>
                      <a:pt x="136" y="7582"/>
                      <a:pt x="114" y="7560"/>
                      <a:pt x="65" y="7560"/>
                    </a:cubicBezTo>
                    <a:close/>
                    <a:moveTo>
                      <a:pt x="65" y="7830"/>
                    </a:moveTo>
                    <a:cubicBezTo>
                      <a:pt x="44" y="7830"/>
                      <a:pt x="1" y="7852"/>
                      <a:pt x="1" y="7901"/>
                    </a:cubicBezTo>
                    <a:cubicBezTo>
                      <a:pt x="1" y="7922"/>
                      <a:pt x="44" y="7965"/>
                      <a:pt x="65" y="7965"/>
                    </a:cubicBezTo>
                    <a:cubicBezTo>
                      <a:pt x="114" y="7965"/>
                      <a:pt x="136" y="7922"/>
                      <a:pt x="136" y="7901"/>
                    </a:cubicBezTo>
                    <a:cubicBezTo>
                      <a:pt x="136" y="7852"/>
                      <a:pt x="114" y="7830"/>
                      <a:pt x="65" y="7830"/>
                    </a:cubicBezTo>
                    <a:close/>
                    <a:moveTo>
                      <a:pt x="65" y="8100"/>
                    </a:moveTo>
                    <a:cubicBezTo>
                      <a:pt x="44" y="8100"/>
                      <a:pt x="1" y="8122"/>
                      <a:pt x="1" y="8171"/>
                    </a:cubicBezTo>
                    <a:cubicBezTo>
                      <a:pt x="1" y="8192"/>
                      <a:pt x="44" y="8235"/>
                      <a:pt x="65" y="8235"/>
                    </a:cubicBezTo>
                    <a:cubicBezTo>
                      <a:pt x="114" y="8235"/>
                      <a:pt x="136" y="8192"/>
                      <a:pt x="136" y="8171"/>
                    </a:cubicBezTo>
                    <a:cubicBezTo>
                      <a:pt x="136" y="8122"/>
                      <a:pt x="114" y="8100"/>
                      <a:pt x="65" y="8100"/>
                    </a:cubicBezTo>
                    <a:close/>
                    <a:moveTo>
                      <a:pt x="65" y="8370"/>
                    </a:moveTo>
                    <a:cubicBezTo>
                      <a:pt x="44" y="8370"/>
                      <a:pt x="1" y="8392"/>
                      <a:pt x="1" y="8441"/>
                    </a:cubicBezTo>
                    <a:cubicBezTo>
                      <a:pt x="1" y="8462"/>
                      <a:pt x="44" y="8505"/>
                      <a:pt x="65" y="8505"/>
                    </a:cubicBezTo>
                    <a:cubicBezTo>
                      <a:pt x="114" y="8505"/>
                      <a:pt x="136" y="8462"/>
                      <a:pt x="136" y="8441"/>
                    </a:cubicBezTo>
                    <a:cubicBezTo>
                      <a:pt x="136" y="8392"/>
                      <a:pt x="114" y="8370"/>
                      <a:pt x="65" y="8370"/>
                    </a:cubicBezTo>
                    <a:close/>
                    <a:moveTo>
                      <a:pt x="65" y="8640"/>
                    </a:moveTo>
                    <a:cubicBezTo>
                      <a:pt x="44" y="8640"/>
                      <a:pt x="1" y="8662"/>
                      <a:pt x="1" y="8711"/>
                    </a:cubicBezTo>
                    <a:cubicBezTo>
                      <a:pt x="1" y="8732"/>
                      <a:pt x="44" y="8775"/>
                      <a:pt x="65" y="8775"/>
                    </a:cubicBezTo>
                    <a:cubicBezTo>
                      <a:pt x="114" y="8775"/>
                      <a:pt x="136" y="8732"/>
                      <a:pt x="136" y="8711"/>
                    </a:cubicBezTo>
                    <a:cubicBezTo>
                      <a:pt x="136" y="8662"/>
                      <a:pt x="114" y="8640"/>
                      <a:pt x="65" y="8640"/>
                    </a:cubicBezTo>
                    <a:close/>
                    <a:moveTo>
                      <a:pt x="65" y="8910"/>
                    </a:moveTo>
                    <a:cubicBezTo>
                      <a:pt x="44" y="8910"/>
                      <a:pt x="1" y="8932"/>
                      <a:pt x="1" y="8981"/>
                    </a:cubicBezTo>
                    <a:cubicBezTo>
                      <a:pt x="1" y="9002"/>
                      <a:pt x="44" y="9045"/>
                      <a:pt x="65" y="9045"/>
                    </a:cubicBezTo>
                    <a:cubicBezTo>
                      <a:pt x="114" y="9045"/>
                      <a:pt x="136" y="9002"/>
                      <a:pt x="136" y="8981"/>
                    </a:cubicBezTo>
                    <a:cubicBezTo>
                      <a:pt x="136" y="8932"/>
                      <a:pt x="114" y="8910"/>
                      <a:pt x="65" y="8910"/>
                    </a:cubicBezTo>
                    <a:close/>
                    <a:moveTo>
                      <a:pt x="65" y="9180"/>
                    </a:moveTo>
                    <a:cubicBezTo>
                      <a:pt x="44" y="9180"/>
                      <a:pt x="1" y="9202"/>
                      <a:pt x="1" y="9251"/>
                    </a:cubicBezTo>
                    <a:cubicBezTo>
                      <a:pt x="1" y="9272"/>
                      <a:pt x="44" y="9315"/>
                      <a:pt x="65" y="9315"/>
                    </a:cubicBezTo>
                    <a:cubicBezTo>
                      <a:pt x="114" y="9315"/>
                      <a:pt x="136" y="9272"/>
                      <a:pt x="136" y="9251"/>
                    </a:cubicBezTo>
                    <a:cubicBezTo>
                      <a:pt x="136" y="9202"/>
                      <a:pt x="114" y="9180"/>
                      <a:pt x="65" y="9180"/>
                    </a:cubicBezTo>
                    <a:close/>
                    <a:moveTo>
                      <a:pt x="65" y="9450"/>
                    </a:moveTo>
                    <a:cubicBezTo>
                      <a:pt x="44" y="9450"/>
                      <a:pt x="1" y="9472"/>
                      <a:pt x="1" y="9521"/>
                    </a:cubicBezTo>
                    <a:cubicBezTo>
                      <a:pt x="1" y="9542"/>
                      <a:pt x="44" y="9585"/>
                      <a:pt x="65" y="9585"/>
                    </a:cubicBezTo>
                    <a:cubicBezTo>
                      <a:pt x="114" y="9585"/>
                      <a:pt x="136" y="9542"/>
                      <a:pt x="136" y="9521"/>
                    </a:cubicBezTo>
                    <a:cubicBezTo>
                      <a:pt x="136" y="9472"/>
                      <a:pt x="114" y="9450"/>
                      <a:pt x="65" y="9450"/>
                    </a:cubicBezTo>
                    <a:close/>
                    <a:moveTo>
                      <a:pt x="65" y="9720"/>
                    </a:moveTo>
                    <a:cubicBezTo>
                      <a:pt x="44" y="9720"/>
                      <a:pt x="1" y="9742"/>
                      <a:pt x="1" y="9791"/>
                    </a:cubicBezTo>
                    <a:cubicBezTo>
                      <a:pt x="1" y="9812"/>
                      <a:pt x="44" y="9855"/>
                      <a:pt x="65" y="9855"/>
                    </a:cubicBezTo>
                    <a:cubicBezTo>
                      <a:pt x="114" y="9855"/>
                      <a:pt x="136" y="9812"/>
                      <a:pt x="136" y="9791"/>
                    </a:cubicBezTo>
                    <a:cubicBezTo>
                      <a:pt x="136" y="9742"/>
                      <a:pt x="114" y="9720"/>
                      <a:pt x="65" y="9720"/>
                    </a:cubicBezTo>
                    <a:close/>
                    <a:moveTo>
                      <a:pt x="65" y="9990"/>
                    </a:moveTo>
                    <a:cubicBezTo>
                      <a:pt x="44" y="9990"/>
                      <a:pt x="1" y="10012"/>
                      <a:pt x="1" y="10061"/>
                    </a:cubicBezTo>
                    <a:cubicBezTo>
                      <a:pt x="1" y="10082"/>
                      <a:pt x="44" y="10125"/>
                      <a:pt x="65" y="10125"/>
                    </a:cubicBezTo>
                    <a:cubicBezTo>
                      <a:pt x="114" y="10125"/>
                      <a:pt x="136" y="10082"/>
                      <a:pt x="136" y="10061"/>
                    </a:cubicBezTo>
                    <a:cubicBezTo>
                      <a:pt x="136" y="10012"/>
                      <a:pt x="114" y="9990"/>
                      <a:pt x="65" y="9990"/>
                    </a:cubicBezTo>
                    <a:close/>
                    <a:moveTo>
                      <a:pt x="65" y="10260"/>
                    </a:moveTo>
                    <a:cubicBezTo>
                      <a:pt x="44" y="10260"/>
                      <a:pt x="1" y="10282"/>
                      <a:pt x="1" y="10331"/>
                    </a:cubicBezTo>
                    <a:cubicBezTo>
                      <a:pt x="1" y="10352"/>
                      <a:pt x="44" y="10395"/>
                      <a:pt x="65" y="10395"/>
                    </a:cubicBezTo>
                    <a:cubicBezTo>
                      <a:pt x="114" y="10395"/>
                      <a:pt x="136" y="10352"/>
                      <a:pt x="136" y="10331"/>
                    </a:cubicBezTo>
                    <a:cubicBezTo>
                      <a:pt x="136" y="10282"/>
                      <a:pt x="114" y="10260"/>
                      <a:pt x="65" y="10260"/>
                    </a:cubicBezTo>
                    <a:close/>
                    <a:moveTo>
                      <a:pt x="65" y="10530"/>
                    </a:moveTo>
                    <a:cubicBezTo>
                      <a:pt x="44" y="10530"/>
                      <a:pt x="1" y="10552"/>
                      <a:pt x="1" y="10601"/>
                    </a:cubicBezTo>
                    <a:cubicBezTo>
                      <a:pt x="1" y="10622"/>
                      <a:pt x="44" y="10665"/>
                      <a:pt x="65" y="10665"/>
                    </a:cubicBezTo>
                    <a:cubicBezTo>
                      <a:pt x="114" y="10665"/>
                      <a:pt x="136" y="10622"/>
                      <a:pt x="136" y="10601"/>
                    </a:cubicBezTo>
                    <a:cubicBezTo>
                      <a:pt x="136" y="10552"/>
                      <a:pt x="114" y="10530"/>
                      <a:pt x="65" y="10530"/>
                    </a:cubicBezTo>
                    <a:close/>
                    <a:moveTo>
                      <a:pt x="65" y="10800"/>
                    </a:moveTo>
                    <a:cubicBezTo>
                      <a:pt x="44" y="10800"/>
                      <a:pt x="1" y="10822"/>
                      <a:pt x="1" y="10871"/>
                    </a:cubicBezTo>
                    <a:cubicBezTo>
                      <a:pt x="1" y="10892"/>
                      <a:pt x="44" y="10935"/>
                      <a:pt x="65" y="10935"/>
                    </a:cubicBezTo>
                    <a:cubicBezTo>
                      <a:pt x="114" y="10935"/>
                      <a:pt x="136" y="10892"/>
                      <a:pt x="136" y="10871"/>
                    </a:cubicBezTo>
                    <a:cubicBezTo>
                      <a:pt x="136" y="10822"/>
                      <a:pt x="114" y="10800"/>
                      <a:pt x="65" y="10800"/>
                    </a:cubicBezTo>
                    <a:close/>
                    <a:moveTo>
                      <a:pt x="65" y="11070"/>
                    </a:moveTo>
                    <a:cubicBezTo>
                      <a:pt x="44" y="11070"/>
                      <a:pt x="1" y="11092"/>
                      <a:pt x="1" y="11141"/>
                    </a:cubicBezTo>
                    <a:cubicBezTo>
                      <a:pt x="1" y="11162"/>
                      <a:pt x="44" y="11205"/>
                      <a:pt x="65" y="11205"/>
                    </a:cubicBezTo>
                    <a:cubicBezTo>
                      <a:pt x="114" y="11205"/>
                      <a:pt x="136" y="11162"/>
                      <a:pt x="136" y="11141"/>
                    </a:cubicBezTo>
                    <a:cubicBezTo>
                      <a:pt x="136" y="11092"/>
                      <a:pt x="114" y="11070"/>
                      <a:pt x="65" y="11070"/>
                    </a:cubicBezTo>
                    <a:close/>
                    <a:moveTo>
                      <a:pt x="65" y="11340"/>
                    </a:moveTo>
                    <a:cubicBezTo>
                      <a:pt x="44" y="11340"/>
                      <a:pt x="1" y="11362"/>
                      <a:pt x="1" y="11411"/>
                    </a:cubicBezTo>
                    <a:cubicBezTo>
                      <a:pt x="1" y="11432"/>
                      <a:pt x="44" y="11475"/>
                      <a:pt x="65" y="11475"/>
                    </a:cubicBezTo>
                    <a:cubicBezTo>
                      <a:pt x="114" y="11475"/>
                      <a:pt x="136" y="11432"/>
                      <a:pt x="136" y="11411"/>
                    </a:cubicBezTo>
                    <a:cubicBezTo>
                      <a:pt x="136" y="11362"/>
                      <a:pt x="114" y="11340"/>
                      <a:pt x="65" y="11340"/>
                    </a:cubicBezTo>
                    <a:close/>
                    <a:moveTo>
                      <a:pt x="65" y="11610"/>
                    </a:moveTo>
                    <a:cubicBezTo>
                      <a:pt x="44" y="11610"/>
                      <a:pt x="1" y="11632"/>
                      <a:pt x="1" y="11681"/>
                    </a:cubicBezTo>
                    <a:cubicBezTo>
                      <a:pt x="1" y="11702"/>
                      <a:pt x="44" y="11745"/>
                      <a:pt x="65" y="11745"/>
                    </a:cubicBezTo>
                    <a:cubicBezTo>
                      <a:pt x="114" y="11745"/>
                      <a:pt x="136" y="11702"/>
                      <a:pt x="136" y="11681"/>
                    </a:cubicBezTo>
                    <a:cubicBezTo>
                      <a:pt x="136" y="11632"/>
                      <a:pt x="114" y="11610"/>
                      <a:pt x="65" y="11610"/>
                    </a:cubicBezTo>
                    <a:close/>
                    <a:moveTo>
                      <a:pt x="65" y="11880"/>
                    </a:moveTo>
                    <a:cubicBezTo>
                      <a:pt x="44" y="11880"/>
                      <a:pt x="1" y="11902"/>
                      <a:pt x="1" y="11951"/>
                    </a:cubicBezTo>
                    <a:cubicBezTo>
                      <a:pt x="1" y="11972"/>
                      <a:pt x="44" y="12016"/>
                      <a:pt x="65" y="12016"/>
                    </a:cubicBezTo>
                    <a:cubicBezTo>
                      <a:pt x="114" y="12016"/>
                      <a:pt x="136" y="11972"/>
                      <a:pt x="136" y="11951"/>
                    </a:cubicBezTo>
                    <a:cubicBezTo>
                      <a:pt x="136" y="11902"/>
                      <a:pt x="114" y="11880"/>
                      <a:pt x="65" y="11880"/>
                    </a:cubicBezTo>
                    <a:close/>
                    <a:moveTo>
                      <a:pt x="65" y="12151"/>
                    </a:moveTo>
                    <a:cubicBezTo>
                      <a:pt x="44" y="12151"/>
                      <a:pt x="1" y="12172"/>
                      <a:pt x="1" y="12221"/>
                    </a:cubicBezTo>
                    <a:cubicBezTo>
                      <a:pt x="1" y="12242"/>
                      <a:pt x="44" y="12286"/>
                      <a:pt x="65" y="12286"/>
                    </a:cubicBezTo>
                    <a:cubicBezTo>
                      <a:pt x="114" y="12286"/>
                      <a:pt x="136" y="12242"/>
                      <a:pt x="136" y="12221"/>
                    </a:cubicBezTo>
                    <a:cubicBezTo>
                      <a:pt x="136" y="12172"/>
                      <a:pt x="114" y="12151"/>
                      <a:pt x="65" y="12151"/>
                    </a:cubicBezTo>
                    <a:close/>
                    <a:moveTo>
                      <a:pt x="65" y="12421"/>
                    </a:moveTo>
                    <a:cubicBezTo>
                      <a:pt x="44" y="12421"/>
                      <a:pt x="1" y="12442"/>
                      <a:pt x="1" y="12491"/>
                    </a:cubicBezTo>
                    <a:cubicBezTo>
                      <a:pt x="1" y="12512"/>
                      <a:pt x="44" y="12556"/>
                      <a:pt x="65" y="12556"/>
                    </a:cubicBezTo>
                    <a:cubicBezTo>
                      <a:pt x="114" y="12556"/>
                      <a:pt x="136" y="12512"/>
                      <a:pt x="136" y="12491"/>
                    </a:cubicBezTo>
                    <a:cubicBezTo>
                      <a:pt x="136" y="12442"/>
                      <a:pt x="114" y="12421"/>
                      <a:pt x="65" y="12421"/>
                    </a:cubicBezTo>
                    <a:close/>
                    <a:moveTo>
                      <a:pt x="249" y="12534"/>
                    </a:moveTo>
                    <a:cubicBezTo>
                      <a:pt x="200" y="12534"/>
                      <a:pt x="179" y="12556"/>
                      <a:pt x="179" y="12599"/>
                    </a:cubicBezTo>
                    <a:cubicBezTo>
                      <a:pt x="179" y="12626"/>
                      <a:pt x="200" y="12669"/>
                      <a:pt x="249" y="12669"/>
                    </a:cubicBezTo>
                    <a:cubicBezTo>
                      <a:pt x="271" y="12669"/>
                      <a:pt x="314" y="12626"/>
                      <a:pt x="314" y="12599"/>
                    </a:cubicBezTo>
                    <a:cubicBezTo>
                      <a:pt x="314" y="12556"/>
                      <a:pt x="271" y="12534"/>
                      <a:pt x="249" y="12534"/>
                    </a:cubicBezTo>
                    <a:close/>
                    <a:moveTo>
                      <a:pt x="519" y="12534"/>
                    </a:moveTo>
                    <a:cubicBezTo>
                      <a:pt x="470" y="12534"/>
                      <a:pt x="449" y="12556"/>
                      <a:pt x="449" y="12599"/>
                    </a:cubicBezTo>
                    <a:cubicBezTo>
                      <a:pt x="449" y="12626"/>
                      <a:pt x="470" y="12669"/>
                      <a:pt x="519" y="12669"/>
                    </a:cubicBezTo>
                    <a:cubicBezTo>
                      <a:pt x="541" y="12669"/>
                      <a:pt x="584" y="12626"/>
                      <a:pt x="584" y="12599"/>
                    </a:cubicBezTo>
                    <a:cubicBezTo>
                      <a:pt x="584" y="12556"/>
                      <a:pt x="541" y="12534"/>
                      <a:pt x="519" y="12534"/>
                    </a:cubicBezTo>
                    <a:close/>
                    <a:moveTo>
                      <a:pt x="789" y="12534"/>
                    </a:moveTo>
                    <a:cubicBezTo>
                      <a:pt x="740" y="12534"/>
                      <a:pt x="719" y="12556"/>
                      <a:pt x="719" y="12599"/>
                    </a:cubicBezTo>
                    <a:cubicBezTo>
                      <a:pt x="719" y="12626"/>
                      <a:pt x="740" y="12669"/>
                      <a:pt x="789" y="12669"/>
                    </a:cubicBezTo>
                    <a:cubicBezTo>
                      <a:pt x="811" y="12669"/>
                      <a:pt x="854" y="12626"/>
                      <a:pt x="854" y="12599"/>
                    </a:cubicBezTo>
                    <a:cubicBezTo>
                      <a:pt x="854" y="12556"/>
                      <a:pt x="811" y="12534"/>
                      <a:pt x="789" y="12534"/>
                    </a:cubicBezTo>
                    <a:close/>
                    <a:moveTo>
                      <a:pt x="1059" y="12534"/>
                    </a:moveTo>
                    <a:cubicBezTo>
                      <a:pt x="1010" y="12534"/>
                      <a:pt x="989" y="12556"/>
                      <a:pt x="989" y="12599"/>
                    </a:cubicBezTo>
                    <a:cubicBezTo>
                      <a:pt x="989" y="12626"/>
                      <a:pt x="1010" y="12669"/>
                      <a:pt x="1059" y="12669"/>
                    </a:cubicBezTo>
                    <a:cubicBezTo>
                      <a:pt x="1081" y="12669"/>
                      <a:pt x="1124" y="12626"/>
                      <a:pt x="1124" y="12599"/>
                    </a:cubicBezTo>
                    <a:cubicBezTo>
                      <a:pt x="1124" y="12556"/>
                      <a:pt x="1081" y="12534"/>
                      <a:pt x="1059" y="12534"/>
                    </a:cubicBezTo>
                    <a:close/>
                    <a:moveTo>
                      <a:pt x="1329" y="12534"/>
                    </a:moveTo>
                    <a:cubicBezTo>
                      <a:pt x="1280" y="12534"/>
                      <a:pt x="1259" y="12556"/>
                      <a:pt x="1259" y="12599"/>
                    </a:cubicBezTo>
                    <a:cubicBezTo>
                      <a:pt x="1259" y="12626"/>
                      <a:pt x="1280" y="12669"/>
                      <a:pt x="1329" y="12669"/>
                    </a:cubicBezTo>
                    <a:cubicBezTo>
                      <a:pt x="1351" y="12669"/>
                      <a:pt x="1394" y="12626"/>
                      <a:pt x="1394" y="12599"/>
                    </a:cubicBezTo>
                    <a:cubicBezTo>
                      <a:pt x="1394" y="12556"/>
                      <a:pt x="1351" y="12534"/>
                      <a:pt x="1329" y="12534"/>
                    </a:cubicBezTo>
                    <a:close/>
                    <a:moveTo>
                      <a:pt x="1599" y="12534"/>
                    </a:moveTo>
                    <a:cubicBezTo>
                      <a:pt x="1550" y="12534"/>
                      <a:pt x="1529" y="12556"/>
                      <a:pt x="1529" y="12599"/>
                    </a:cubicBezTo>
                    <a:cubicBezTo>
                      <a:pt x="1529" y="12626"/>
                      <a:pt x="1550" y="12669"/>
                      <a:pt x="1599" y="12669"/>
                    </a:cubicBezTo>
                    <a:cubicBezTo>
                      <a:pt x="1621" y="12669"/>
                      <a:pt x="1664" y="12626"/>
                      <a:pt x="1664" y="12599"/>
                    </a:cubicBezTo>
                    <a:cubicBezTo>
                      <a:pt x="1664" y="12556"/>
                      <a:pt x="1621" y="12534"/>
                      <a:pt x="1599" y="12534"/>
                    </a:cubicBezTo>
                    <a:close/>
                    <a:moveTo>
                      <a:pt x="1869" y="12534"/>
                    </a:moveTo>
                    <a:cubicBezTo>
                      <a:pt x="1820" y="12534"/>
                      <a:pt x="1799" y="12556"/>
                      <a:pt x="1799" y="12599"/>
                    </a:cubicBezTo>
                    <a:cubicBezTo>
                      <a:pt x="1799" y="12626"/>
                      <a:pt x="1820" y="12669"/>
                      <a:pt x="1869" y="12669"/>
                    </a:cubicBezTo>
                    <a:cubicBezTo>
                      <a:pt x="1891" y="12669"/>
                      <a:pt x="1934" y="12626"/>
                      <a:pt x="1934" y="12599"/>
                    </a:cubicBezTo>
                    <a:cubicBezTo>
                      <a:pt x="1934" y="12556"/>
                      <a:pt x="1891" y="12534"/>
                      <a:pt x="1869" y="12534"/>
                    </a:cubicBezTo>
                    <a:close/>
                    <a:moveTo>
                      <a:pt x="2139" y="12534"/>
                    </a:moveTo>
                    <a:cubicBezTo>
                      <a:pt x="2090" y="12534"/>
                      <a:pt x="2069" y="12556"/>
                      <a:pt x="2069" y="12599"/>
                    </a:cubicBezTo>
                    <a:cubicBezTo>
                      <a:pt x="2069" y="12626"/>
                      <a:pt x="2090" y="12669"/>
                      <a:pt x="2139" y="12669"/>
                    </a:cubicBezTo>
                    <a:cubicBezTo>
                      <a:pt x="2161" y="12669"/>
                      <a:pt x="2204" y="12626"/>
                      <a:pt x="2204" y="12599"/>
                    </a:cubicBezTo>
                    <a:cubicBezTo>
                      <a:pt x="2204" y="12556"/>
                      <a:pt x="2161" y="12534"/>
                      <a:pt x="2139" y="12534"/>
                    </a:cubicBezTo>
                    <a:close/>
                    <a:moveTo>
                      <a:pt x="2409" y="12534"/>
                    </a:moveTo>
                    <a:cubicBezTo>
                      <a:pt x="2361" y="12534"/>
                      <a:pt x="2339" y="12556"/>
                      <a:pt x="2339" y="12599"/>
                    </a:cubicBezTo>
                    <a:cubicBezTo>
                      <a:pt x="2339" y="12626"/>
                      <a:pt x="2361" y="12669"/>
                      <a:pt x="2409" y="12669"/>
                    </a:cubicBezTo>
                    <a:cubicBezTo>
                      <a:pt x="2431" y="12669"/>
                      <a:pt x="2474" y="12626"/>
                      <a:pt x="2474" y="12599"/>
                    </a:cubicBezTo>
                    <a:cubicBezTo>
                      <a:pt x="2474" y="12556"/>
                      <a:pt x="2431" y="12534"/>
                      <a:pt x="2409" y="12534"/>
                    </a:cubicBezTo>
                    <a:close/>
                    <a:moveTo>
                      <a:pt x="2679" y="12534"/>
                    </a:moveTo>
                    <a:cubicBezTo>
                      <a:pt x="2631" y="12534"/>
                      <a:pt x="2609" y="12556"/>
                      <a:pt x="2609" y="12599"/>
                    </a:cubicBezTo>
                    <a:cubicBezTo>
                      <a:pt x="2609" y="12626"/>
                      <a:pt x="2631" y="12669"/>
                      <a:pt x="2679" y="12669"/>
                    </a:cubicBezTo>
                    <a:cubicBezTo>
                      <a:pt x="2701" y="12669"/>
                      <a:pt x="2744" y="12626"/>
                      <a:pt x="2744" y="12599"/>
                    </a:cubicBezTo>
                    <a:cubicBezTo>
                      <a:pt x="2744" y="12556"/>
                      <a:pt x="2701" y="12534"/>
                      <a:pt x="2679" y="12534"/>
                    </a:cubicBezTo>
                    <a:close/>
                    <a:moveTo>
                      <a:pt x="2949" y="12534"/>
                    </a:moveTo>
                    <a:cubicBezTo>
                      <a:pt x="2901" y="12534"/>
                      <a:pt x="2879" y="12556"/>
                      <a:pt x="2879" y="12599"/>
                    </a:cubicBezTo>
                    <a:cubicBezTo>
                      <a:pt x="2879" y="12626"/>
                      <a:pt x="2901" y="12669"/>
                      <a:pt x="2949" y="12669"/>
                    </a:cubicBezTo>
                    <a:cubicBezTo>
                      <a:pt x="2971" y="12669"/>
                      <a:pt x="3014" y="12626"/>
                      <a:pt x="3014" y="12599"/>
                    </a:cubicBezTo>
                    <a:cubicBezTo>
                      <a:pt x="3014" y="12556"/>
                      <a:pt x="2971" y="12534"/>
                      <a:pt x="2949" y="12534"/>
                    </a:cubicBezTo>
                    <a:close/>
                    <a:moveTo>
                      <a:pt x="3219" y="12534"/>
                    </a:moveTo>
                    <a:cubicBezTo>
                      <a:pt x="3171" y="12534"/>
                      <a:pt x="3149" y="12556"/>
                      <a:pt x="3149" y="12599"/>
                    </a:cubicBezTo>
                    <a:cubicBezTo>
                      <a:pt x="3149" y="12626"/>
                      <a:pt x="3171" y="12669"/>
                      <a:pt x="3219" y="12669"/>
                    </a:cubicBezTo>
                    <a:cubicBezTo>
                      <a:pt x="3241" y="12669"/>
                      <a:pt x="3284" y="12626"/>
                      <a:pt x="3284" y="12599"/>
                    </a:cubicBezTo>
                    <a:cubicBezTo>
                      <a:pt x="3284" y="12556"/>
                      <a:pt x="3241" y="12534"/>
                      <a:pt x="3219" y="12534"/>
                    </a:cubicBezTo>
                    <a:close/>
                    <a:moveTo>
                      <a:pt x="3489" y="12534"/>
                    </a:moveTo>
                    <a:cubicBezTo>
                      <a:pt x="3441" y="12534"/>
                      <a:pt x="3419" y="12556"/>
                      <a:pt x="3419" y="12599"/>
                    </a:cubicBezTo>
                    <a:cubicBezTo>
                      <a:pt x="3419" y="12626"/>
                      <a:pt x="3441" y="12669"/>
                      <a:pt x="3489" y="12669"/>
                    </a:cubicBezTo>
                    <a:cubicBezTo>
                      <a:pt x="3511" y="12669"/>
                      <a:pt x="3554" y="12626"/>
                      <a:pt x="3554" y="12599"/>
                    </a:cubicBezTo>
                    <a:cubicBezTo>
                      <a:pt x="3554" y="12556"/>
                      <a:pt x="3511" y="12534"/>
                      <a:pt x="3489" y="12534"/>
                    </a:cubicBezTo>
                    <a:close/>
                    <a:moveTo>
                      <a:pt x="3759" y="12534"/>
                    </a:moveTo>
                    <a:cubicBezTo>
                      <a:pt x="3711" y="12534"/>
                      <a:pt x="3689" y="12556"/>
                      <a:pt x="3689" y="12599"/>
                    </a:cubicBezTo>
                    <a:cubicBezTo>
                      <a:pt x="3689" y="12626"/>
                      <a:pt x="3711" y="12669"/>
                      <a:pt x="3759" y="12669"/>
                    </a:cubicBezTo>
                    <a:cubicBezTo>
                      <a:pt x="3781" y="12669"/>
                      <a:pt x="3824" y="12626"/>
                      <a:pt x="3824" y="12599"/>
                    </a:cubicBezTo>
                    <a:cubicBezTo>
                      <a:pt x="3824" y="12556"/>
                      <a:pt x="3781" y="12534"/>
                      <a:pt x="3759" y="12534"/>
                    </a:cubicBezTo>
                    <a:close/>
                    <a:moveTo>
                      <a:pt x="4029" y="12534"/>
                    </a:moveTo>
                    <a:cubicBezTo>
                      <a:pt x="3981" y="12534"/>
                      <a:pt x="3959" y="12556"/>
                      <a:pt x="3959" y="12599"/>
                    </a:cubicBezTo>
                    <a:cubicBezTo>
                      <a:pt x="3959" y="12626"/>
                      <a:pt x="3981" y="12669"/>
                      <a:pt x="4029" y="12669"/>
                    </a:cubicBezTo>
                    <a:cubicBezTo>
                      <a:pt x="4051" y="12669"/>
                      <a:pt x="4094" y="12626"/>
                      <a:pt x="4094" y="12599"/>
                    </a:cubicBezTo>
                    <a:cubicBezTo>
                      <a:pt x="4094" y="12556"/>
                      <a:pt x="4051" y="12534"/>
                      <a:pt x="4029" y="12534"/>
                    </a:cubicBezTo>
                    <a:close/>
                    <a:moveTo>
                      <a:pt x="4299" y="12534"/>
                    </a:moveTo>
                    <a:cubicBezTo>
                      <a:pt x="4251" y="12534"/>
                      <a:pt x="4229" y="12556"/>
                      <a:pt x="4229" y="12599"/>
                    </a:cubicBezTo>
                    <a:cubicBezTo>
                      <a:pt x="4229" y="12626"/>
                      <a:pt x="4251" y="12669"/>
                      <a:pt x="4299" y="12669"/>
                    </a:cubicBezTo>
                    <a:cubicBezTo>
                      <a:pt x="4321" y="12669"/>
                      <a:pt x="4364" y="12626"/>
                      <a:pt x="4364" y="12599"/>
                    </a:cubicBezTo>
                    <a:cubicBezTo>
                      <a:pt x="4364" y="12556"/>
                      <a:pt x="4321" y="12534"/>
                      <a:pt x="4299" y="12534"/>
                    </a:cubicBezTo>
                    <a:close/>
                    <a:moveTo>
                      <a:pt x="4569" y="12534"/>
                    </a:moveTo>
                    <a:cubicBezTo>
                      <a:pt x="4521" y="12534"/>
                      <a:pt x="4499" y="12556"/>
                      <a:pt x="4499" y="12599"/>
                    </a:cubicBezTo>
                    <a:cubicBezTo>
                      <a:pt x="4499" y="12626"/>
                      <a:pt x="4521" y="12669"/>
                      <a:pt x="4569" y="12669"/>
                    </a:cubicBezTo>
                    <a:cubicBezTo>
                      <a:pt x="4591" y="12669"/>
                      <a:pt x="4634" y="12626"/>
                      <a:pt x="4634" y="12599"/>
                    </a:cubicBezTo>
                    <a:cubicBezTo>
                      <a:pt x="4634" y="12556"/>
                      <a:pt x="4591" y="12534"/>
                      <a:pt x="4569" y="12534"/>
                    </a:cubicBezTo>
                    <a:close/>
                    <a:moveTo>
                      <a:pt x="4839" y="12534"/>
                    </a:moveTo>
                    <a:cubicBezTo>
                      <a:pt x="4791" y="12534"/>
                      <a:pt x="4769" y="12556"/>
                      <a:pt x="4769" y="12599"/>
                    </a:cubicBezTo>
                    <a:cubicBezTo>
                      <a:pt x="4769" y="12626"/>
                      <a:pt x="4791" y="12669"/>
                      <a:pt x="4839" y="12669"/>
                    </a:cubicBezTo>
                    <a:cubicBezTo>
                      <a:pt x="4861" y="12669"/>
                      <a:pt x="4904" y="12626"/>
                      <a:pt x="4904" y="12599"/>
                    </a:cubicBezTo>
                    <a:cubicBezTo>
                      <a:pt x="4904" y="12556"/>
                      <a:pt x="4861" y="12534"/>
                      <a:pt x="4839" y="12534"/>
                    </a:cubicBezTo>
                    <a:close/>
                    <a:moveTo>
                      <a:pt x="5017" y="12599"/>
                    </a:moveTo>
                    <a:cubicBezTo>
                      <a:pt x="4996" y="12599"/>
                      <a:pt x="4953" y="12626"/>
                      <a:pt x="4953" y="12669"/>
                    </a:cubicBezTo>
                    <a:cubicBezTo>
                      <a:pt x="4953" y="12691"/>
                      <a:pt x="4996" y="12734"/>
                      <a:pt x="5017" y="12734"/>
                    </a:cubicBezTo>
                    <a:cubicBezTo>
                      <a:pt x="5061" y="12734"/>
                      <a:pt x="5088" y="12691"/>
                      <a:pt x="5088" y="12669"/>
                    </a:cubicBezTo>
                    <a:cubicBezTo>
                      <a:pt x="5088" y="12626"/>
                      <a:pt x="5061" y="12599"/>
                      <a:pt x="5017" y="12599"/>
                    </a:cubicBezTo>
                    <a:close/>
                    <a:moveTo>
                      <a:pt x="5017" y="12869"/>
                    </a:moveTo>
                    <a:cubicBezTo>
                      <a:pt x="4996" y="12869"/>
                      <a:pt x="4953" y="12896"/>
                      <a:pt x="4953" y="12939"/>
                    </a:cubicBezTo>
                    <a:cubicBezTo>
                      <a:pt x="4953" y="12961"/>
                      <a:pt x="4996" y="13004"/>
                      <a:pt x="5017" y="13004"/>
                    </a:cubicBezTo>
                    <a:cubicBezTo>
                      <a:pt x="5061" y="13004"/>
                      <a:pt x="5088" y="12961"/>
                      <a:pt x="5088" y="12939"/>
                    </a:cubicBezTo>
                    <a:cubicBezTo>
                      <a:pt x="5088" y="12896"/>
                      <a:pt x="5061" y="12869"/>
                      <a:pt x="5017" y="12869"/>
                    </a:cubicBezTo>
                    <a:close/>
                    <a:moveTo>
                      <a:pt x="5017" y="13139"/>
                    </a:moveTo>
                    <a:cubicBezTo>
                      <a:pt x="4996" y="13139"/>
                      <a:pt x="4953" y="13166"/>
                      <a:pt x="4953" y="13209"/>
                    </a:cubicBezTo>
                    <a:cubicBezTo>
                      <a:pt x="4953" y="13231"/>
                      <a:pt x="4996" y="13274"/>
                      <a:pt x="5017" y="13274"/>
                    </a:cubicBezTo>
                    <a:cubicBezTo>
                      <a:pt x="5061" y="13274"/>
                      <a:pt x="5088" y="13231"/>
                      <a:pt x="5088" y="13209"/>
                    </a:cubicBezTo>
                    <a:cubicBezTo>
                      <a:pt x="5088" y="13166"/>
                      <a:pt x="5061" y="13139"/>
                      <a:pt x="5017" y="13139"/>
                    </a:cubicBezTo>
                    <a:close/>
                    <a:moveTo>
                      <a:pt x="5017" y="13409"/>
                    </a:moveTo>
                    <a:cubicBezTo>
                      <a:pt x="4996" y="13409"/>
                      <a:pt x="4953" y="13436"/>
                      <a:pt x="4953" y="13479"/>
                    </a:cubicBezTo>
                    <a:cubicBezTo>
                      <a:pt x="4953" y="13501"/>
                      <a:pt x="4996" y="13544"/>
                      <a:pt x="5017" y="13544"/>
                    </a:cubicBezTo>
                    <a:cubicBezTo>
                      <a:pt x="5061" y="13544"/>
                      <a:pt x="5088" y="13501"/>
                      <a:pt x="5088" y="13479"/>
                    </a:cubicBezTo>
                    <a:cubicBezTo>
                      <a:pt x="5088" y="13436"/>
                      <a:pt x="5061" y="13409"/>
                      <a:pt x="5017" y="13409"/>
                    </a:cubicBezTo>
                    <a:close/>
                    <a:moveTo>
                      <a:pt x="5017" y="13679"/>
                    </a:moveTo>
                    <a:cubicBezTo>
                      <a:pt x="4996" y="13679"/>
                      <a:pt x="4953" y="13706"/>
                      <a:pt x="4953" y="13749"/>
                    </a:cubicBezTo>
                    <a:cubicBezTo>
                      <a:pt x="4953" y="13771"/>
                      <a:pt x="4996" y="13814"/>
                      <a:pt x="5017" y="13814"/>
                    </a:cubicBezTo>
                    <a:cubicBezTo>
                      <a:pt x="5061" y="13814"/>
                      <a:pt x="5088" y="13771"/>
                      <a:pt x="5088" y="13749"/>
                    </a:cubicBezTo>
                    <a:cubicBezTo>
                      <a:pt x="5088" y="13706"/>
                      <a:pt x="5061" y="13679"/>
                      <a:pt x="5017" y="13679"/>
                    </a:cubicBezTo>
                    <a:close/>
                    <a:moveTo>
                      <a:pt x="5017" y="13949"/>
                    </a:moveTo>
                    <a:cubicBezTo>
                      <a:pt x="4996" y="13949"/>
                      <a:pt x="4953" y="13976"/>
                      <a:pt x="4953" y="14019"/>
                    </a:cubicBezTo>
                    <a:cubicBezTo>
                      <a:pt x="4953" y="14041"/>
                      <a:pt x="4996" y="14084"/>
                      <a:pt x="5017" y="14084"/>
                    </a:cubicBezTo>
                    <a:cubicBezTo>
                      <a:pt x="5061" y="14084"/>
                      <a:pt x="5088" y="14041"/>
                      <a:pt x="5088" y="14019"/>
                    </a:cubicBezTo>
                    <a:cubicBezTo>
                      <a:pt x="5088" y="13976"/>
                      <a:pt x="5061" y="13949"/>
                      <a:pt x="5017" y="13949"/>
                    </a:cubicBezTo>
                    <a:close/>
                    <a:moveTo>
                      <a:pt x="5017" y="14219"/>
                    </a:moveTo>
                    <a:cubicBezTo>
                      <a:pt x="4996" y="14219"/>
                      <a:pt x="4953" y="14246"/>
                      <a:pt x="4953" y="14289"/>
                    </a:cubicBezTo>
                    <a:cubicBezTo>
                      <a:pt x="4953" y="14311"/>
                      <a:pt x="4996" y="14354"/>
                      <a:pt x="5017" y="14354"/>
                    </a:cubicBezTo>
                    <a:cubicBezTo>
                      <a:pt x="5061" y="14354"/>
                      <a:pt x="5088" y="14311"/>
                      <a:pt x="5088" y="14289"/>
                    </a:cubicBezTo>
                    <a:cubicBezTo>
                      <a:pt x="5088" y="14246"/>
                      <a:pt x="5061" y="14219"/>
                      <a:pt x="5017" y="14219"/>
                    </a:cubicBezTo>
                    <a:close/>
                    <a:moveTo>
                      <a:pt x="5017" y="14489"/>
                    </a:moveTo>
                    <a:cubicBezTo>
                      <a:pt x="4996" y="14489"/>
                      <a:pt x="4953" y="14516"/>
                      <a:pt x="4953" y="14559"/>
                    </a:cubicBezTo>
                    <a:cubicBezTo>
                      <a:pt x="4953" y="14581"/>
                      <a:pt x="4996" y="14624"/>
                      <a:pt x="5017" y="14624"/>
                    </a:cubicBezTo>
                    <a:cubicBezTo>
                      <a:pt x="5061" y="14624"/>
                      <a:pt x="5088" y="14581"/>
                      <a:pt x="5088" y="14559"/>
                    </a:cubicBezTo>
                    <a:cubicBezTo>
                      <a:pt x="5088" y="14516"/>
                      <a:pt x="5061" y="14489"/>
                      <a:pt x="5017" y="14489"/>
                    </a:cubicBezTo>
                    <a:close/>
                    <a:moveTo>
                      <a:pt x="5017" y="14759"/>
                    </a:moveTo>
                    <a:cubicBezTo>
                      <a:pt x="4996" y="14759"/>
                      <a:pt x="4953" y="14786"/>
                      <a:pt x="4953" y="14829"/>
                    </a:cubicBezTo>
                    <a:cubicBezTo>
                      <a:pt x="4953" y="14851"/>
                      <a:pt x="4996" y="14894"/>
                      <a:pt x="5017" y="14894"/>
                    </a:cubicBezTo>
                    <a:cubicBezTo>
                      <a:pt x="5061" y="14894"/>
                      <a:pt x="5088" y="14851"/>
                      <a:pt x="5088" y="14829"/>
                    </a:cubicBezTo>
                    <a:cubicBezTo>
                      <a:pt x="5088" y="14786"/>
                      <a:pt x="5061" y="14759"/>
                      <a:pt x="5017" y="14759"/>
                    </a:cubicBezTo>
                    <a:close/>
                    <a:moveTo>
                      <a:pt x="5017" y="15029"/>
                    </a:moveTo>
                    <a:cubicBezTo>
                      <a:pt x="4996" y="15029"/>
                      <a:pt x="4953" y="15056"/>
                      <a:pt x="4953" y="15099"/>
                    </a:cubicBezTo>
                    <a:cubicBezTo>
                      <a:pt x="4953" y="15121"/>
                      <a:pt x="4996" y="15164"/>
                      <a:pt x="5017" y="15164"/>
                    </a:cubicBezTo>
                    <a:cubicBezTo>
                      <a:pt x="5061" y="15164"/>
                      <a:pt x="5088" y="15121"/>
                      <a:pt x="5088" y="15099"/>
                    </a:cubicBezTo>
                    <a:cubicBezTo>
                      <a:pt x="5088" y="15056"/>
                      <a:pt x="5061" y="15029"/>
                      <a:pt x="5017" y="15029"/>
                    </a:cubicBezTo>
                    <a:close/>
                    <a:moveTo>
                      <a:pt x="5017" y="15299"/>
                    </a:moveTo>
                    <a:cubicBezTo>
                      <a:pt x="4996" y="15299"/>
                      <a:pt x="4953" y="15326"/>
                      <a:pt x="4953" y="15369"/>
                    </a:cubicBezTo>
                    <a:cubicBezTo>
                      <a:pt x="4953" y="15391"/>
                      <a:pt x="4996" y="15434"/>
                      <a:pt x="5017" y="15434"/>
                    </a:cubicBezTo>
                    <a:cubicBezTo>
                      <a:pt x="5061" y="15434"/>
                      <a:pt x="5088" y="15391"/>
                      <a:pt x="5088" y="15369"/>
                    </a:cubicBezTo>
                    <a:cubicBezTo>
                      <a:pt x="5088" y="15326"/>
                      <a:pt x="5061" y="15299"/>
                      <a:pt x="5017" y="15299"/>
                    </a:cubicBezTo>
                    <a:close/>
                    <a:moveTo>
                      <a:pt x="5017" y="15569"/>
                    </a:moveTo>
                    <a:cubicBezTo>
                      <a:pt x="4996" y="15569"/>
                      <a:pt x="4953" y="15596"/>
                      <a:pt x="4953" y="15639"/>
                    </a:cubicBezTo>
                    <a:cubicBezTo>
                      <a:pt x="4953" y="15661"/>
                      <a:pt x="4996" y="15704"/>
                      <a:pt x="5017" y="15704"/>
                    </a:cubicBezTo>
                    <a:cubicBezTo>
                      <a:pt x="5061" y="15704"/>
                      <a:pt x="5088" y="15661"/>
                      <a:pt x="5088" y="15639"/>
                    </a:cubicBezTo>
                    <a:cubicBezTo>
                      <a:pt x="5088" y="15596"/>
                      <a:pt x="5061" y="15569"/>
                      <a:pt x="5017" y="15569"/>
                    </a:cubicBezTo>
                    <a:close/>
                    <a:moveTo>
                      <a:pt x="5017" y="15839"/>
                    </a:moveTo>
                    <a:cubicBezTo>
                      <a:pt x="4996" y="15839"/>
                      <a:pt x="4953" y="15866"/>
                      <a:pt x="4953" y="15909"/>
                    </a:cubicBezTo>
                    <a:cubicBezTo>
                      <a:pt x="4953" y="15931"/>
                      <a:pt x="4996" y="15974"/>
                      <a:pt x="5017" y="15974"/>
                    </a:cubicBezTo>
                    <a:cubicBezTo>
                      <a:pt x="5061" y="15974"/>
                      <a:pt x="5088" y="15931"/>
                      <a:pt x="5088" y="15909"/>
                    </a:cubicBezTo>
                    <a:cubicBezTo>
                      <a:pt x="5088" y="15866"/>
                      <a:pt x="5061" y="15839"/>
                      <a:pt x="5017" y="15839"/>
                    </a:cubicBezTo>
                    <a:close/>
                    <a:moveTo>
                      <a:pt x="5017" y="16109"/>
                    </a:moveTo>
                    <a:cubicBezTo>
                      <a:pt x="4996" y="16109"/>
                      <a:pt x="4953" y="16136"/>
                      <a:pt x="4953" y="16179"/>
                    </a:cubicBezTo>
                    <a:cubicBezTo>
                      <a:pt x="4953" y="16201"/>
                      <a:pt x="4996" y="16244"/>
                      <a:pt x="5017" y="16244"/>
                    </a:cubicBezTo>
                    <a:cubicBezTo>
                      <a:pt x="5061" y="16244"/>
                      <a:pt x="5088" y="16201"/>
                      <a:pt x="5088" y="16179"/>
                    </a:cubicBezTo>
                    <a:cubicBezTo>
                      <a:pt x="5088" y="16136"/>
                      <a:pt x="5061" y="16109"/>
                      <a:pt x="5017" y="16109"/>
                    </a:cubicBezTo>
                    <a:close/>
                    <a:moveTo>
                      <a:pt x="5017" y="16379"/>
                    </a:moveTo>
                    <a:cubicBezTo>
                      <a:pt x="4996" y="16379"/>
                      <a:pt x="4953" y="16406"/>
                      <a:pt x="4953" y="16449"/>
                    </a:cubicBezTo>
                    <a:cubicBezTo>
                      <a:pt x="4953" y="16471"/>
                      <a:pt x="4996" y="16514"/>
                      <a:pt x="5017" y="16514"/>
                    </a:cubicBezTo>
                    <a:cubicBezTo>
                      <a:pt x="5061" y="16514"/>
                      <a:pt x="5088" y="16471"/>
                      <a:pt x="5088" y="16449"/>
                    </a:cubicBezTo>
                    <a:cubicBezTo>
                      <a:pt x="5088" y="16406"/>
                      <a:pt x="5061" y="16379"/>
                      <a:pt x="5017" y="16379"/>
                    </a:cubicBezTo>
                    <a:close/>
                    <a:moveTo>
                      <a:pt x="5017" y="16649"/>
                    </a:moveTo>
                    <a:cubicBezTo>
                      <a:pt x="4996" y="16649"/>
                      <a:pt x="4953" y="16676"/>
                      <a:pt x="4953" y="16719"/>
                    </a:cubicBezTo>
                    <a:cubicBezTo>
                      <a:pt x="4953" y="16741"/>
                      <a:pt x="4996" y="16784"/>
                      <a:pt x="5017" y="16784"/>
                    </a:cubicBezTo>
                    <a:cubicBezTo>
                      <a:pt x="5061" y="16784"/>
                      <a:pt x="5088" y="16741"/>
                      <a:pt x="5088" y="16719"/>
                    </a:cubicBezTo>
                    <a:cubicBezTo>
                      <a:pt x="5088" y="16676"/>
                      <a:pt x="5061" y="16649"/>
                      <a:pt x="5017" y="16649"/>
                    </a:cubicBezTo>
                    <a:close/>
                    <a:moveTo>
                      <a:pt x="5017" y="16919"/>
                    </a:moveTo>
                    <a:cubicBezTo>
                      <a:pt x="4996" y="16919"/>
                      <a:pt x="4953" y="16946"/>
                      <a:pt x="4953" y="16989"/>
                    </a:cubicBezTo>
                    <a:cubicBezTo>
                      <a:pt x="4953" y="17011"/>
                      <a:pt x="4996" y="17054"/>
                      <a:pt x="5017" y="17054"/>
                    </a:cubicBezTo>
                    <a:cubicBezTo>
                      <a:pt x="5061" y="17054"/>
                      <a:pt x="5088" y="17011"/>
                      <a:pt x="5088" y="16989"/>
                    </a:cubicBezTo>
                    <a:cubicBezTo>
                      <a:pt x="5088" y="16946"/>
                      <a:pt x="5061" y="16919"/>
                      <a:pt x="5017" y="16919"/>
                    </a:cubicBezTo>
                    <a:close/>
                    <a:moveTo>
                      <a:pt x="5017" y="17189"/>
                    </a:moveTo>
                    <a:cubicBezTo>
                      <a:pt x="4996" y="17189"/>
                      <a:pt x="4953" y="17216"/>
                      <a:pt x="4953" y="17259"/>
                    </a:cubicBezTo>
                    <a:cubicBezTo>
                      <a:pt x="4953" y="17281"/>
                      <a:pt x="4996" y="17324"/>
                      <a:pt x="5017" y="17324"/>
                    </a:cubicBezTo>
                    <a:cubicBezTo>
                      <a:pt x="5061" y="17324"/>
                      <a:pt x="5088" y="17281"/>
                      <a:pt x="5088" y="17259"/>
                    </a:cubicBezTo>
                    <a:cubicBezTo>
                      <a:pt x="5088" y="17216"/>
                      <a:pt x="5061" y="17189"/>
                      <a:pt x="5017" y="17189"/>
                    </a:cubicBezTo>
                    <a:close/>
                    <a:moveTo>
                      <a:pt x="5017" y="17459"/>
                    </a:moveTo>
                    <a:cubicBezTo>
                      <a:pt x="4996" y="17459"/>
                      <a:pt x="4953" y="17486"/>
                      <a:pt x="4953" y="17529"/>
                    </a:cubicBezTo>
                    <a:cubicBezTo>
                      <a:pt x="4953" y="17551"/>
                      <a:pt x="4996" y="17594"/>
                      <a:pt x="5017" y="17594"/>
                    </a:cubicBezTo>
                    <a:cubicBezTo>
                      <a:pt x="5061" y="17594"/>
                      <a:pt x="5088" y="17551"/>
                      <a:pt x="5088" y="17529"/>
                    </a:cubicBezTo>
                    <a:cubicBezTo>
                      <a:pt x="5088" y="17486"/>
                      <a:pt x="5061" y="17459"/>
                      <a:pt x="5017" y="17459"/>
                    </a:cubicBezTo>
                    <a:close/>
                    <a:moveTo>
                      <a:pt x="5017" y="17729"/>
                    </a:moveTo>
                    <a:cubicBezTo>
                      <a:pt x="4996" y="17729"/>
                      <a:pt x="4953" y="17756"/>
                      <a:pt x="4953" y="17799"/>
                    </a:cubicBezTo>
                    <a:cubicBezTo>
                      <a:pt x="4953" y="17821"/>
                      <a:pt x="4996" y="17864"/>
                      <a:pt x="5017" y="17864"/>
                    </a:cubicBezTo>
                    <a:cubicBezTo>
                      <a:pt x="5061" y="17864"/>
                      <a:pt x="5088" y="17821"/>
                      <a:pt x="5088" y="17799"/>
                    </a:cubicBezTo>
                    <a:cubicBezTo>
                      <a:pt x="5088" y="17756"/>
                      <a:pt x="5061" y="17729"/>
                      <a:pt x="5017" y="17729"/>
                    </a:cubicBezTo>
                    <a:close/>
                    <a:moveTo>
                      <a:pt x="5017" y="17999"/>
                    </a:moveTo>
                    <a:cubicBezTo>
                      <a:pt x="4996" y="17999"/>
                      <a:pt x="4953" y="18026"/>
                      <a:pt x="4953" y="18069"/>
                    </a:cubicBezTo>
                    <a:cubicBezTo>
                      <a:pt x="4953" y="18091"/>
                      <a:pt x="4996" y="18134"/>
                      <a:pt x="5017" y="18134"/>
                    </a:cubicBezTo>
                    <a:cubicBezTo>
                      <a:pt x="5061" y="18134"/>
                      <a:pt x="5088" y="18091"/>
                      <a:pt x="5088" y="18069"/>
                    </a:cubicBezTo>
                    <a:cubicBezTo>
                      <a:pt x="5088" y="18026"/>
                      <a:pt x="5061" y="17999"/>
                      <a:pt x="5017" y="17999"/>
                    </a:cubicBezTo>
                    <a:close/>
                    <a:moveTo>
                      <a:pt x="5017" y="18269"/>
                    </a:moveTo>
                    <a:cubicBezTo>
                      <a:pt x="4996" y="18269"/>
                      <a:pt x="4953" y="18296"/>
                      <a:pt x="4953" y="18339"/>
                    </a:cubicBezTo>
                    <a:cubicBezTo>
                      <a:pt x="4953" y="18361"/>
                      <a:pt x="4996" y="18404"/>
                      <a:pt x="5017" y="18404"/>
                    </a:cubicBezTo>
                    <a:cubicBezTo>
                      <a:pt x="5061" y="18404"/>
                      <a:pt x="5088" y="18361"/>
                      <a:pt x="5088" y="18339"/>
                    </a:cubicBezTo>
                    <a:cubicBezTo>
                      <a:pt x="5088" y="18296"/>
                      <a:pt x="5061" y="18269"/>
                      <a:pt x="5017" y="18269"/>
                    </a:cubicBezTo>
                    <a:close/>
                    <a:moveTo>
                      <a:pt x="5017" y="18539"/>
                    </a:moveTo>
                    <a:cubicBezTo>
                      <a:pt x="4996" y="18539"/>
                      <a:pt x="4953" y="18566"/>
                      <a:pt x="4953" y="18609"/>
                    </a:cubicBezTo>
                    <a:cubicBezTo>
                      <a:pt x="4953" y="18631"/>
                      <a:pt x="4996" y="18674"/>
                      <a:pt x="5017" y="18674"/>
                    </a:cubicBezTo>
                    <a:cubicBezTo>
                      <a:pt x="5061" y="18674"/>
                      <a:pt x="5088" y="18631"/>
                      <a:pt x="5088" y="18609"/>
                    </a:cubicBezTo>
                    <a:cubicBezTo>
                      <a:pt x="5088" y="18566"/>
                      <a:pt x="5061" y="18539"/>
                      <a:pt x="5017" y="18539"/>
                    </a:cubicBezTo>
                    <a:close/>
                    <a:moveTo>
                      <a:pt x="5017" y="18809"/>
                    </a:moveTo>
                    <a:cubicBezTo>
                      <a:pt x="4996" y="18809"/>
                      <a:pt x="4953" y="18836"/>
                      <a:pt x="4953" y="18879"/>
                    </a:cubicBezTo>
                    <a:cubicBezTo>
                      <a:pt x="4953" y="18901"/>
                      <a:pt x="4996" y="18944"/>
                      <a:pt x="5017" y="18944"/>
                    </a:cubicBezTo>
                    <a:cubicBezTo>
                      <a:pt x="5061" y="18944"/>
                      <a:pt x="5088" y="18901"/>
                      <a:pt x="5088" y="18879"/>
                    </a:cubicBezTo>
                    <a:cubicBezTo>
                      <a:pt x="5088" y="18836"/>
                      <a:pt x="5061" y="18809"/>
                      <a:pt x="5017" y="18809"/>
                    </a:cubicBezTo>
                    <a:close/>
                    <a:moveTo>
                      <a:pt x="5017" y="19079"/>
                    </a:moveTo>
                    <a:cubicBezTo>
                      <a:pt x="4996" y="19079"/>
                      <a:pt x="4953" y="19106"/>
                      <a:pt x="4953" y="19149"/>
                    </a:cubicBezTo>
                    <a:cubicBezTo>
                      <a:pt x="4953" y="19171"/>
                      <a:pt x="4996" y="19214"/>
                      <a:pt x="5017" y="19214"/>
                    </a:cubicBezTo>
                    <a:cubicBezTo>
                      <a:pt x="5061" y="19214"/>
                      <a:pt x="5088" y="19171"/>
                      <a:pt x="5088" y="19149"/>
                    </a:cubicBezTo>
                    <a:cubicBezTo>
                      <a:pt x="5088" y="19106"/>
                      <a:pt x="5061" y="19079"/>
                      <a:pt x="5017" y="19079"/>
                    </a:cubicBezTo>
                    <a:close/>
                    <a:moveTo>
                      <a:pt x="4974" y="19398"/>
                    </a:moveTo>
                    <a:cubicBezTo>
                      <a:pt x="4953" y="19398"/>
                      <a:pt x="4953" y="19419"/>
                      <a:pt x="4953" y="19419"/>
                    </a:cubicBezTo>
                    <a:cubicBezTo>
                      <a:pt x="4953" y="19441"/>
                      <a:pt x="4996" y="19484"/>
                      <a:pt x="5017" y="19484"/>
                    </a:cubicBezTo>
                    <a:cubicBezTo>
                      <a:pt x="5061" y="19484"/>
                      <a:pt x="5088" y="19441"/>
                      <a:pt x="5088" y="19419"/>
                    </a:cubicBezTo>
                    <a:lnTo>
                      <a:pt x="5088" y="19398"/>
                    </a:lnTo>
                    <a:cubicBezTo>
                      <a:pt x="5088" y="19441"/>
                      <a:pt x="5061" y="19462"/>
                      <a:pt x="5017" y="19462"/>
                    </a:cubicBezTo>
                    <a:cubicBezTo>
                      <a:pt x="4996" y="19462"/>
                      <a:pt x="4974" y="19441"/>
                      <a:pt x="4974" y="19398"/>
                    </a:cubicBezTo>
                    <a:close/>
                    <a:moveTo>
                      <a:pt x="5017" y="19619"/>
                    </a:moveTo>
                    <a:cubicBezTo>
                      <a:pt x="4996" y="19619"/>
                      <a:pt x="4953" y="19646"/>
                      <a:pt x="4953" y="19689"/>
                    </a:cubicBezTo>
                    <a:cubicBezTo>
                      <a:pt x="4953" y="19711"/>
                      <a:pt x="4996" y="19754"/>
                      <a:pt x="5017" y="19754"/>
                    </a:cubicBezTo>
                    <a:cubicBezTo>
                      <a:pt x="5061" y="19754"/>
                      <a:pt x="5088" y="19711"/>
                      <a:pt x="5088" y="19689"/>
                    </a:cubicBezTo>
                    <a:cubicBezTo>
                      <a:pt x="5088" y="19646"/>
                      <a:pt x="5061" y="19619"/>
                      <a:pt x="5017" y="19619"/>
                    </a:cubicBezTo>
                    <a:close/>
                    <a:moveTo>
                      <a:pt x="5017" y="19889"/>
                    </a:moveTo>
                    <a:cubicBezTo>
                      <a:pt x="4996" y="19889"/>
                      <a:pt x="4953" y="19916"/>
                      <a:pt x="4953" y="19959"/>
                    </a:cubicBezTo>
                    <a:cubicBezTo>
                      <a:pt x="4953" y="19981"/>
                      <a:pt x="4996" y="20024"/>
                      <a:pt x="5017" y="20024"/>
                    </a:cubicBezTo>
                    <a:cubicBezTo>
                      <a:pt x="5061" y="20024"/>
                      <a:pt x="5088" y="19981"/>
                      <a:pt x="5088" y="19959"/>
                    </a:cubicBezTo>
                    <a:cubicBezTo>
                      <a:pt x="5088" y="19916"/>
                      <a:pt x="5061" y="19889"/>
                      <a:pt x="5017" y="19889"/>
                    </a:cubicBezTo>
                    <a:close/>
                    <a:moveTo>
                      <a:pt x="5017" y="20159"/>
                    </a:moveTo>
                    <a:cubicBezTo>
                      <a:pt x="4996" y="20159"/>
                      <a:pt x="4953" y="20186"/>
                      <a:pt x="4953" y="20229"/>
                    </a:cubicBezTo>
                    <a:cubicBezTo>
                      <a:pt x="4953" y="20251"/>
                      <a:pt x="4996" y="20294"/>
                      <a:pt x="5017" y="20294"/>
                    </a:cubicBezTo>
                    <a:cubicBezTo>
                      <a:pt x="5061" y="20294"/>
                      <a:pt x="5088" y="20251"/>
                      <a:pt x="5088" y="20229"/>
                    </a:cubicBezTo>
                    <a:cubicBezTo>
                      <a:pt x="5088" y="20186"/>
                      <a:pt x="5061" y="20159"/>
                      <a:pt x="5017" y="20159"/>
                    </a:cubicBezTo>
                    <a:close/>
                    <a:moveTo>
                      <a:pt x="5017" y="20429"/>
                    </a:moveTo>
                    <a:cubicBezTo>
                      <a:pt x="4996" y="20429"/>
                      <a:pt x="4953" y="20456"/>
                      <a:pt x="4953" y="20499"/>
                    </a:cubicBezTo>
                    <a:cubicBezTo>
                      <a:pt x="4953" y="20521"/>
                      <a:pt x="4996" y="20564"/>
                      <a:pt x="5017" y="20564"/>
                    </a:cubicBezTo>
                    <a:cubicBezTo>
                      <a:pt x="5061" y="20564"/>
                      <a:pt x="5088" y="20521"/>
                      <a:pt x="5088" y="20499"/>
                    </a:cubicBezTo>
                    <a:cubicBezTo>
                      <a:pt x="5088" y="20456"/>
                      <a:pt x="5061" y="20429"/>
                      <a:pt x="5017" y="20429"/>
                    </a:cubicBezTo>
                    <a:close/>
                    <a:moveTo>
                      <a:pt x="5017" y="20699"/>
                    </a:moveTo>
                    <a:cubicBezTo>
                      <a:pt x="4996" y="20699"/>
                      <a:pt x="4953" y="20726"/>
                      <a:pt x="4953" y="20769"/>
                    </a:cubicBezTo>
                    <a:cubicBezTo>
                      <a:pt x="4953" y="20791"/>
                      <a:pt x="4996" y="20834"/>
                      <a:pt x="5017" y="20834"/>
                    </a:cubicBezTo>
                    <a:cubicBezTo>
                      <a:pt x="5061" y="20834"/>
                      <a:pt x="5088" y="20791"/>
                      <a:pt x="5088" y="20769"/>
                    </a:cubicBezTo>
                    <a:cubicBezTo>
                      <a:pt x="5088" y="20726"/>
                      <a:pt x="5061" y="20699"/>
                      <a:pt x="5017" y="20699"/>
                    </a:cubicBezTo>
                    <a:close/>
                    <a:moveTo>
                      <a:pt x="5017" y="20969"/>
                    </a:moveTo>
                    <a:cubicBezTo>
                      <a:pt x="4996" y="20969"/>
                      <a:pt x="4953" y="20996"/>
                      <a:pt x="4953" y="21039"/>
                    </a:cubicBezTo>
                    <a:cubicBezTo>
                      <a:pt x="4953" y="21061"/>
                      <a:pt x="4996" y="21104"/>
                      <a:pt x="5017" y="21104"/>
                    </a:cubicBezTo>
                    <a:cubicBezTo>
                      <a:pt x="5061" y="21104"/>
                      <a:pt x="5088" y="21061"/>
                      <a:pt x="5088" y="21039"/>
                    </a:cubicBezTo>
                    <a:cubicBezTo>
                      <a:pt x="5088" y="20996"/>
                      <a:pt x="5061" y="20969"/>
                      <a:pt x="5017" y="20969"/>
                    </a:cubicBezTo>
                    <a:close/>
                    <a:moveTo>
                      <a:pt x="5017" y="21239"/>
                    </a:moveTo>
                    <a:cubicBezTo>
                      <a:pt x="4996" y="21239"/>
                      <a:pt x="4953" y="21266"/>
                      <a:pt x="4953" y="21309"/>
                    </a:cubicBezTo>
                    <a:cubicBezTo>
                      <a:pt x="4953" y="21331"/>
                      <a:pt x="4996" y="21374"/>
                      <a:pt x="5017" y="21374"/>
                    </a:cubicBezTo>
                    <a:cubicBezTo>
                      <a:pt x="5061" y="21374"/>
                      <a:pt x="5088" y="21331"/>
                      <a:pt x="5088" y="21309"/>
                    </a:cubicBezTo>
                    <a:cubicBezTo>
                      <a:pt x="5088" y="21266"/>
                      <a:pt x="5061" y="21239"/>
                      <a:pt x="5017" y="21239"/>
                    </a:cubicBezTo>
                    <a:close/>
                    <a:moveTo>
                      <a:pt x="5017" y="21509"/>
                    </a:moveTo>
                    <a:cubicBezTo>
                      <a:pt x="4996" y="21509"/>
                      <a:pt x="4953" y="21536"/>
                      <a:pt x="4953" y="21579"/>
                    </a:cubicBezTo>
                    <a:cubicBezTo>
                      <a:pt x="4953" y="21601"/>
                      <a:pt x="4996" y="21644"/>
                      <a:pt x="5017" y="21644"/>
                    </a:cubicBezTo>
                    <a:cubicBezTo>
                      <a:pt x="5061" y="21644"/>
                      <a:pt x="5088" y="21601"/>
                      <a:pt x="5088" y="21579"/>
                    </a:cubicBezTo>
                    <a:cubicBezTo>
                      <a:pt x="5088" y="21536"/>
                      <a:pt x="5061" y="21509"/>
                      <a:pt x="5017" y="21509"/>
                    </a:cubicBezTo>
                    <a:close/>
                    <a:moveTo>
                      <a:pt x="5017" y="21779"/>
                    </a:moveTo>
                    <a:cubicBezTo>
                      <a:pt x="4996" y="21779"/>
                      <a:pt x="4953" y="21806"/>
                      <a:pt x="4953" y="21849"/>
                    </a:cubicBezTo>
                    <a:cubicBezTo>
                      <a:pt x="4953" y="21871"/>
                      <a:pt x="4996" y="21914"/>
                      <a:pt x="5017" y="21914"/>
                    </a:cubicBezTo>
                    <a:cubicBezTo>
                      <a:pt x="5061" y="21914"/>
                      <a:pt x="5088" y="21871"/>
                      <a:pt x="5088" y="21849"/>
                    </a:cubicBezTo>
                    <a:cubicBezTo>
                      <a:pt x="5088" y="21806"/>
                      <a:pt x="5061" y="21779"/>
                      <a:pt x="5017" y="21779"/>
                    </a:cubicBezTo>
                    <a:close/>
                    <a:moveTo>
                      <a:pt x="5017" y="22049"/>
                    </a:moveTo>
                    <a:cubicBezTo>
                      <a:pt x="4996" y="22049"/>
                      <a:pt x="4953" y="22076"/>
                      <a:pt x="4953" y="22119"/>
                    </a:cubicBezTo>
                    <a:cubicBezTo>
                      <a:pt x="4953" y="22141"/>
                      <a:pt x="4996" y="22184"/>
                      <a:pt x="5017" y="22184"/>
                    </a:cubicBezTo>
                    <a:cubicBezTo>
                      <a:pt x="5061" y="22184"/>
                      <a:pt x="5088" y="22141"/>
                      <a:pt x="5088" y="22119"/>
                    </a:cubicBezTo>
                    <a:cubicBezTo>
                      <a:pt x="5088" y="22076"/>
                      <a:pt x="5061" y="22049"/>
                      <a:pt x="5017" y="22049"/>
                    </a:cubicBezTo>
                    <a:close/>
                    <a:moveTo>
                      <a:pt x="5017" y="22319"/>
                    </a:moveTo>
                    <a:cubicBezTo>
                      <a:pt x="4996" y="22319"/>
                      <a:pt x="4953" y="22346"/>
                      <a:pt x="4953" y="22389"/>
                    </a:cubicBezTo>
                    <a:cubicBezTo>
                      <a:pt x="4953" y="22411"/>
                      <a:pt x="4996" y="22454"/>
                      <a:pt x="5017" y="22454"/>
                    </a:cubicBezTo>
                    <a:cubicBezTo>
                      <a:pt x="5061" y="22454"/>
                      <a:pt x="5088" y="22411"/>
                      <a:pt x="5088" y="22389"/>
                    </a:cubicBezTo>
                    <a:cubicBezTo>
                      <a:pt x="5088" y="22346"/>
                      <a:pt x="5061" y="22319"/>
                      <a:pt x="5017" y="22319"/>
                    </a:cubicBezTo>
                    <a:close/>
                    <a:moveTo>
                      <a:pt x="5017" y="22589"/>
                    </a:moveTo>
                    <a:cubicBezTo>
                      <a:pt x="4996" y="22589"/>
                      <a:pt x="4953" y="22616"/>
                      <a:pt x="4953" y="22659"/>
                    </a:cubicBezTo>
                    <a:cubicBezTo>
                      <a:pt x="4953" y="22681"/>
                      <a:pt x="4996" y="22724"/>
                      <a:pt x="5017" y="22724"/>
                    </a:cubicBezTo>
                    <a:cubicBezTo>
                      <a:pt x="5061" y="22724"/>
                      <a:pt x="5088" y="22681"/>
                      <a:pt x="5088" y="22659"/>
                    </a:cubicBezTo>
                    <a:cubicBezTo>
                      <a:pt x="5088" y="22616"/>
                      <a:pt x="5061" y="22589"/>
                      <a:pt x="5017" y="22589"/>
                    </a:cubicBezTo>
                    <a:close/>
                    <a:moveTo>
                      <a:pt x="5017" y="22859"/>
                    </a:moveTo>
                    <a:cubicBezTo>
                      <a:pt x="4996" y="22859"/>
                      <a:pt x="4953" y="22886"/>
                      <a:pt x="4953" y="22929"/>
                    </a:cubicBezTo>
                    <a:cubicBezTo>
                      <a:pt x="4953" y="22951"/>
                      <a:pt x="4996" y="22994"/>
                      <a:pt x="5017" y="22994"/>
                    </a:cubicBezTo>
                    <a:cubicBezTo>
                      <a:pt x="5061" y="22994"/>
                      <a:pt x="5088" y="22951"/>
                      <a:pt x="5088" y="22929"/>
                    </a:cubicBezTo>
                    <a:cubicBezTo>
                      <a:pt x="5088" y="22886"/>
                      <a:pt x="5061" y="22859"/>
                      <a:pt x="5017" y="22859"/>
                    </a:cubicBezTo>
                    <a:close/>
                    <a:moveTo>
                      <a:pt x="5017" y="23129"/>
                    </a:moveTo>
                    <a:cubicBezTo>
                      <a:pt x="4996" y="23129"/>
                      <a:pt x="4953" y="23156"/>
                      <a:pt x="4953" y="23199"/>
                    </a:cubicBezTo>
                    <a:cubicBezTo>
                      <a:pt x="4953" y="23221"/>
                      <a:pt x="4996" y="23264"/>
                      <a:pt x="5017" y="23264"/>
                    </a:cubicBezTo>
                    <a:cubicBezTo>
                      <a:pt x="5061" y="23264"/>
                      <a:pt x="5088" y="23221"/>
                      <a:pt x="5088" y="23199"/>
                    </a:cubicBezTo>
                    <a:cubicBezTo>
                      <a:pt x="5088" y="23156"/>
                      <a:pt x="5061" y="23129"/>
                      <a:pt x="5017" y="23129"/>
                    </a:cubicBezTo>
                    <a:close/>
                    <a:moveTo>
                      <a:pt x="5017" y="23399"/>
                    </a:moveTo>
                    <a:cubicBezTo>
                      <a:pt x="4996" y="23399"/>
                      <a:pt x="4953" y="23426"/>
                      <a:pt x="4953" y="23469"/>
                    </a:cubicBezTo>
                    <a:cubicBezTo>
                      <a:pt x="4953" y="23491"/>
                      <a:pt x="4996" y="23534"/>
                      <a:pt x="5017" y="23534"/>
                    </a:cubicBezTo>
                    <a:cubicBezTo>
                      <a:pt x="5061" y="23534"/>
                      <a:pt x="5088" y="23491"/>
                      <a:pt x="5088" y="23469"/>
                    </a:cubicBezTo>
                    <a:cubicBezTo>
                      <a:pt x="5088" y="23426"/>
                      <a:pt x="5061" y="23399"/>
                      <a:pt x="5017" y="23399"/>
                    </a:cubicBezTo>
                    <a:close/>
                    <a:moveTo>
                      <a:pt x="5017" y="23669"/>
                    </a:moveTo>
                    <a:cubicBezTo>
                      <a:pt x="4996" y="23669"/>
                      <a:pt x="4953" y="23696"/>
                      <a:pt x="4953" y="23739"/>
                    </a:cubicBezTo>
                    <a:cubicBezTo>
                      <a:pt x="4953" y="23761"/>
                      <a:pt x="4996" y="23804"/>
                      <a:pt x="5017" y="23804"/>
                    </a:cubicBezTo>
                    <a:cubicBezTo>
                      <a:pt x="5061" y="23804"/>
                      <a:pt x="5088" y="23761"/>
                      <a:pt x="5088" y="23739"/>
                    </a:cubicBezTo>
                    <a:cubicBezTo>
                      <a:pt x="5088" y="23696"/>
                      <a:pt x="5061" y="23669"/>
                      <a:pt x="5017" y="23669"/>
                    </a:cubicBezTo>
                    <a:close/>
                    <a:moveTo>
                      <a:pt x="5017" y="23939"/>
                    </a:moveTo>
                    <a:cubicBezTo>
                      <a:pt x="4996" y="23939"/>
                      <a:pt x="4953" y="23966"/>
                      <a:pt x="4953" y="24009"/>
                    </a:cubicBezTo>
                    <a:cubicBezTo>
                      <a:pt x="4953" y="24031"/>
                      <a:pt x="4996" y="24074"/>
                      <a:pt x="5017" y="24074"/>
                    </a:cubicBezTo>
                    <a:cubicBezTo>
                      <a:pt x="5061" y="24074"/>
                      <a:pt x="5088" y="24031"/>
                      <a:pt x="5088" y="24009"/>
                    </a:cubicBezTo>
                    <a:cubicBezTo>
                      <a:pt x="5088" y="23966"/>
                      <a:pt x="5061" y="23939"/>
                      <a:pt x="5017" y="23939"/>
                    </a:cubicBezTo>
                    <a:close/>
                    <a:moveTo>
                      <a:pt x="5017" y="24209"/>
                    </a:moveTo>
                    <a:cubicBezTo>
                      <a:pt x="4996" y="24209"/>
                      <a:pt x="4953" y="24236"/>
                      <a:pt x="4953" y="24279"/>
                    </a:cubicBezTo>
                    <a:cubicBezTo>
                      <a:pt x="4953" y="24301"/>
                      <a:pt x="4996" y="24344"/>
                      <a:pt x="5017" y="24344"/>
                    </a:cubicBezTo>
                    <a:cubicBezTo>
                      <a:pt x="5061" y="24344"/>
                      <a:pt x="5088" y="24301"/>
                      <a:pt x="5088" y="24279"/>
                    </a:cubicBezTo>
                    <a:cubicBezTo>
                      <a:pt x="5088" y="24236"/>
                      <a:pt x="5061" y="24209"/>
                      <a:pt x="5017" y="24209"/>
                    </a:cubicBezTo>
                    <a:close/>
                    <a:moveTo>
                      <a:pt x="5017" y="24479"/>
                    </a:moveTo>
                    <a:cubicBezTo>
                      <a:pt x="4996" y="24479"/>
                      <a:pt x="4953" y="24506"/>
                      <a:pt x="4953" y="24549"/>
                    </a:cubicBezTo>
                    <a:cubicBezTo>
                      <a:pt x="4953" y="24571"/>
                      <a:pt x="4996" y="24614"/>
                      <a:pt x="5017" y="24614"/>
                    </a:cubicBezTo>
                    <a:cubicBezTo>
                      <a:pt x="5061" y="24614"/>
                      <a:pt x="5088" y="24571"/>
                      <a:pt x="5088" y="24549"/>
                    </a:cubicBezTo>
                    <a:cubicBezTo>
                      <a:pt x="5088" y="24506"/>
                      <a:pt x="5061" y="24479"/>
                      <a:pt x="5017" y="24479"/>
                    </a:cubicBezTo>
                    <a:close/>
                    <a:moveTo>
                      <a:pt x="5017" y="24749"/>
                    </a:moveTo>
                    <a:cubicBezTo>
                      <a:pt x="4996" y="24749"/>
                      <a:pt x="4953" y="24776"/>
                      <a:pt x="4953" y="24819"/>
                    </a:cubicBezTo>
                    <a:cubicBezTo>
                      <a:pt x="4953" y="24841"/>
                      <a:pt x="4996" y="24884"/>
                      <a:pt x="5017" y="24884"/>
                    </a:cubicBezTo>
                    <a:cubicBezTo>
                      <a:pt x="5061" y="24884"/>
                      <a:pt x="5088" y="24841"/>
                      <a:pt x="5088" y="24819"/>
                    </a:cubicBezTo>
                    <a:cubicBezTo>
                      <a:pt x="5088" y="24776"/>
                      <a:pt x="5061" y="24749"/>
                      <a:pt x="5017" y="24749"/>
                    </a:cubicBezTo>
                    <a:close/>
                    <a:moveTo>
                      <a:pt x="5017" y="25019"/>
                    </a:moveTo>
                    <a:cubicBezTo>
                      <a:pt x="4996" y="25019"/>
                      <a:pt x="4953" y="25046"/>
                      <a:pt x="4953" y="25089"/>
                    </a:cubicBezTo>
                    <a:cubicBezTo>
                      <a:pt x="4953" y="25111"/>
                      <a:pt x="4996" y="25154"/>
                      <a:pt x="5017" y="25154"/>
                    </a:cubicBezTo>
                    <a:cubicBezTo>
                      <a:pt x="5061" y="25154"/>
                      <a:pt x="5088" y="25111"/>
                      <a:pt x="5088" y="25089"/>
                    </a:cubicBezTo>
                    <a:cubicBezTo>
                      <a:pt x="5088" y="25046"/>
                      <a:pt x="5061" y="25019"/>
                      <a:pt x="5017" y="25019"/>
                    </a:cubicBezTo>
                    <a:close/>
                    <a:moveTo>
                      <a:pt x="5017" y="25289"/>
                    </a:moveTo>
                    <a:cubicBezTo>
                      <a:pt x="4996" y="25289"/>
                      <a:pt x="4953" y="25316"/>
                      <a:pt x="4953" y="25359"/>
                    </a:cubicBezTo>
                    <a:cubicBezTo>
                      <a:pt x="4953" y="25381"/>
                      <a:pt x="4996" y="25424"/>
                      <a:pt x="5017" y="25424"/>
                    </a:cubicBezTo>
                    <a:cubicBezTo>
                      <a:pt x="5061" y="25424"/>
                      <a:pt x="5088" y="25381"/>
                      <a:pt x="5088" y="25359"/>
                    </a:cubicBezTo>
                    <a:cubicBezTo>
                      <a:pt x="5088" y="25316"/>
                      <a:pt x="5061" y="25289"/>
                      <a:pt x="5017" y="25289"/>
                    </a:cubicBezTo>
                    <a:close/>
                    <a:moveTo>
                      <a:pt x="5017" y="25559"/>
                    </a:moveTo>
                    <a:cubicBezTo>
                      <a:pt x="4996" y="25559"/>
                      <a:pt x="4953" y="25586"/>
                      <a:pt x="4953" y="25629"/>
                    </a:cubicBezTo>
                    <a:cubicBezTo>
                      <a:pt x="4953" y="25651"/>
                      <a:pt x="4996" y="25694"/>
                      <a:pt x="5017" y="25694"/>
                    </a:cubicBezTo>
                    <a:cubicBezTo>
                      <a:pt x="5061" y="25694"/>
                      <a:pt x="5088" y="25651"/>
                      <a:pt x="5088" y="25629"/>
                    </a:cubicBezTo>
                    <a:cubicBezTo>
                      <a:pt x="5088" y="25586"/>
                      <a:pt x="5061" y="25559"/>
                      <a:pt x="5017" y="25559"/>
                    </a:cubicBezTo>
                    <a:close/>
                    <a:moveTo>
                      <a:pt x="5017" y="25829"/>
                    </a:moveTo>
                    <a:cubicBezTo>
                      <a:pt x="4996" y="25829"/>
                      <a:pt x="4953" y="25856"/>
                      <a:pt x="4953" y="25899"/>
                    </a:cubicBezTo>
                    <a:cubicBezTo>
                      <a:pt x="4953" y="25921"/>
                      <a:pt x="4996" y="25964"/>
                      <a:pt x="5017" y="25964"/>
                    </a:cubicBezTo>
                    <a:cubicBezTo>
                      <a:pt x="5061" y="25964"/>
                      <a:pt x="5088" y="25921"/>
                      <a:pt x="5088" y="25899"/>
                    </a:cubicBezTo>
                    <a:cubicBezTo>
                      <a:pt x="5088" y="25856"/>
                      <a:pt x="5061" y="25829"/>
                      <a:pt x="5017" y="25829"/>
                    </a:cubicBezTo>
                    <a:close/>
                    <a:moveTo>
                      <a:pt x="5017" y="26099"/>
                    </a:moveTo>
                    <a:cubicBezTo>
                      <a:pt x="4996" y="26099"/>
                      <a:pt x="4953" y="26126"/>
                      <a:pt x="4953" y="26169"/>
                    </a:cubicBezTo>
                    <a:cubicBezTo>
                      <a:pt x="4953" y="26191"/>
                      <a:pt x="4996" y="26234"/>
                      <a:pt x="5017" y="26234"/>
                    </a:cubicBezTo>
                    <a:cubicBezTo>
                      <a:pt x="5061" y="26234"/>
                      <a:pt x="5088" y="26191"/>
                      <a:pt x="5088" y="26169"/>
                    </a:cubicBezTo>
                    <a:cubicBezTo>
                      <a:pt x="5088" y="26126"/>
                      <a:pt x="5061" y="26099"/>
                      <a:pt x="5017" y="26099"/>
                    </a:cubicBezTo>
                    <a:close/>
                    <a:moveTo>
                      <a:pt x="5017" y="26369"/>
                    </a:moveTo>
                    <a:cubicBezTo>
                      <a:pt x="4996" y="26369"/>
                      <a:pt x="4953" y="26396"/>
                      <a:pt x="4953" y="26439"/>
                    </a:cubicBezTo>
                    <a:cubicBezTo>
                      <a:pt x="4953" y="26461"/>
                      <a:pt x="4996" y="26504"/>
                      <a:pt x="5017" y="26504"/>
                    </a:cubicBezTo>
                    <a:cubicBezTo>
                      <a:pt x="5061" y="26504"/>
                      <a:pt x="5088" y="26461"/>
                      <a:pt x="5088" y="26439"/>
                    </a:cubicBezTo>
                    <a:cubicBezTo>
                      <a:pt x="5088" y="26396"/>
                      <a:pt x="5061" y="26369"/>
                      <a:pt x="5017" y="26369"/>
                    </a:cubicBezTo>
                    <a:close/>
                    <a:moveTo>
                      <a:pt x="5017" y="26639"/>
                    </a:moveTo>
                    <a:cubicBezTo>
                      <a:pt x="4996" y="26639"/>
                      <a:pt x="4953" y="26666"/>
                      <a:pt x="4953" y="26710"/>
                    </a:cubicBezTo>
                    <a:cubicBezTo>
                      <a:pt x="4953" y="26731"/>
                      <a:pt x="4996" y="26774"/>
                      <a:pt x="5017" y="26774"/>
                    </a:cubicBezTo>
                    <a:cubicBezTo>
                      <a:pt x="5061" y="26774"/>
                      <a:pt x="5088" y="26731"/>
                      <a:pt x="5088" y="26710"/>
                    </a:cubicBezTo>
                    <a:cubicBezTo>
                      <a:pt x="5088" y="26666"/>
                      <a:pt x="5061" y="26639"/>
                      <a:pt x="5017" y="26639"/>
                    </a:cubicBezTo>
                    <a:close/>
                    <a:moveTo>
                      <a:pt x="5017" y="26909"/>
                    </a:moveTo>
                    <a:cubicBezTo>
                      <a:pt x="4996" y="26909"/>
                      <a:pt x="4953" y="26936"/>
                      <a:pt x="4953" y="26980"/>
                    </a:cubicBezTo>
                    <a:cubicBezTo>
                      <a:pt x="4953" y="27001"/>
                      <a:pt x="4996" y="27044"/>
                      <a:pt x="5017" y="27044"/>
                    </a:cubicBezTo>
                    <a:cubicBezTo>
                      <a:pt x="5061" y="27044"/>
                      <a:pt x="5088" y="27001"/>
                      <a:pt x="5088" y="26980"/>
                    </a:cubicBezTo>
                    <a:cubicBezTo>
                      <a:pt x="5088" y="26936"/>
                      <a:pt x="5061" y="26909"/>
                      <a:pt x="5017" y="26909"/>
                    </a:cubicBezTo>
                    <a:close/>
                    <a:moveTo>
                      <a:pt x="5017" y="27179"/>
                    </a:moveTo>
                    <a:cubicBezTo>
                      <a:pt x="4996" y="27179"/>
                      <a:pt x="4953" y="27206"/>
                      <a:pt x="4953" y="27250"/>
                    </a:cubicBezTo>
                    <a:cubicBezTo>
                      <a:pt x="4953" y="27271"/>
                      <a:pt x="4996" y="27314"/>
                      <a:pt x="5017" y="27314"/>
                    </a:cubicBezTo>
                    <a:cubicBezTo>
                      <a:pt x="5061" y="27314"/>
                      <a:pt x="5088" y="27271"/>
                      <a:pt x="5088" y="27250"/>
                    </a:cubicBezTo>
                    <a:cubicBezTo>
                      <a:pt x="5088" y="27206"/>
                      <a:pt x="5061" y="27179"/>
                      <a:pt x="5017" y="27179"/>
                    </a:cubicBezTo>
                    <a:close/>
                    <a:moveTo>
                      <a:pt x="5017" y="27449"/>
                    </a:moveTo>
                    <a:cubicBezTo>
                      <a:pt x="4996" y="27449"/>
                      <a:pt x="4953" y="27476"/>
                      <a:pt x="4953" y="27520"/>
                    </a:cubicBezTo>
                    <a:cubicBezTo>
                      <a:pt x="4953" y="27541"/>
                      <a:pt x="4996" y="27584"/>
                      <a:pt x="5017" y="27584"/>
                    </a:cubicBezTo>
                    <a:cubicBezTo>
                      <a:pt x="5061" y="27584"/>
                      <a:pt x="5088" y="27541"/>
                      <a:pt x="5088" y="27520"/>
                    </a:cubicBezTo>
                    <a:cubicBezTo>
                      <a:pt x="5088" y="27476"/>
                      <a:pt x="5061" y="27449"/>
                      <a:pt x="5017" y="27449"/>
                    </a:cubicBezTo>
                    <a:close/>
                    <a:moveTo>
                      <a:pt x="5017" y="27719"/>
                    </a:moveTo>
                    <a:cubicBezTo>
                      <a:pt x="4996" y="27719"/>
                      <a:pt x="4953" y="27746"/>
                      <a:pt x="4953" y="27790"/>
                    </a:cubicBezTo>
                    <a:cubicBezTo>
                      <a:pt x="4953" y="27811"/>
                      <a:pt x="4996" y="27854"/>
                      <a:pt x="5017" y="27854"/>
                    </a:cubicBezTo>
                    <a:cubicBezTo>
                      <a:pt x="5061" y="27854"/>
                      <a:pt x="5088" y="27811"/>
                      <a:pt x="5088" y="27790"/>
                    </a:cubicBezTo>
                    <a:cubicBezTo>
                      <a:pt x="5088" y="27746"/>
                      <a:pt x="5061" y="27719"/>
                      <a:pt x="5017" y="27719"/>
                    </a:cubicBezTo>
                    <a:close/>
                    <a:moveTo>
                      <a:pt x="5017" y="27989"/>
                    </a:moveTo>
                    <a:cubicBezTo>
                      <a:pt x="4996" y="27989"/>
                      <a:pt x="4953" y="28016"/>
                      <a:pt x="4953" y="28060"/>
                    </a:cubicBezTo>
                    <a:cubicBezTo>
                      <a:pt x="4953" y="28081"/>
                      <a:pt x="4996" y="28124"/>
                      <a:pt x="5017" y="28124"/>
                    </a:cubicBezTo>
                    <a:cubicBezTo>
                      <a:pt x="5061" y="28124"/>
                      <a:pt x="5088" y="28081"/>
                      <a:pt x="5088" y="28060"/>
                    </a:cubicBezTo>
                    <a:cubicBezTo>
                      <a:pt x="5088" y="28016"/>
                      <a:pt x="5061" y="27989"/>
                      <a:pt x="5017" y="27989"/>
                    </a:cubicBezTo>
                    <a:close/>
                    <a:moveTo>
                      <a:pt x="5017" y="28259"/>
                    </a:moveTo>
                    <a:cubicBezTo>
                      <a:pt x="4996" y="28259"/>
                      <a:pt x="4953" y="28286"/>
                      <a:pt x="4953" y="28330"/>
                    </a:cubicBezTo>
                    <a:cubicBezTo>
                      <a:pt x="4953" y="28351"/>
                      <a:pt x="4996" y="28394"/>
                      <a:pt x="5017" y="28394"/>
                    </a:cubicBezTo>
                    <a:cubicBezTo>
                      <a:pt x="5061" y="28394"/>
                      <a:pt x="5088" y="28351"/>
                      <a:pt x="5088" y="28330"/>
                    </a:cubicBezTo>
                    <a:cubicBezTo>
                      <a:pt x="5088" y="28286"/>
                      <a:pt x="5061" y="28259"/>
                      <a:pt x="5017" y="28259"/>
                    </a:cubicBezTo>
                    <a:close/>
                    <a:moveTo>
                      <a:pt x="5109" y="28443"/>
                    </a:moveTo>
                    <a:cubicBezTo>
                      <a:pt x="5088" y="28443"/>
                      <a:pt x="5039" y="28465"/>
                      <a:pt x="5039" y="28508"/>
                    </a:cubicBezTo>
                    <a:cubicBezTo>
                      <a:pt x="5039" y="28529"/>
                      <a:pt x="5088" y="28578"/>
                      <a:pt x="5109" y="28578"/>
                    </a:cubicBezTo>
                    <a:cubicBezTo>
                      <a:pt x="5152" y="28578"/>
                      <a:pt x="5174" y="28529"/>
                      <a:pt x="5174" y="28508"/>
                    </a:cubicBezTo>
                    <a:cubicBezTo>
                      <a:pt x="5174" y="28465"/>
                      <a:pt x="5152" y="28443"/>
                      <a:pt x="5109" y="28443"/>
                    </a:cubicBezTo>
                    <a:close/>
                    <a:moveTo>
                      <a:pt x="5379" y="28443"/>
                    </a:moveTo>
                    <a:cubicBezTo>
                      <a:pt x="5358" y="28443"/>
                      <a:pt x="5309" y="28465"/>
                      <a:pt x="5309" y="28508"/>
                    </a:cubicBezTo>
                    <a:cubicBezTo>
                      <a:pt x="5309" y="28529"/>
                      <a:pt x="5358" y="28578"/>
                      <a:pt x="5379" y="28578"/>
                    </a:cubicBezTo>
                    <a:cubicBezTo>
                      <a:pt x="5422" y="28578"/>
                      <a:pt x="5444" y="28529"/>
                      <a:pt x="5444" y="28508"/>
                    </a:cubicBezTo>
                    <a:cubicBezTo>
                      <a:pt x="5444" y="28465"/>
                      <a:pt x="5422" y="28443"/>
                      <a:pt x="5379" y="28443"/>
                    </a:cubicBezTo>
                    <a:close/>
                    <a:moveTo>
                      <a:pt x="5649" y="28443"/>
                    </a:moveTo>
                    <a:cubicBezTo>
                      <a:pt x="5628" y="28443"/>
                      <a:pt x="5579" y="28465"/>
                      <a:pt x="5579" y="28508"/>
                    </a:cubicBezTo>
                    <a:cubicBezTo>
                      <a:pt x="5579" y="28529"/>
                      <a:pt x="5628" y="28578"/>
                      <a:pt x="5649" y="28578"/>
                    </a:cubicBezTo>
                    <a:cubicBezTo>
                      <a:pt x="5692" y="28578"/>
                      <a:pt x="5714" y="28529"/>
                      <a:pt x="5714" y="28508"/>
                    </a:cubicBezTo>
                    <a:cubicBezTo>
                      <a:pt x="5714" y="28465"/>
                      <a:pt x="5692" y="28443"/>
                      <a:pt x="5649" y="28443"/>
                    </a:cubicBezTo>
                    <a:close/>
                    <a:moveTo>
                      <a:pt x="5919" y="28443"/>
                    </a:moveTo>
                    <a:cubicBezTo>
                      <a:pt x="5898" y="28443"/>
                      <a:pt x="5849" y="28465"/>
                      <a:pt x="5849" y="28508"/>
                    </a:cubicBezTo>
                    <a:cubicBezTo>
                      <a:pt x="5849" y="28529"/>
                      <a:pt x="5898" y="28578"/>
                      <a:pt x="5919" y="28578"/>
                    </a:cubicBezTo>
                    <a:cubicBezTo>
                      <a:pt x="5962" y="28578"/>
                      <a:pt x="5984" y="28529"/>
                      <a:pt x="5984" y="28508"/>
                    </a:cubicBezTo>
                    <a:cubicBezTo>
                      <a:pt x="5984" y="28465"/>
                      <a:pt x="5962" y="28443"/>
                      <a:pt x="5919" y="28443"/>
                    </a:cubicBezTo>
                    <a:close/>
                    <a:moveTo>
                      <a:pt x="6189" y="28443"/>
                    </a:moveTo>
                    <a:cubicBezTo>
                      <a:pt x="6168" y="28443"/>
                      <a:pt x="6119" y="28465"/>
                      <a:pt x="6119" y="28508"/>
                    </a:cubicBezTo>
                    <a:cubicBezTo>
                      <a:pt x="6119" y="28529"/>
                      <a:pt x="6168" y="28578"/>
                      <a:pt x="6189" y="28578"/>
                    </a:cubicBezTo>
                    <a:cubicBezTo>
                      <a:pt x="6233" y="28578"/>
                      <a:pt x="6254" y="28529"/>
                      <a:pt x="6254" y="28508"/>
                    </a:cubicBezTo>
                    <a:cubicBezTo>
                      <a:pt x="6254" y="28465"/>
                      <a:pt x="6233" y="28443"/>
                      <a:pt x="6189" y="28443"/>
                    </a:cubicBezTo>
                    <a:close/>
                    <a:moveTo>
                      <a:pt x="6459" y="28443"/>
                    </a:moveTo>
                    <a:cubicBezTo>
                      <a:pt x="6438" y="28443"/>
                      <a:pt x="6389" y="28465"/>
                      <a:pt x="6389" y="28508"/>
                    </a:cubicBezTo>
                    <a:cubicBezTo>
                      <a:pt x="6389" y="28529"/>
                      <a:pt x="6438" y="28578"/>
                      <a:pt x="6459" y="28578"/>
                    </a:cubicBezTo>
                    <a:cubicBezTo>
                      <a:pt x="6503" y="28578"/>
                      <a:pt x="6524" y="28529"/>
                      <a:pt x="6524" y="28508"/>
                    </a:cubicBezTo>
                    <a:cubicBezTo>
                      <a:pt x="6524" y="28465"/>
                      <a:pt x="6503" y="28443"/>
                      <a:pt x="6459" y="28443"/>
                    </a:cubicBezTo>
                    <a:close/>
                    <a:moveTo>
                      <a:pt x="6729" y="28443"/>
                    </a:moveTo>
                    <a:cubicBezTo>
                      <a:pt x="6708" y="28443"/>
                      <a:pt x="6659" y="28465"/>
                      <a:pt x="6659" y="28508"/>
                    </a:cubicBezTo>
                    <a:cubicBezTo>
                      <a:pt x="6659" y="28529"/>
                      <a:pt x="6708" y="28578"/>
                      <a:pt x="6729" y="28578"/>
                    </a:cubicBezTo>
                    <a:cubicBezTo>
                      <a:pt x="6773" y="28578"/>
                      <a:pt x="6794" y="28529"/>
                      <a:pt x="6794" y="28508"/>
                    </a:cubicBezTo>
                    <a:cubicBezTo>
                      <a:pt x="6794" y="28465"/>
                      <a:pt x="6773" y="28443"/>
                      <a:pt x="6729" y="28443"/>
                    </a:cubicBezTo>
                    <a:close/>
                    <a:moveTo>
                      <a:pt x="6999" y="28443"/>
                    </a:moveTo>
                    <a:cubicBezTo>
                      <a:pt x="6978" y="28443"/>
                      <a:pt x="6929" y="28465"/>
                      <a:pt x="6929" y="28508"/>
                    </a:cubicBezTo>
                    <a:cubicBezTo>
                      <a:pt x="6929" y="28529"/>
                      <a:pt x="6978" y="28578"/>
                      <a:pt x="6999" y="28578"/>
                    </a:cubicBezTo>
                    <a:cubicBezTo>
                      <a:pt x="7043" y="28578"/>
                      <a:pt x="7064" y="28529"/>
                      <a:pt x="7064" y="28508"/>
                    </a:cubicBezTo>
                    <a:cubicBezTo>
                      <a:pt x="7064" y="28465"/>
                      <a:pt x="7043" y="28443"/>
                      <a:pt x="6999" y="28443"/>
                    </a:cubicBezTo>
                    <a:close/>
                    <a:moveTo>
                      <a:pt x="7269" y="28443"/>
                    </a:moveTo>
                    <a:cubicBezTo>
                      <a:pt x="7248" y="28443"/>
                      <a:pt x="7199" y="28465"/>
                      <a:pt x="7199" y="28508"/>
                    </a:cubicBezTo>
                    <a:cubicBezTo>
                      <a:pt x="7199" y="28529"/>
                      <a:pt x="7248" y="28578"/>
                      <a:pt x="7269" y="28578"/>
                    </a:cubicBezTo>
                    <a:cubicBezTo>
                      <a:pt x="7313" y="28578"/>
                      <a:pt x="7334" y="28529"/>
                      <a:pt x="7334" y="28508"/>
                    </a:cubicBezTo>
                    <a:cubicBezTo>
                      <a:pt x="7334" y="28465"/>
                      <a:pt x="7313" y="28443"/>
                      <a:pt x="7269" y="28443"/>
                    </a:cubicBezTo>
                    <a:close/>
                    <a:moveTo>
                      <a:pt x="7539" y="28443"/>
                    </a:moveTo>
                    <a:cubicBezTo>
                      <a:pt x="7518" y="28443"/>
                      <a:pt x="7469" y="28465"/>
                      <a:pt x="7469" y="28508"/>
                    </a:cubicBezTo>
                    <a:cubicBezTo>
                      <a:pt x="7469" y="28529"/>
                      <a:pt x="7518" y="28578"/>
                      <a:pt x="7539" y="28578"/>
                    </a:cubicBezTo>
                    <a:cubicBezTo>
                      <a:pt x="7583" y="28578"/>
                      <a:pt x="7604" y="28529"/>
                      <a:pt x="7604" y="28508"/>
                    </a:cubicBezTo>
                    <a:cubicBezTo>
                      <a:pt x="7604" y="28465"/>
                      <a:pt x="7583" y="28443"/>
                      <a:pt x="7539" y="28443"/>
                    </a:cubicBezTo>
                    <a:close/>
                    <a:moveTo>
                      <a:pt x="7809" y="28443"/>
                    </a:moveTo>
                    <a:cubicBezTo>
                      <a:pt x="7788" y="28443"/>
                      <a:pt x="7739" y="28465"/>
                      <a:pt x="7739" y="28508"/>
                    </a:cubicBezTo>
                    <a:cubicBezTo>
                      <a:pt x="7739" y="28529"/>
                      <a:pt x="7788" y="28578"/>
                      <a:pt x="7809" y="28578"/>
                    </a:cubicBezTo>
                    <a:cubicBezTo>
                      <a:pt x="7853" y="28578"/>
                      <a:pt x="7874" y="28529"/>
                      <a:pt x="7874" y="28508"/>
                    </a:cubicBezTo>
                    <a:cubicBezTo>
                      <a:pt x="7874" y="28465"/>
                      <a:pt x="7853" y="28443"/>
                      <a:pt x="7809" y="28443"/>
                    </a:cubicBezTo>
                    <a:close/>
                    <a:moveTo>
                      <a:pt x="8079" y="28443"/>
                    </a:moveTo>
                    <a:cubicBezTo>
                      <a:pt x="8058" y="28443"/>
                      <a:pt x="8009" y="28465"/>
                      <a:pt x="8009" y="28508"/>
                    </a:cubicBezTo>
                    <a:cubicBezTo>
                      <a:pt x="8009" y="28529"/>
                      <a:pt x="8058" y="28578"/>
                      <a:pt x="8079" y="28578"/>
                    </a:cubicBezTo>
                    <a:cubicBezTo>
                      <a:pt x="8123" y="28578"/>
                      <a:pt x="8144" y="28529"/>
                      <a:pt x="8144" y="28508"/>
                    </a:cubicBezTo>
                    <a:cubicBezTo>
                      <a:pt x="8144" y="28465"/>
                      <a:pt x="8123" y="28443"/>
                      <a:pt x="8079" y="28443"/>
                    </a:cubicBezTo>
                    <a:close/>
                    <a:moveTo>
                      <a:pt x="8349" y="28443"/>
                    </a:moveTo>
                    <a:cubicBezTo>
                      <a:pt x="8328" y="28443"/>
                      <a:pt x="8279" y="28465"/>
                      <a:pt x="8279" y="28508"/>
                    </a:cubicBezTo>
                    <a:cubicBezTo>
                      <a:pt x="8279" y="28529"/>
                      <a:pt x="8328" y="28578"/>
                      <a:pt x="8349" y="28578"/>
                    </a:cubicBezTo>
                    <a:cubicBezTo>
                      <a:pt x="8393" y="28578"/>
                      <a:pt x="8414" y="28529"/>
                      <a:pt x="8414" y="28508"/>
                    </a:cubicBezTo>
                    <a:cubicBezTo>
                      <a:pt x="8414" y="28465"/>
                      <a:pt x="8393" y="28443"/>
                      <a:pt x="8349" y="28443"/>
                    </a:cubicBezTo>
                    <a:close/>
                    <a:moveTo>
                      <a:pt x="8619" y="28443"/>
                    </a:moveTo>
                    <a:cubicBezTo>
                      <a:pt x="8598" y="28443"/>
                      <a:pt x="8549" y="28465"/>
                      <a:pt x="8549" y="28508"/>
                    </a:cubicBezTo>
                    <a:cubicBezTo>
                      <a:pt x="8549" y="28529"/>
                      <a:pt x="8598" y="28578"/>
                      <a:pt x="8619" y="28578"/>
                    </a:cubicBezTo>
                    <a:cubicBezTo>
                      <a:pt x="8663" y="28578"/>
                      <a:pt x="8684" y="28529"/>
                      <a:pt x="8684" y="28508"/>
                    </a:cubicBezTo>
                    <a:cubicBezTo>
                      <a:pt x="8684" y="28465"/>
                      <a:pt x="8663" y="28443"/>
                      <a:pt x="8619" y="28443"/>
                    </a:cubicBezTo>
                    <a:close/>
                    <a:moveTo>
                      <a:pt x="8889" y="28443"/>
                    </a:moveTo>
                    <a:cubicBezTo>
                      <a:pt x="8868" y="28443"/>
                      <a:pt x="8819" y="28465"/>
                      <a:pt x="8819" y="28508"/>
                    </a:cubicBezTo>
                    <a:cubicBezTo>
                      <a:pt x="8819" y="28529"/>
                      <a:pt x="8868" y="28578"/>
                      <a:pt x="8889" y="28578"/>
                    </a:cubicBezTo>
                    <a:cubicBezTo>
                      <a:pt x="8933" y="28578"/>
                      <a:pt x="8954" y="28529"/>
                      <a:pt x="8954" y="28508"/>
                    </a:cubicBezTo>
                    <a:cubicBezTo>
                      <a:pt x="8954" y="28465"/>
                      <a:pt x="8933" y="28443"/>
                      <a:pt x="8889" y="28443"/>
                    </a:cubicBezTo>
                    <a:close/>
                    <a:moveTo>
                      <a:pt x="9159" y="28443"/>
                    </a:moveTo>
                    <a:cubicBezTo>
                      <a:pt x="9138" y="28443"/>
                      <a:pt x="9089" y="28465"/>
                      <a:pt x="9089" y="28508"/>
                    </a:cubicBezTo>
                    <a:cubicBezTo>
                      <a:pt x="9089" y="28529"/>
                      <a:pt x="9138" y="28578"/>
                      <a:pt x="9159" y="28578"/>
                    </a:cubicBezTo>
                    <a:lnTo>
                      <a:pt x="9181" y="28578"/>
                    </a:lnTo>
                    <a:cubicBezTo>
                      <a:pt x="9159" y="28556"/>
                      <a:pt x="9138" y="28529"/>
                      <a:pt x="9138" y="28508"/>
                    </a:cubicBezTo>
                    <a:cubicBezTo>
                      <a:pt x="9138" y="28486"/>
                      <a:pt x="9159" y="28443"/>
                      <a:pt x="9181" y="28443"/>
                    </a:cubicBezTo>
                    <a:close/>
                    <a:moveTo>
                      <a:pt x="9429" y="28443"/>
                    </a:moveTo>
                    <a:cubicBezTo>
                      <a:pt x="9408" y="28443"/>
                      <a:pt x="9359" y="28465"/>
                      <a:pt x="9359" y="28508"/>
                    </a:cubicBezTo>
                    <a:cubicBezTo>
                      <a:pt x="9359" y="28529"/>
                      <a:pt x="9408" y="28578"/>
                      <a:pt x="9429" y="28578"/>
                    </a:cubicBezTo>
                    <a:cubicBezTo>
                      <a:pt x="9473" y="28578"/>
                      <a:pt x="9494" y="28529"/>
                      <a:pt x="9494" y="28508"/>
                    </a:cubicBezTo>
                    <a:cubicBezTo>
                      <a:pt x="9494" y="28465"/>
                      <a:pt x="9473" y="28443"/>
                      <a:pt x="9429" y="28443"/>
                    </a:cubicBezTo>
                    <a:close/>
                    <a:moveTo>
                      <a:pt x="9699" y="28443"/>
                    </a:moveTo>
                    <a:cubicBezTo>
                      <a:pt x="9678" y="28443"/>
                      <a:pt x="9629" y="28465"/>
                      <a:pt x="9629" y="28508"/>
                    </a:cubicBezTo>
                    <a:cubicBezTo>
                      <a:pt x="9629" y="28529"/>
                      <a:pt x="9678" y="28578"/>
                      <a:pt x="9699" y="28578"/>
                    </a:cubicBezTo>
                    <a:cubicBezTo>
                      <a:pt x="9743" y="28578"/>
                      <a:pt x="9764" y="28529"/>
                      <a:pt x="9764" y="28508"/>
                    </a:cubicBezTo>
                    <a:cubicBezTo>
                      <a:pt x="9764" y="28465"/>
                      <a:pt x="9743" y="28443"/>
                      <a:pt x="9699" y="28443"/>
                    </a:cubicBezTo>
                    <a:close/>
                    <a:moveTo>
                      <a:pt x="9969" y="28443"/>
                    </a:moveTo>
                    <a:cubicBezTo>
                      <a:pt x="9948" y="28443"/>
                      <a:pt x="9899" y="28465"/>
                      <a:pt x="9899" y="28508"/>
                    </a:cubicBezTo>
                    <a:cubicBezTo>
                      <a:pt x="9899" y="28529"/>
                      <a:pt x="9948" y="28578"/>
                      <a:pt x="9969" y="28578"/>
                    </a:cubicBezTo>
                    <a:cubicBezTo>
                      <a:pt x="10013" y="28578"/>
                      <a:pt x="10034" y="28529"/>
                      <a:pt x="10034" y="28508"/>
                    </a:cubicBezTo>
                    <a:cubicBezTo>
                      <a:pt x="10034" y="28465"/>
                      <a:pt x="10013" y="28443"/>
                      <a:pt x="9969" y="28443"/>
                    </a:cubicBezTo>
                    <a:close/>
                    <a:moveTo>
                      <a:pt x="10240" y="28443"/>
                    </a:moveTo>
                    <a:cubicBezTo>
                      <a:pt x="10218" y="28443"/>
                      <a:pt x="10169" y="28465"/>
                      <a:pt x="10169" y="28508"/>
                    </a:cubicBezTo>
                    <a:cubicBezTo>
                      <a:pt x="10169" y="28529"/>
                      <a:pt x="10218" y="28578"/>
                      <a:pt x="10240" y="28578"/>
                    </a:cubicBezTo>
                    <a:cubicBezTo>
                      <a:pt x="10283" y="28578"/>
                      <a:pt x="10304" y="28529"/>
                      <a:pt x="10304" y="28508"/>
                    </a:cubicBezTo>
                    <a:cubicBezTo>
                      <a:pt x="10304" y="28465"/>
                      <a:pt x="10283" y="28443"/>
                      <a:pt x="10240" y="28443"/>
                    </a:cubicBezTo>
                    <a:close/>
                    <a:moveTo>
                      <a:pt x="10510" y="28443"/>
                    </a:moveTo>
                    <a:cubicBezTo>
                      <a:pt x="10488" y="28443"/>
                      <a:pt x="10439" y="28465"/>
                      <a:pt x="10439" y="28508"/>
                    </a:cubicBezTo>
                    <a:cubicBezTo>
                      <a:pt x="10439" y="28529"/>
                      <a:pt x="10488" y="28578"/>
                      <a:pt x="10510" y="28578"/>
                    </a:cubicBezTo>
                    <a:cubicBezTo>
                      <a:pt x="10553" y="28578"/>
                      <a:pt x="10574" y="28529"/>
                      <a:pt x="10574" y="28508"/>
                    </a:cubicBezTo>
                    <a:cubicBezTo>
                      <a:pt x="10574" y="28465"/>
                      <a:pt x="10553" y="28443"/>
                      <a:pt x="10510" y="28443"/>
                    </a:cubicBezTo>
                    <a:close/>
                    <a:moveTo>
                      <a:pt x="10780" y="28443"/>
                    </a:moveTo>
                    <a:cubicBezTo>
                      <a:pt x="10758" y="28443"/>
                      <a:pt x="10709" y="28465"/>
                      <a:pt x="10709" y="28508"/>
                    </a:cubicBezTo>
                    <a:cubicBezTo>
                      <a:pt x="10709" y="28529"/>
                      <a:pt x="10758" y="28578"/>
                      <a:pt x="10780" y="28578"/>
                    </a:cubicBezTo>
                    <a:cubicBezTo>
                      <a:pt x="10823" y="28578"/>
                      <a:pt x="10844" y="28529"/>
                      <a:pt x="10844" y="28508"/>
                    </a:cubicBezTo>
                    <a:cubicBezTo>
                      <a:pt x="10844" y="28465"/>
                      <a:pt x="10823" y="28443"/>
                      <a:pt x="10780" y="28443"/>
                    </a:cubicBezTo>
                    <a:close/>
                    <a:moveTo>
                      <a:pt x="11050" y="28443"/>
                    </a:moveTo>
                    <a:cubicBezTo>
                      <a:pt x="11028" y="28443"/>
                      <a:pt x="10979" y="28465"/>
                      <a:pt x="10979" y="28508"/>
                    </a:cubicBezTo>
                    <a:cubicBezTo>
                      <a:pt x="10979" y="28529"/>
                      <a:pt x="11028" y="28578"/>
                      <a:pt x="11050" y="28578"/>
                    </a:cubicBezTo>
                    <a:cubicBezTo>
                      <a:pt x="11093" y="28578"/>
                      <a:pt x="11114" y="28529"/>
                      <a:pt x="11114" y="28508"/>
                    </a:cubicBezTo>
                    <a:cubicBezTo>
                      <a:pt x="11114" y="28465"/>
                      <a:pt x="11093" y="28443"/>
                      <a:pt x="11050" y="28443"/>
                    </a:cubicBezTo>
                    <a:close/>
                    <a:moveTo>
                      <a:pt x="11320" y="28443"/>
                    </a:moveTo>
                    <a:cubicBezTo>
                      <a:pt x="11298" y="28443"/>
                      <a:pt x="11249" y="28465"/>
                      <a:pt x="11249" y="28508"/>
                    </a:cubicBezTo>
                    <a:cubicBezTo>
                      <a:pt x="11249" y="28529"/>
                      <a:pt x="11298" y="28578"/>
                      <a:pt x="11320" y="28578"/>
                    </a:cubicBezTo>
                    <a:cubicBezTo>
                      <a:pt x="11363" y="28578"/>
                      <a:pt x="11384" y="28529"/>
                      <a:pt x="11384" y="28508"/>
                    </a:cubicBezTo>
                    <a:cubicBezTo>
                      <a:pt x="11384" y="28465"/>
                      <a:pt x="11363" y="28443"/>
                      <a:pt x="11320" y="28443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g3f131e4dc8c_0_538"/>
              <p:cNvSpPr/>
              <p:nvPr/>
            </p:nvSpPr>
            <p:spPr>
              <a:xfrm flipH="1">
                <a:off x="-674872" y="3101968"/>
                <a:ext cx="1319009" cy="3310904"/>
              </a:xfrm>
              <a:custGeom>
                <a:rect b="b" l="l" r="r" t="t"/>
                <a:pathLst>
                  <a:path extrusionOk="0" h="28578" w="11385">
                    <a:moveTo>
                      <a:pt x="65" y="0"/>
                    </a:moveTo>
                    <a:cubicBezTo>
                      <a:pt x="44" y="0"/>
                      <a:pt x="1" y="22"/>
                      <a:pt x="1" y="70"/>
                    </a:cubicBezTo>
                    <a:cubicBezTo>
                      <a:pt x="1" y="92"/>
                      <a:pt x="44" y="135"/>
                      <a:pt x="65" y="135"/>
                    </a:cubicBezTo>
                    <a:cubicBezTo>
                      <a:pt x="114" y="135"/>
                      <a:pt x="136" y="92"/>
                      <a:pt x="136" y="70"/>
                    </a:cubicBezTo>
                    <a:cubicBezTo>
                      <a:pt x="136" y="22"/>
                      <a:pt x="114" y="0"/>
                      <a:pt x="65" y="0"/>
                    </a:cubicBezTo>
                    <a:close/>
                    <a:moveTo>
                      <a:pt x="65" y="270"/>
                    </a:moveTo>
                    <a:cubicBezTo>
                      <a:pt x="44" y="270"/>
                      <a:pt x="1" y="292"/>
                      <a:pt x="1" y="340"/>
                    </a:cubicBezTo>
                    <a:cubicBezTo>
                      <a:pt x="1" y="362"/>
                      <a:pt x="44" y="405"/>
                      <a:pt x="65" y="405"/>
                    </a:cubicBezTo>
                    <a:cubicBezTo>
                      <a:pt x="114" y="405"/>
                      <a:pt x="136" y="362"/>
                      <a:pt x="136" y="340"/>
                    </a:cubicBezTo>
                    <a:cubicBezTo>
                      <a:pt x="136" y="292"/>
                      <a:pt x="114" y="270"/>
                      <a:pt x="65" y="270"/>
                    </a:cubicBezTo>
                    <a:close/>
                    <a:moveTo>
                      <a:pt x="65" y="540"/>
                    </a:moveTo>
                    <a:cubicBezTo>
                      <a:pt x="44" y="540"/>
                      <a:pt x="1" y="562"/>
                      <a:pt x="1" y="610"/>
                    </a:cubicBezTo>
                    <a:cubicBezTo>
                      <a:pt x="1" y="632"/>
                      <a:pt x="44" y="675"/>
                      <a:pt x="65" y="675"/>
                    </a:cubicBezTo>
                    <a:cubicBezTo>
                      <a:pt x="114" y="675"/>
                      <a:pt x="136" y="632"/>
                      <a:pt x="136" y="610"/>
                    </a:cubicBezTo>
                    <a:cubicBezTo>
                      <a:pt x="136" y="562"/>
                      <a:pt x="114" y="540"/>
                      <a:pt x="65" y="540"/>
                    </a:cubicBezTo>
                    <a:close/>
                    <a:moveTo>
                      <a:pt x="65" y="810"/>
                    </a:moveTo>
                    <a:cubicBezTo>
                      <a:pt x="44" y="810"/>
                      <a:pt x="1" y="832"/>
                      <a:pt x="1" y="880"/>
                    </a:cubicBezTo>
                    <a:cubicBezTo>
                      <a:pt x="1" y="902"/>
                      <a:pt x="44" y="945"/>
                      <a:pt x="65" y="945"/>
                    </a:cubicBezTo>
                    <a:cubicBezTo>
                      <a:pt x="114" y="945"/>
                      <a:pt x="136" y="902"/>
                      <a:pt x="136" y="880"/>
                    </a:cubicBezTo>
                    <a:cubicBezTo>
                      <a:pt x="136" y="832"/>
                      <a:pt x="114" y="810"/>
                      <a:pt x="65" y="810"/>
                    </a:cubicBezTo>
                    <a:close/>
                    <a:moveTo>
                      <a:pt x="65" y="1080"/>
                    </a:moveTo>
                    <a:cubicBezTo>
                      <a:pt x="44" y="1080"/>
                      <a:pt x="1" y="1102"/>
                      <a:pt x="1" y="1150"/>
                    </a:cubicBezTo>
                    <a:cubicBezTo>
                      <a:pt x="1" y="1172"/>
                      <a:pt x="44" y="1215"/>
                      <a:pt x="65" y="1215"/>
                    </a:cubicBezTo>
                    <a:cubicBezTo>
                      <a:pt x="114" y="1215"/>
                      <a:pt x="136" y="1172"/>
                      <a:pt x="136" y="1150"/>
                    </a:cubicBezTo>
                    <a:cubicBezTo>
                      <a:pt x="136" y="1102"/>
                      <a:pt x="114" y="1080"/>
                      <a:pt x="65" y="1080"/>
                    </a:cubicBezTo>
                    <a:close/>
                    <a:moveTo>
                      <a:pt x="65" y="1350"/>
                    </a:moveTo>
                    <a:cubicBezTo>
                      <a:pt x="44" y="1350"/>
                      <a:pt x="1" y="1372"/>
                      <a:pt x="1" y="1420"/>
                    </a:cubicBezTo>
                    <a:cubicBezTo>
                      <a:pt x="1" y="1442"/>
                      <a:pt x="44" y="1485"/>
                      <a:pt x="65" y="1485"/>
                    </a:cubicBezTo>
                    <a:cubicBezTo>
                      <a:pt x="114" y="1485"/>
                      <a:pt x="136" y="1442"/>
                      <a:pt x="136" y="1420"/>
                    </a:cubicBezTo>
                    <a:cubicBezTo>
                      <a:pt x="136" y="1372"/>
                      <a:pt x="114" y="1350"/>
                      <a:pt x="65" y="1350"/>
                    </a:cubicBezTo>
                    <a:close/>
                    <a:moveTo>
                      <a:pt x="65" y="1620"/>
                    </a:moveTo>
                    <a:cubicBezTo>
                      <a:pt x="44" y="1620"/>
                      <a:pt x="1" y="1642"/>
                      <a:pt x="1" y="1690"/>
                    </a:cubicBezTo>
                    <a:cubicBezTo>
                      <a:pt x="1" y="1712"/>
                      <a:pt x="44" y="1755"/>
                      <a:pt x="65" y="1755"/>
                    </a:cubicBezTo>
                    <a:cubicBezTo>
                      <a:pt x="114" y="1755"/>
                      <a:pt x="136" y="1712"/>
                      <a:pt x="136" y="1690"/>
                    </a:cubicBezTo>
                    <a:cubicBezTo>
                      <a:pt x="136" y="1642"/>
                      <a:pt x="114" y="1620"/>
                      <a:pt x="65" y="1620"/>
                    </a:cubicBezTo>
                    <a:close/>
                    <a:moveTo>
                      <a:pt x="65" y="1890"/>
                    </a:moveTo>
                    <a:cubicBezTo>
                      <a:pt x="44" y="1890"/>
                      <a:pt x="1" y="1912"/>
                      <a:pt x="1" y="1960"/>
                    </a:cubicBezTo>
                    <a:cubicBezTo>
                      <a:pt x="1" y="1982"/>
                      <a:pt x="44" y="2025"/>
                      <a:pt x="65" y="2025"/>
                    </a:cubicBezTo>
                    <a:cubicBezTo>
                      <a:pt x="114" y="2025"/>
                      <a:pt x="136" y="1982"/>
                      <a:pt x="136" y="1960"/>
                    </a:cubicBezTo>
                    <a:cubicBezTo>
                      <a:pt x="136" y="1912"/>
                      <a:pt x="114" y="1890"/>
                      <a:pt x="65" y="1890"/>
                    </a:cubicBezTo>
                    <a:close/>
                    <a:moveTo>
                      <a:pt x="65" y="2160"/>
                    </a:moveTo>
                    <a:cubicBezTo>
                      <a:pt x="44" y="2160"/>
                      <a:pt x="1" y="2182"/>
                      <a:pt x="1" y="2230"/>
                    </a:cubicBezTo>
                    <a:cubicBezTo>
                      <a:pt x="1" y="2252"/>
                      <a:pt x="44" y="2295"/>
                      <a:pt x="65" y="2295"/>
                    </a:cubicBezTo>
                    <a:cubicBezTo>
                      <a:pt x="114" y="2295"/>
                      <a:pt x="136" y="2252"/>
                      <a:pt x="136" y="2230"/>
                    </a:cubicBezTo>
                    <a:cubicBezTo>
                      <a:pt x="136" y="2182"/>
                      <a:pt x="114" y="2160"/>
                      <a:pt x="65" y="2160"/>
                    </a:cubicBezTo>
                    <a:close/>
                    <a:moveTo>
                      <a:pt x="65" y="2430"/>
                    </a:moveTo>
                    <a:cubicBezTo>
                      <a:pt x="44" y="2430"/>
                      <a:pt x="1" y="2452"/>
                      <a:pt x="1" y="2500"/>
                    </a:cubicBezTo>
                    <a:cubicBezTo>
                      <a:pt x="1" y="2522"/>
                      <a:pt x="44" y="2565"/>
                      <a:pt x="65" y="2565"/>
                    </a:cubicBezTo>
                    <a:cubicBezTo>
                      <a:pt x="114" y="2565"/>
                      <a:pt x="136" y="2522"/>
                      <a:pt x="136" y="2500"/>
                    </a:cubicBezTo>
                    <a:cubicBezTo>
                      <a:pt x="136" y="2452"/>
                      <a:pt x="114" y="2430"/>
                      <a:pt x="65" y="2430"/>
                    </a:cubicBezTo>
                    <a:close/>
                    <a:moveTo>
                      <a:pt x="65" y="2700"/>
                    </a:moveTo>
                    <a:cubicBezTo>
                      <a:pt x="44" y="2700"/>
                      <a:pt x="1" y="2722"/>
                      <a:pt x="1" y="2770"/>
                    </a:cubicBezTo>
                    <a:cubicBezTo>
                      <a:pt x="1" y="2792"/>
                      <a:pt x="44" y="2835"/>
                      <a:pt x="65" y="2835"/>
                    </a:cubicBezTo>
                    <a:cubicBezTo>
                      <a:pt x="114" y="2835"/>
                      <a:pt x="136" y="2792"/>
                      <a:pt x="136" y="2770"/>
                    </a:cubicBezTo>
                    <a:cubicBezTo>
                      <a:pt x="136" y="2722"/>
                      <a:pt x="114" y="2700"/>
                      <a:pt x="65" y="2700"/>
                    </a:cubicBezTo>
                    <a:close/>
                    <a:moveTo>
                      <a:pt x="65" y="2970"/>
                    </a:moveTo>
                    <a:cubicBezTo>
                      <a:pt x="44" y="2970"/>
                      <a:pt x="1" y="2992"/>
                      <a:pt x="1" y="3040"/>
                    </a:cubicBezTo>
                    <a:cubicBezTo>
                      <a:pt x="1" y="3062"/>
                      <a:pt x="44" y="3105"/>
                      <a:pt x="65" y="3105"/>
                    </a:cubicBezTo>
                    <a:cubicBezTo>
                      <a:pt x="114" y="3105"/>
                      <a:pt x="136" y="3062"/>
                      <a:pt x="136" y="3040"/>
                    </a:cubicBezTo>
                    <a:cubicBezTo>
                      <a:pt x="136" y="2992"/>
                      <a:pt x="114" y="2970"/>
                      <a:pt x="65" y="2970"/>
                    </a:cubicBezTo>
                    <a:close/>
                    <a:moveTo>
                      <a:pt x="65" y="3240"/>
                    </a:moveTo>
                    <a:cubicBezTo>
                      <a:pt x="44" y="3240"/>
                      <a:pt x="1" y="3262"/>
                      <a:pt x="1" y="3310"/>
                    </a:cubicBezTo>
                    <a:cubicBezTo>
                      <a:pt x="1" y="3332"/>
                      <a:pt x="44" y="3375"/>
                      <a:pt x="65" y="3375"/>
                    </a:cubicBezTo>
                    <a:cubicBezTo>
                      <a:pt x="114" y="3375"/>
                      <a:pt x="136" y="3332"/>
                      <a:pt x="136" y="3310"/>
                    </a:cubicBezTo>
                    <a:cubicBezTo>
                      <a:pt x="136" y="3262"/>
                      <a:pt x="114" y="3240"/>
                      <a:pt x="65" y="3240"/>
                    </a:cubicBezTo>
                    <a:close/>
                    <a:moveTo>
                      <a:pt x="65" y="3510"/>
                    </a:moveTo>
                    <a:cubicBezTo>
                      <a:pt x="44" y="3510"/>
                      <a:pt x="1" y="3532"/>
                      <a:pt x="1" y="3580"/>
                    </a:cubicBezTo>
                    <a:cubicBezTo>
                      <a:pt x="1" y="3602"/>
                      <a:pt x="44" y="3645"/>
                      <a:pt x="65" y="3645"/>
                    </a:cubicBezTo>
                    <a:cubicBezTo>
                      <a:pt x="114" y="3645"/>
                      <a:pt x="136" y="3602"/>
                      <a:pt x="136" y="3580"/>
                    </a:cubicBezTo>
                    <a:cubicBezTo>
                      <a:pt x="136" y="3532"/>
                      <a:pt x="114" y="3510"/>
                      <a:pt x="65" y="3510"/>
                    </a:cubicBezTo>
                    <a:close/>
                    <a:moveTo>
                      <a:pt x="65" y="3780"/>
                    </a:moveTo>
                    <a:cubicBezTo>
                      <a:pt x="44" y="3780"/>
                      <a:pt x="1" y="3802"/>
                      <a:pt x="1" y="3850"/>
                    </a:cubicBezTo>
                    <a:cubicBezTo>
                      <a:pt x="1" y="3872"/>
                      <a:pt x="44" y="3915"/>
                      <a:pt x="65" y="3915"/>
                    </a:cubicBezTo>
                    <a:cubicBezTo>
                      <a:pt x="114" y="3915"/>
                      <a:pt x="136" y="3872"/>
                      <a:pt x="136" y="3850"/>
                    </a:cubicBezTo>
                    <a:cubicBezTo>
                      <a:pt x="136" y="3802"/>
                      <a:pt x="114" y="3780"/>
                      <a:pt x="65" y="3780"/>
                    </a:cubicBezTo>
                    <a:close/>
                    <a:moveTo>
                      <a:pt x="65" y="4050"/>
                    </a:moveTo>
                    <a:cubicBezTo>
                      <a:pt x="44" y="4050"/>
                      <a:pt x="1" y="4072"/>
                      <a:pt x="1" y="4120"/>
                    </a:cubicBezTo>
                    <a:cubicBezTo>
                      <a:pt x="1" y="4142"/>
                      <a:pt x="44" y="4185"/>
                      <a:pt x="65" y="4185"/>
                    </a:cubicBezTo>
                    <a:cubicBezTo>
                      <a:pt x="114" y="4185"/>
                      <a:pt x="136" y="4142"/>
                      <a:pt x="136" y="4120"/>
                    </a:cubicBezTo>
                    <a:cubicBezTo>
                      <a:pt x="136" y="4072"/>
                      <a:pt x="114" y="4050"/>
                      <a:pt x="65" y="4050"/>
                    </a:cubicBezTo>
                    <a:close/>
                    <a:moveTo>
                      <a:pt x="65" y="4320"/>
                    </a:moveTo>
                    <a:cubicBezTo>
                      <a:pt x="44" y="4320"/>
                      <a:pt x="1" y="4342"/>
                      <a:pt x="1" y="4390"/>
                    </a:cubicBezTo>
                    <a:cubicBezTo>
                      <a:pt x="1" y="4412"/>
                      <a:pt x="44" y="4455"/>
                      <a:pt x="65" y="4455"/>
                    </a:cubicBezTo>
                    <a:cubicBezTo>
                      <a:pt x="114" y="4455"/>
                      <a:pt x="136" y="4412"/>
                      <a:pt x="136" y="4390"/>
                    </a:cubicBezTo>
                    <a:cubicBezTo>
                      <a:pt x="136" y="4342"/>
                      <a:pt x="114" y="4320"/>
                      <a:pt x="65" y="4320"/>
                    </a:cubicBezTo>
                    <a:close/>
                    <a:moveTo>
                      <a:pt x="65" y="4590"/>
                    </a:moveTo>
                    <a:cubicBezTo>
                      <a:pt x="44" y="4590"/>
                      <a:pt x="1" y="4612"/>
                      <a:pt x="1" y="4660"/>
                    </a:cubicBezTo>
                    <a:cubicBezTo>
                      <a:pt x="1" y="4682"/>
                      <a:pt x="44" y="4725"/>
                      <a:pt x="65" y="4725"/>
                    </a:cubicBezTo>
                    <a:cubicBezTo>
                      <a:pt x="114" y="4725"/>
                      <a:pt x="136" y="4682"/>
                      <a:pt x="136" y="4660"/>
                    </a:cubicBezTo>
                    <a:cubicBezTo>
                      <a:pt x="136" y="4612"/>
                      <a:pt x="114" y="4590"/>
                      <a:pt x="65" y="4590"/>
                    </a:cubicBezTo>
                    <a:close/>
                    <a:moveTo>
                      <a:pt x="65" y="4860"/>
                    </a:moveTo>
                    <a:cubicBezTo>
                      <a:pt x="44" y="4860"/>
                      <a:pt x="1" y="4882"/>
                      <a:pt x="1" y="4930"/>
                    </a:cubicBezTo>
                    <a:cubicBezTo>
                      <a:pt x="1" y="4952"/>
                      <a:pt x="44" y="4995"/>
                      <a:pt x="65" y="4995"/>
                    </a:cubicBezTo>
                    <a:cubicBezTo>
                      <a:pt x="114" y="4995"/>
                      <a:pt x="136" y="4952"/>
                      <a:pt x="136" y="4930"/>
                    </a:cubicBezTo>
                    <a:cubicBezTo>
                      <a:pt x="136" y="4882"/>
                      <a:pt x="114" y="4860"/>
                      <a:pt x="65" y="4860"/>
                    </a:cubicBezTo>
                    <a:close/>
                    <a:moveTo>
                      <a:pt x="65" y="5130"/>
                    </a:moveTo>
                    <a:cubicBezTo>
                      <a:pt x="44" y="5130"/>
                      <a:pt x="1" y="5152"/>
                      <a:pt x="1" y="5200"/>
                    </a:cubicBezTo>
                    <a:cubicBezTo>
                      <a:pt x="1" y="5222"/>
                      <a:pt x="44" y="5265"/>
                      <a:pt x="65" y="5265"/>
                    </a:cubicBezTo>
                    <a:cubicBezTo>
                      <a:pt x="114" y="5265"/>
                      <a:pt x="136" y="5222"/>
                      <a:pt x="136" y="5200"/>
                    </a:cubicBezTo>
                    <a:cubicBezTo>
                      <a:pt x="136" y="5152"/>
                      <a:pt x="114" y="5130"/>
                      <a:pt x="65" y="5130"/>
                    </a:cubicBezTo>
                    <a:close/>
                    <a:moveTo>
                      <a:pt x="65" y="5400"/>
                    </a:moveTo>
                    <a:cubicBezTo>
                      <a:pt x="44" y="5400"/>
                      <a:pt x="1" y="5422"/>
                      <a:pt x="1" y="5470"/>
                    </a:cubicBezTo>
                    <a:cubicBezTo>
                      <a:pt x="1" y="5492"/>
                      <a:pt x="44" y="5535"/>
                      <a:pt x="65" y="5535"/>
                    </a:cubicBezTo>
                    <a:cubicBezTo>
                      <a:pt x="114" y="5535"/>
                      <a:pt x="136" y="5492"/>
                      <a:pt x="136" y="5470"/>
                    </a:cubicBezTo>
                    <a:cubicBezTo>
                      <a:pt x="136" y="5422"/>
                      <a:pt x="114" y="5400"/>
                      <a:pt x="65" y="5400"/>
                    </a:cubicBezTo>
                    <a:close/>
                    <a:moveTo>
                      <a:pt x="65" y="5670"/>
                    </a:moveTo>
                    <a:cubicBezTo>
                      <a:pt x="44" y="5670"/>
                      <a:pt x="1" y="5692"/>
                      <a:pt x="1" y="5740"/>
                    </a:cubicBezTo>
                    <a:cubicBezTo>
                      <a:pt x="1" y="5762"/>
                      <a:pt x="44" y="5805"/>
                      <a:pt x="65" y="5805"/>
                    </a:cubicBezTo>
                    <a:cubicBezTo>
                      <a:pt x="114" y="5805"/>
                      <a:pt x="136" y="5762"/>
                      <a:pt x="136" y="5740"/>
                    </a:cubicBezTo>
                    <a:cubicBezTo>
                      <a:pt x="136" y="5692"/>
                      <a:pt x="114" y="5670"/>
                      <a:pt x="65" y="5670"/>
                    </a:cubicBezTo>
                    <a:close/>
                    <a:moveTo>
                      <a:pt x="65" y="5940"/>
                    </a:moveTo>
                    <a:cubicBezTo>
                      <a:pt x="44" y="5940"/>
                      <a:pt x="1" y="5962"/>
                      <a:pt x="1" y="6010"/>
                    </a:cubicBezTo>
                    <a:cubicBezTo>
                      <a:pt x="1" y="6032"/>
                      <a:pt x="44" y="6075"/>
                      <a:pt x="65" y="6075"/>
                    </a:cubicBezTo>
                    <a:cubicBezTo>
                      <a:pt x="114" y="6075"/>
                      <a:pt x="136" y="6032"/>
                      <a:pt x="136" y="6010"/>
                    </a:cubicBezTo>
                    <a:cubicBezTo>
                      <a:pt x="136" y="5962"/>
                      <a:pt x="114" y="5940"/>
                      <a:pt x="65" y="5940"/>
                    </a:cubicBezTo>
                    <a:close/>
                    <a:moveTo>
                      <a:pt x="65" y="6210"/>
                    </a:moveTo>
                    <a:cubicBezTo>
                      <a:pt x="44" y="6210"/>
                      <a:pt x="1" y="6232"/>
                      <a:pt x="1" y="6280"/>
                    </a:cubicBezTo>
                    <a:cubicBezTo>
                      <a:pt x="1" y="6302"/>
                      <a:pt x="44" y="6345"/>
                      <a:pt x="65" y="6345"/>
                    </a:cubicBezTo>
                    <a:cubicBezTo>
                      <a:pt x="114" y="6345"/>
                      <a:pt x="136" y="6302"/>
                      <a:pt x="136" y="6280"/>
                    </a:cubicBezTo>
                    <a:cubicBezTo>
                      <a:pt x="136" y="6232"/>
                      <a:pt x="114" y="6210"/>
                      <a:pt x="65" y="6210"/>
                    </a:cubicBezTo>
                    <a:close/>
                    <a:moveTo>
                      <a:pt x="65" y="6480"/>
                    </a:moveTo>
                    <a:cubicBezTo>
                      <a:pt x="44" y="6480"/>
                      <a:pt x="1" y="6502"/>
                      <a:pt x="1" y="6550"/>
                    </a:cubicBezTo>
                    <a:cubicBezTo>
                      <a:pt x="1" y="6572"/>
                      <a:pt x="44" y="6615"/>
                      <a:pt x="65" y="6615"/>
                    </a:cubicBezTo>
                    <a:cubicBezTo>
                      <a:pt x="114" y="6615"/>
                      <a:pt x="136" y="6572"/>
                      <a:pt x="136" y="6550"/>
                    </a:cubicBezTo>
                    <a:cubicBezTo>
                      <a:pt x="136" y="6502"/>
                      <a:pt x="114" y="6480"/>
                      <a:pt x="65" y="6480"/>
                    </a:cubicBezTo>
                    <a:close/>
                    <a:moveTo>
                      <a:pt x="65" y="6750"/>
                    </a:moveTo>
                    <a:cubicBezTo>
                      <a:pt x="44" y="6750"/>
                      <a:pt x="1" y="6772"/>
                      <a:pt x="1" y="6820"/>
                    </a:cubicBezTo>
                    <a:cubicBezTo>
                      <a:pt x="1" y="6842"/>
                      <a:pt x="44" y="6885"/>
                      <a:pt x="65" y="6885"/>
                    </a:cubicBezTo>
                    <a:cubicBezTo>
                      <a:pt x="114" y="6885"/>
                      <a:pt x="136" y="6842"/>
                      <a:pt x="136" y="6820"/>
                    </a:cubicBezTo>
                    <a:cubicBezTo>
                      <a:pt x="136" y="6772"/>
                      <a:pt x="114" y="6750"/>
                      <a:pt x="65" y="6750"/>
                    </a:cubicBezTo>
                    <a:close/>
                    <a:moveTo>
                      <a:pt x="65" y="7020"/>
                    </a:moveTo>
                    <a:cubicBezTo>
                      <a:pt x="44" y="7020"/>
                      <a:pt x="1" y="7042"/>
                      <a:pt x="1" y="7090"/>
                    </a:cubicBezTo>
                    <a:cubicBezTo>
                      <a:pt x="1" y="7112"/>
                      <a:pt x="44" y="7155"/>
                      <a:pt x="65" y="7155"/>
                    </a:cubicBezTo>
                    <a:cubicBezTo>
                      <a:pt x="114" y="7155"/>
                      <a:pt x="136" y="7112"/>
                      <a:pt x="136" y="7090"/>
                    </a:cubicBezTo>
                    <a:cubicBezTo>
                      <a:pt x="136" y="7042"/>
                      <a:pt x="114" y="7020"/>
                      <a:pt x="65" y="7020"/>
                    </a:cubicBezTo>
                    <a:close/>
                    <a:moveTo>
                      <a:pt x="65" y="7290"/>
                    </a:moveTo>
                    <a:cubicBezTo>
                      <a:pt x="44" y="7290"/>
                      <a:pt x="1" y="7312"/>
                      <a:pt x="1" y="7361"/>
                    </a:cubicBezTo>
                    <a:cubicBezTo>
                      <a:pt x="1" y="7382"/>
                      <a:pt x="44" y="7425"/>
                      <a:pt x="65" y="7425"/>
                    </a:cubicBezTo>
                    <a:cubicBezTo>
                      <a:pt x="114" y="7425"/>
                      <a:pt x="136" y="7382"/>
                      <a:pt x="136" y="7361"/>
                    </a:cubicBezTo>
                    <a:cubicBezTo>
                      <a:pt x="136" y="7312"/>
                      <a:pt x="114" y="7290"/>
                      <a:pt x="65" y="7290"/>
                    </a:cubicBezTo>
                    <a:close/>
                    <a:moveTo>
                      <a:pt x="65" y="7560"/>
                    </a:moveTo>
                    <a:cubicBezTo>
                      <a:pt x="44" y="7560"/>
                      <a:pt x="1" y="7582"/>
                      <a:pt x="1" y="7631"/>
                    </a:cubicBezTo>
                    <a:cubicBezTo>
                      <a:pt x="1" y="7652"/>
                      <a:pt x="44" y="7695"/>
                      <a:pt x="65" y="7695"/>
                    </a:cubicBezTo>
                    <a:cubicBezTo>
                      <a:pt x="114" y="7695"/>
                      <a:pt x="136" y="7652"/>
                      <a:pt x="136" y="7631"/>
                    </a:cubicBezTo>
                    <a:cubicBezTo>
                      <a:pt x="136" y="7582"/>
                      <a:pt x="114" y="7560"/>
                      <a:pt x="65" y="7560"/>
                    </a:cubicBezTo>
                    <a:close/>
                    <a:moveTo>
                      <a:pt x="65" y="7830"/>
                    </a:moveTo>
                    <a:cubicBezTo>
                      <a:pt x="44" y="7830"/>
                      <a:pt x="1" y="7852"/>
                      <a:pt x="1" y="7901"/>
                    </a:cubicBezTo>
                    <a:cubicBezTo>
                      <a:pt x="1" y="7922"/>
                      <a:pt x="44" y="7965"/>
                      <a:pt x="65" y="7965"/>
                    </a:cubicBezTo>
                    <a:cubicBezTo>
                      <a:pt x="114" y="7965"/>
                      <a:pt x="136" y="7922"/>
                      <a:pt x="136" y="7901"/>
                    </a:cubicBezTo>
                    <a:cubicBezTo>
                      <a:pt x="136" y="7852"/>
                      <a:pt x="114" y="7830"/>
                      <a:pt x="65" y="7830"/>
                    </a:cubicBezTo>
                    <a:close/>
                    <a:moveTo>
                      <a:pt x="65" y="8100"/>
                    </a:moveTo>
                    <a:cubicBezTo>
                      <a:pt x="44" y="8100"/>
                      <a:pt x="1" y="8122"/>
                      <a:pt x="1" y="8171"/>
                    </a:cubicBezTo>
                    <a:cubicBezTo>
                      <a:pt x="1" y="8192"/>
                      <a:pt x="44" y="8235"/>
                      <a:pt x="65" y="8235"/>
                    </a:cubicBezTo>
                    <a:cubicBezTo>
                      <a:pt x="114" y="8235"/>
                      <a:pt x="136" y="8192"/>
                      <a:pt x="136" y="8171"/>
                    </a:cubicBezTo>
                    <a:cubicBezTo>
                      <a:pt x="136" y="8122"/>
                      <a:pt x="114" y="8100"/>
                      <a:pt x="65" y="8100"/>
                    </a:cubicBezTo>
                    <a:close/>
                    <a:moveTo>
                      <a:pt x="65" y="8370"/>
                    </a:moveTo>
                    <a:cubicBezTo>
                      <a:pt x="44" y="8370"/>
                      <a:pt x="1" y="8392"/>
                      <a:pt x="1" y="8441"/>
                    </a:cubicBezTo>
                    <a:cubicBezTo>
                      <a:pt x="1" y="8462"/>
                      <a:pt x="44" y="8505"/>
                      <a:pt x="65" y="8505"/>
                    </a:cubicBezTo>
                    <a:cubicBezTo>
                      <a:pt x="114" y="8505"/>
                      <a:pt x="136" y="8462"/>
                      <a:pt x="136" y="8441"/>
                    </a:cubicBezTo>
                    <a:cubicBezTo>
                      <a:pt x="136" y="8392"/>
                      <a:pt x="114" y="8370"/>
                      <a:pt x="65" y="8370"/>
                    </a:cubicBezTo>
                    <a:close/>
                    <a:moveTo>
                      <a:pt x="65" y="8640"/>
                    </a:moveTo>
                    <a:cubicBezTo>
                      <a:pt x="44" y="8640"/>
                      <a:pt x="1" y="8662"/>
                      <a:pt x="1" y="8711"/>
                    </a:cubicBezTo>
                    <a:cubicBezTo>
                      <a:pt x="1" y="8732"/>
                      <a:pt x="44" y="8775"/>
                      <a:pt x="65" y="8775"/>
                    </a:cubicBezTo>
                    <a:cubicBezTo>
                      <a:pt x="114" y="8775"/>
                      <a:pt x="136" y="8732"/>
                      <a:pt x="136" y="8711"/>
                    </a:cubicBezTo>
                    <a:cubicBezTo>
                      <a:pt x="136" y="8662"/>
                      <a:pt x="114" y="8640"/>
                      <a:pt x="65" y="8640"/>
                    </a:cubicBezTo>
                    <a:close/>
                    <a:moveTo>
                      <a:pt x="65" y="8910"/>
                    </a:moveTo>
                    <a:cubicBezTo>
                      <a:pt x="44" y="8910"/>
                      <a:pt x="1" y="8932"/>
                      <a:pt x="1" y="8981"/>
                    </a:cubicBezTo>
                    <a:cubicBezTo>
                      <a:pt x="1" y="9002"/>
                      <a:pt x="44" y="9045"/>
                      <a:pt x="65" y="9045"/>
                    </a:cubicBezTo>
                    <a:cubicBezTo>
                      <a:pt x="114" y="9045"/>
                      <a:pt x="136" y="9002"/>
                      <a:pt x="136" y="8981"/>
                    </a:cubicBezTo>
                    <a:cubicBezTo>
                      <a:pt x="136" y="8932"/>
                      <a:pt x="114" y="8910"/>
                      <a:pt x="65" y="8910"/>
                    </a:cubicBezTo>
                    <a:close/>
                    <a:moveTo>
                      <a:pt x="65" y="9180"/>
                    </a:moveTo>
                    <a:cubicBezTo>
                      <a:pt x="44" y="9180"/>
                      <a:pt x="1" y="9202"/>
                      <a:pt x="1" y="9251"/>
                    </a:cubicBezTo>
                    <a:cubicBezTo>
                      <a:pt x="1" y="9272"/>
                      <a:pt x="44" y="9315"/>
                      <a:pt x="65" y="9315"/>
                    </a:cubicBezTo>
                    <a:cubicBezTo>
                      <a:pt x="114" y="9315"/>
                      <a:pt x="136" y="9272"/>
                      <a:pt x="136" y="9251"/>
                    </a:cubicBezTo>
                    <a:cubicBezTo>
                      <a:pt x="136" y="9202"/>
                      <a:pt x="114" y="9180"/>
                      <a:pt x="65" y="9180"/>
                    </a:cubicBezTo>
                    <a:close/>
                    <a:moveTo>
                      <a:pt x="65" y="9450"/>
                    </a:moveTo>
                    <a:cubicBezTo>
                      <a:pt x="44" y="9450"/>
                      <a:pt x="1" y="9472"/>
                      <a:pt x="1" y="9521"/>
                    </a:cubicBezTo>
                    <a:cubicBezTo>
                      <a:pt x="1" y="9542"/>
                      <a:pt x="44" y="9585"/>
                      <a:pt x="65" y="9585"/>
                    </a:cubicBezTo>
                    <a:cubicBezTo>
                      <a:pt x="114" y="9585"/>
                      <a:pt x="136" y="9542"/>
                      <a:pt x="136" y="9521"/>
                    </a:cubicBezTo>
                    <a:cubicBezTo>
                      <a:pt x="136" y="9472"/>
                      <a:pt x="114" y="9450"/>
                      <a:pt x="65" y="9450"/>
                    </a:cubicBezTo>
                    <a:close/>
                    <a:moveTo>
                      <a:pt x="65" y="9720"/>
                    </a:moveTo>
                    <a:cubicBezTo>
                      <a:pt x="44" y="9720"/>
                      <a:pt x="1" y="9742"/>
                      <a:pt x="1" y="9791"/>
                    </a:cubicBezTo>
                    <a:cubicBezTo>
                      <a:pt x="1" y="9812"/>
                      <a:pt x="44" y="9855"/>
                      <a:pt x="65" y="9855"/>
                    </a:cubicBezTo>
                    <a:cubicBezTo>
                      <a:pt x="114" y="9855"/>
                      <a:pt x="136" y="9812"/>
                      <a:pt x="136" y="9791"/>
                    </a:cubicBezTo>
                    <a:cubicBezTo>
                      <a:pt x="136" y="9742"/>
                      <a:pt x="114" y="9720"/>
                      <a:pt x="65" y="9720"/>
                    </a:cubicBezTo>
                    <a:close/>
                    <a:moveTo>
                      <a:pt x="65" y="9990"/>
                    </a:moveTo>
                    <a:cubicBezTo>
                      <a:pt x="44" y="9990"/>
                      <a:pt x="1" y="10012"/>
                      <a:pt x="1" y="10061"/>
                    </a:cubicBezTo>
                    <a:cubicBezTo>
                      <a:pt x="1" y="10082"/>
                      <a:pt x="44" y="10125"/>
                      <a:pt x="65" y="10125"/>
                    </a:cubicBezTo>
                    <a:cubicBezTo>
                      <a:pt x="114" y="10125"/>
                      <a:pt x="136" y="10082"/>
                      <a:pt x="136" y="10061"/>
                    </a:cubicBezTo>
                    <a:cubicBezTo>
                      <a:pt x="136" y="10012"/>
                      <a:pt x="114" y="9990"/>
                      <a:pt x="65" y="9990"/>
                    </a:cubicBezTo>
                    <a:close/>
                    <a:moveTo>
                      <a:pt x="65" y="10260"/>
                    </a:moveTo>
                    <a:cubicBezTo>
                      <a:pt x="44" y="10260"/>
                      <a:pt x="1" y="10282"/>
                      <a:pt x="1" y="10331"/>
                    </a:cubicBezTo>
                    <a:cubicBezTo>
                      <a:pt x="1" y="10352"/>
                      <a:pt x="44" y="10395"/>
                      <a:pt x="65" y="10395"/>
                    </a:cubicBezTo>
                    <a:cubicBezTo>
                      <a:pt x="114" y="10395"/>
                      <a:pt x="136" y="10352"/>
                      <a:pt x="136" y="10331"/>
                    </a:cubicBezTo>
                    <a:cubicBezTo>
                      <a:pt x="136" y="10282"/>
                      <a:pt x="114" y="10260"/>
                      <a:pt x="65" y="10260"/>
                    </a:cubicBezTo>
                    <a:close/>
                    <a:moveTo>
                      <a:pt x="65" y="10530"/>
                    </a:moveTo>
                    <a:cubicBezTo>
                      <a:pt x="44" y="10530"/>
                      <a:pt x="1" y="10552"/>
                      <a:pt x="1" y="10601"/>
                    </a:cubicBezTo>
                    <a:cubicBezTo>
                      <a:pt x="1" y="10622"/>
                      <a:pt x="44" y="10665"/>
                      <a:pt x="65" y="10665"/>
                    </a:cubicBezTo>
                    <a:cubicBezTo>
                      <a:pt x="114" y="10665"/>
                      <a:pt x="136" y="10622"/>
                      <a:pt x="136" y="10601"/>
                    </a:cubicBezTo>
                    <a:cubicBezTo>
                      <a:pt x="136" y="10552"/>
                      <a:pt x="114" y="10530"/>
                      <a:pt x="65" y="10530"/>
                    </a:cubicBezTo>
                    <a:close/>
                    <a:moveTo>
                      <a:pt x="65" y="10800"/>
                    </a:moveTo>
                    <a:cubicBezTo>
                      <a:pt x="44" y="10800"/>
                      <a:pt x="1" y="10822"/>
                      <a:pt x="1" y="10871"/>
                    </a:cubicBezTo>
                    <a:cubicBezTo>
                      <a:pt x="1" y="10892"/>
                      <a:pt x="44" y="10935"/>
                      <a:pt x="65" y="10935"/>
                    </a:cubicBezTo>
                    <a:cubicBezTo>
                      <a:pt x="114" y="10935"/>
                      <a:pt x="136" y="10892"/>
                      <a:pt x="136" y="10871"/>
                    </a:cubicBezTo>
                    <a:cubicBezTo>
                      <a:pt x="136" y="10822"/>
                      <a:pt x="114" y="10800"/>
                      <a:pt x="65" y="10800"/>
                    </a:cubicBezTo>
                    <a:close/>
                    <a:moveTo>
                      <a:pt x="65" y="11070"/>
                    </a:moveTo>
                    <a:cubicBezTo>
                      <a:pt x="44" y="11070"/>
                      <a:pt x="1" y="11092"/>
                      <a:pt x="1" y="11141"/>
                    </a:cubicBezTo>
                    <a:cubicBezTo>
                      <a:pt x="1" y="11162"/>
                      <a:pt x="44" y="11205"/>
                      <a:pt x="65" y="11205"/>
                    </a:cubicBezTo>
                    <a:cubicBezTo>
                      <a:pt x="114" y="11205"/>
                      <a:pt x="136" y="11162"/>
                      <a:pt x="136" y="11141"/>
                    </a:cubicBezTo>
                    <a:cubicBezTo>
                      <a:pt x="136" y="11092"/>
                      <a:pt x="114" y="11070"/>
                      <a:pt x="65" y="11070"/>
                    </a:cubicBezTo>
                    <a:close/>
                    <a:moveTo>
                      <a:pt x="65" y="11340"/>
                    </a:moveTo>
                    <a:cubicBezTo>
                      <a:pt x="44" y="11340"/>
                      <a:pt x="1" y="11362"/>
                      <a:pt x="1" y="11411"/>
                    </a:cubicBezTo>
                    <a:cubicBezTo>
                      <a:pt x="1" y="11432"/>
                      <a:pt x="44" y="11475"/>
                      <a:pt x="65" y="11475"/>
                    </a:cubicBezTo>
                    <a:cubicBezTo>
                      <a:pt x="114" y="11475"/>
                      <a:pt x="136" y="11432"/>
                      <a:pt x="136" y="11411"/>
                    </a:cubicBezTo>
                    <a:cubicBezTo>
                      <a:pt x="136" y="11362"/>
                      <a:pt x="114" y="11340"/>
                      <a:pt x="65" y="11340"/>
                    </a:cubicBezTo>
                    <a:close/>
                    <a:moveTo>
                      <a:pt x="65" y="11610"/>
                    </a:moveTo>
                    <a:cubicBezTo>
                      <a:pt x="44" y="11610"/>
                      <a:pt x="1" y="11632"/>
                      <a:pt x="1" y="11681"/>
                    </a:cubicBezTo>
                    <a:cubicBezTo>
                      <a:pt x="1" y="11702"/>
                      <a:pt x="44" y="11745"/>
                      <a:pt x="65" y="11745"/>
                    </a:cubicBezTo>
                    <a:cubicBezTo>
                      <a:pt x="114" y="11745"/>
                      <a:pt x="136" y="11702"/>
                      <a:pt x="136" y="11681"/>
                    </a:cubicBezTo>
                    <a:cubicBezTo>
                      <a:pt x="136" y="11632"/>
                      <a:pt x="114" y="11610"/>
                      <a:pt x="65" y="11610"/>
                    </a:cubicBezTo>
                    <a:close/>
                    <a:moveTo>
                      <a:pt x="65" y="11880"/>
                    </a:moveTo>
                    <a:cubicBezTo>
                      <a:pt x="44" y="11880"/>
                      <a:pt x="1" y="11902"/>
                      <a:pt x="1" y="11951"/>
                    </a:cubicBezTo>
                    <a:cubicBezTo>
                      <a:pt x="1" y="11972"/>
                      <a:pt x="44" y="12016"/>
                      <a:pt x="65" y="12016"/>
                    </a:cubicBezTo>
                    <a:cubicBezTo>
                      <a:pt x="114" y="12016"/>
                      <a:pt x="136" y="11972"/>
                      <a:pt x="136" y="11951"/>
                    </a:cubicBezTo>
                    <a:cubicBezTo>
                      <a:pt x="136" y="11902"/>
                      <a:pt x="114" y="11880"/>
                      <a:pt x="65" y="11880"/>
                    </a:cubicBezTo>
                    <a:close/>
                    <a:moveTo>
                      <a:pt x="65" y="12151"/>
                    </a:moveTo>
                    <a:cubicBezTo>
                      <a:pt x="44" y="12151"/>
                      <a:pt x="1" y="12172"/>
                      <a:pt x="1" y="12221"/>
                    </a:cubicBezTo>
                    <a:cubicBezTo>
                      <a:pt x="1" y="12242"/>
                      <a:pt x="44" y="12286"/>
                      <a:pt x="65" y="12286"/>
                    </a:cubicBezTo>
                    <a:cubicBezTo>
                      <a:pt x="114" y="12286"/>
                      <a:pt x="136" y="12242"/>
                      <a:pt x="136" y="12221"/>
                    </a:cubicBezTo>
                    <a:cubicBezTo>
                      <a:pt x="136" y="12172"/>
                      <a:pt x="114" y="12151"/>
                      <a:pt x="65" y="12151"/>
                    </a:cubicBezTo>
                    <a:close/>
                    <a:moveTo>
                      <a:pt x="65" y="12421"/>
                    </a:moveTo>
                    <a:cubicBezTo>
                      <a:pt x="44" y="12421"/>
                      <a:pt x="1" y="12442"/>
                      <a:pt x="1" y="12491"/>
                    </a:cubicBezTo>
                    <a:cubicBezTo>
                      <a:pt x="1" y="12512"/>
                      <a:pt x="44" y="12556"/>
                      <a:pt x="65" y="12556"/>
                    </a:cubicBezTo>
                    <a:cubicBezTo>
                      <a:pt x="114" y="12556"/>
                      <a:pt x="136" y="12512"/>
                      <a:pt x="136" y="12491"/>
                    </a:cubicBezTo>
                    <a:cubicBezTo>
                      <a:pt x="136" y="12442"/>
                      <a:pt x="114" y="12421"/>
                      <a:pt x="65" y="12421"/>
                    </a:cubicBezTo>
                    <a:close/>
                    <a:moveTo>
                      <a:pt x="249" y="12534"/>
                    </a:moveTo>
                    <a:cubicBezTo>
                      <a:pt x="200" y="12534"/>
                      <a:pt x="179" y="12556"/>
                      <a:pt x="179" y="12599"/>
                    </a:cubicBezTo>
                    <a:cubicBezTo>
                      <a:pt x="179" y="12626"/>
                      <a:pt x="200" y="12669"/>
                      <a:pt x="249" y="12669"/>
                    </a:cubicBezTo>
                    <a:cubicBezTo>
                      <a:pt x="271" y="12669"/>
                      <a:pt x="314" y="12626"/>
                      <a:pt x="314" y="12599"/>
                    </a:cubicBezTo>
                    <a:cubicBezTo>
                      <a:pt x="314" y="12556"/>
                      <a:pt x="271" y="12534"/>
                      <a:pt x="249" y="12534"/>
                    </a:cubicBezTo>
                    <a:close/>
                    <a:moveTo>
                      <a:pt x="519" y="12534"/>
                    </a:moveTo>
                    <a:cubicBezTo>
                      <a:pt x="470" y="12534"/>
                      <a:pt x="449" y="12556"/>
                      <a:pt x="449" y="12599"/>
                    </a:cubicBezTo>
                    <a:cubicBezTo>
                      <a:pt x="449" y="12626"/>
                      <a:pt x="470" y="12669"/>
                      <a:pt x="519" y="12669"/>
                    </a:cubicBezTo>
                    <a:cubicBezTo>
                      <a:pt x="541" y="12669"/>
                      <a:pt x="584" y="12626"/>
                      <a:pt x="584" y="12599"/>
                    </a:cubicBezTo>
                    <a:cubicBezTo>
                      <a:pt x="584" y="12556"/>
                      <a:pt x="541" y="12534"/>
                      <a:pt x="519" y="12534"/>
                    </a:cubicBezTo>
                    <a:close/>
                    <a:moveTo>
                      <a:pt x="789" y="12534"/>
                    </a:moveTo>
                    <a:cubicBezTo>
                      <a:pt x="740" y="12534"/>
                      <a:pt x="719" y="12556"/>
                      <a:pt x="719" y="12599"/>
                    </a:cubicBezTo>
                    <a:cubicBezTo>
                      <a:pt x="719" y="12626"/>
                      <a:pt x="740" y="12669"/>
                      <a:pt x="789" y="12669"/>
                    </a:cubicBezTo>
                    <a:cubicBezTo>
                      <a:pt x="811" y="12669"/>
                      <a:pt x="854" y="12626"/>
                      <a:pt x="854" y="12599"/>
                    </a:cubicBezTo>
                    <a:cubicBezTo>
                      <a:pt x="854" y="12556"/>
                      <a:pt x="811" y="12534"/>
                      <a:pt x="789" y="12534"/>
                    </a:cubicBezTo>
                    <a:close/>
                    <a:moveTo>
                      <a:pt x="1059" y="12534"/>
                    </a:moveTo>
                    <a:cubicBezTo>
                      <a:pt x="1010" y="12534"/>
                      <a:pt x="989" y="12556"/>
                      <a:pt x="989" y="12599"/>
                    </a:cubicBezTo>
                    <a:cubicBezTo>
                      <a:pt x="989" y="12626"/>
                      <a:pt x="1010" y="12669"/>
                      <a:pt x="1059" y="12669"/>
                    </a:cubicBezTo>
                    <a:cubicBezTo>
                      <a:pt x="1081" y="12669"/>
                      <a:pt x="1124" y="12626"/>
                      <a:pt x="1124" y="12599"/>
                    </a:cubicBezTo>
                    <a:cubicBezTo>
                      <a:pt x="1124" y="12556"/>
                      <a:pt x="1081" y="12534"/>
                      <a:pt x="1059" y="12534"/>
                    </a:cubicBezTo>
                    <a:close/>
                    <a:moveTo>
                      <a:pt x="1329" y="12534"/>
                    </a:moveTo>
                    <a:cubicBezTo>
                      <a:pt x="1280" y="12534"/>
                      <a:pt x="1259" y="12556"/>
                      <a:pt x="1259" y="12599"/>
                    </a:cubicBezTo>
                    <a:cubicBezTo>
                      <a:pt x="1259" y="12626"/>
                      <a:pt x="1280" y="12669"/>
                      <a:pt x="1329" y="12669"/>
                    </a:cubicBezTo>
                    <a:cubicBezTo>
                      <a:pt x="1351" y="12669"/>
                      <a:pt x="1394" y="12626"/>
                      <a:pt x="1394" y="12599"/>
                    </a:cubicBezTo>
                    <a:cubicBezTo>
                      <a:pt x="1394" y="12556"/>
                      <a:pt x="1351" y="12534"/>
                      <a:pt x="1329" y="12534"/>
                    </a:cubicBezTo>
                    <a:close/>
                    <a:moveTo>
                      <a:pt x="1599" y="12534"/>
                    </a:moveTo>
                    <a:cubicBezTo>
                      <a:pt x="1550" y="12534"/>
                      <a:pt x="1529" y="12556"/>
                      <a:pt x="1529" y="12599"/>
                    </a:cubicBezTo>
                    <a:cubicBezTo>
                      <a:pt x="1529" y="12626"/>
                      <a:pt x="1550" y="12669"/>
                      <a:pt x="1599" y="12669"/>
                    </a:cubicBezTo>
                    <a:cubicBezTo>
                      <a:pt x="1621" y="12669"/>
                      <a:pt x="1664" y="12626"/>
                      <a:pt x="1664" y="12599"/>
                    </a:cubicBezTo>
                    <a:cubicBezTo>
                      <a:pt x="1664" y="12556"/>
                      <a:pt x="1621" y="12534"/>
                      <a:pt x="1599" y="12534"/>
                    </a:cubicBezTo>
                    <a:close/>
                    <a:moveTo>
                      <a:pt x="1869" y="12534"/>
                    </a:moveTo>
                    <a:cubicBezTo>
                      <a:pt x="1820" y="12534"/>
                      <a:pt x="1799" y="12556"/>
                      <a:pt x="1799" y="12599"/>
                    </a:cubicBezTo>
                    <a:cubicBezTo>
                      <a:pt x="1799" y="12626"/>
                      <a:pt x="1820" y="12669"/>
                      <a:pt x="1869" y="12669"/>
                    </a:cubicBezTo>
                    <a:cubicBezTo>
                      <a:pt x="1891" y="12669"/>
                      <a:pt x="1934" y="12626"/>
                      <a:pt x="1934" y="12599"/>
                    </a:cubicBezTo>
                    <a:cubicBezTo>
                      <a:pt x="1934" y="12556"/>
                      <a:pt x="1891" y="12534"/>
                      <a:pt x="1869" y="12534"/>
                    </a:cubicBezTo>
                    <a:close/>
                    <a:moveTo>
                      <a:pt x="2139" y="12534"/>
                    </a:moveTo>
                    <a:cubicBezTo>
                      <a:pt x="2090" y="12534"/>
                      <a:pt x="2069" y="12556"/>
                      <a:pt x="2069" y="12599"/>
                    </a:cubicBezTo>
                    <a:cubicBezTo>
                      <a:pt x="2069" y="12626"/>
                      <a:pt x="2090" y="12669"/>
                      <a:pt x="2139" y="12669"/>
                    </a:cubicBezTo>
                    <a:cubicBezTo>
                      <a:pt x="2161" y="12669"/>
                      <a:pt x="2204" y="12626"/>
                      <a:pt x="2204" y="12599"/>
                    </a:cubicBezTo>
                    <a:cubicBezTo>
                      <a:pt x="2204" y="12556"/>
                      <a:pt x="2161" y="12534"/>
                      <a:pt x="2139" y="12534"/>
                    </a:cubicBezTo>
                    <a:close/>
                    <a:moveTo>
                      <a:pt x="2409" y="12534"/>
                    </a:moveTo>
                    <a:cubicBezTo>
                      <a:pt x="2361" y="12534"/>
                      <a:pt x="2339" y="12556"/>
                      <a:pt x="2339" y="12599"/>
                    </a:cubicBezTo>
                    <a:cubicBezTo>
                      <a:pt x="2339" y="12626"/>
                      <a:pt x="2361" y="12669"/>
                      <a:pt x="2409" y="12669"/>
                    </a:cubicBezTo>
                    <a:cubicBezTo>
                      <a:pt x="2431" y="12669"/>
                      <a:pt x="2474" y="12626"/>
                      <a:pt x="2474" y="12599"/>
                    </a:cubicBezTo>
                    <a:cubicBezTo>
                      <a:pt x="2474" y="12556"/>
                      <a:pt x="2431" y="12534"/>
                      <a:pt x="2409" y="12534"/>
                    </a:cubicBezTo>
                    <a:close/>
                    <a:moveTo>
                      <a:pt x="2679" y="12534"/>
                    </a:moveTo>
                    <a:cubicBezTo>
                      <a:pt x="2631" y="12534"/>
                      <a:pt x="2609" y="12556"/>
                      <a:pt x="2609" y="12599"/>
                    </a:cubicBezTo>
                    <a:cubicBezTo>
                      <a:pt x="2609" y="12626"/>
                      <a:pt x="2631" y="12669"/>
                      <a:pt x="2679" y="12669"/>
                    </a:cubicBezTo>
                    <a:cubicBezTo>
                      <a:pt x="2701" y="12669"/>
                      <a:pt x="2744" y="12626"/>
                      <a:pt x="2744" y="12599"/>
                    </a:cubicBezTo>
                    <a:cubicBezTo>
                      <a:pt x="2744" y="12556"/>
                      <a:pt x="2701" y="12534"/>
                      <a:pt x="2679" y="12534"/>
                    </a:cubicBezTo>
                    <a:close/>
                    <a:moveTo>
                      <a:pt x="2949" y="12534"/>
                    </a:moveTo>
                    <a:cubicBezTo>
                      <a:pt x="2901" y="12534"/>
                      <a:pt x="2879" y="12556"/>
                      <a:pt x="2879" y="12599"/>
                    </a:cubicBezTo>
                    <a:cubicBezTo>
                      <a:pt x="2879" y="12626"/>
                      <a:pt x="2901" y="12669"/>
                      <a:pt x="2949" y="12669"/>
                    </a:cubicBezTo>
                    <a:cubicBezTo>
                      <a:pt x="2971" y="12669"/>
                      <a:pt x="3014" y="12626"/>
                      <a:pt x="3014" y="12599"/>
                    </a:cubicBezTo>
                    <a:cubicBezTo>
                      <a:pt x="3014" y="12556"/>
                      <a:pt x="2971" y="12534"/>
                      <a:pt x="2949" y="12534"/>
                    </a:cubicBezTo>
                    <a:close/>
                    <a:moveTo>
                      <a:pt x="3219" y="12534"/>
                    </a:moveTo>
                    <a:cubicBezTo>
                      <a:pt x="3171" y="12534"/>
                      <a:pt x="3149" y="12556"/>
                      <a:pt x="3149" y="12599"/>
                    </a:cubicBezTo>
                    <a:cubicBezTo>
                      <a:pt x="3149" y="12626"/>
                      <a:pt x="3171" y="12669"/>
                      <a:pt x="3219" y="12669"/>
                    </a:cubicBezTo>
                    <a:cubicBezTo>
                      <a:pt x="3241" y="12669"/>
                      <a:pt x="3284" y="12626"/>
                      <a:pt x="3284" y="12599"/>
                    </a:cubicBezTo>
                    <a:cubicBezTo>
                      <a:pt x="3284" y="12556"/>
                      <a:pt x="3241" y="12534"/>
                      <a:pt x="3219" y="12534"/>
                    </a:cubicBezTo>
                    <a:close/>
                    <a:moveTo>
                      <a:pt x="3489" y="12534"/>
                    </a:moveTo>
                    <a:cubicBezTo>
                      <a:pt x="3441" y="12534"/>
                      <a:pt x="3419" y="12556"/>
                      <a:pt x="3419" y="12599"/>
                    </a:cubicBezTo>
                    <a:cubicBezTo>
                      <a:pt x="3419" y="12626"/>
                      <a:pt x="3441" y="12669"/>
                      <a:pt x="3489" y="12669"/>
                    </a:cubicBezTo>
                    <a:cubicBezTo>
                      <a:pt x="3511" y="12669"/>
                      <a:pt x="3554" y="12626"/>
                      <a:pt x="3554" y="12599"/>
                    </a:cubicBezTo>
                    <a:cubicBezTo>
                      <a:pt x="3554" y="12556"/>
                      <a:pt x="3511" y="12534"/>
                      <a:pt x="3489" y="12534"/>
                    </a:cubicBezTo>
                    <a:close/>
                    <a:moveTo>
                      <a:pt x="3759" y="12534"/>
                    </a:moveTo>
                    <a:cubicBezTo>
                      <a:pt x="3711" y="12534"/>
                      <a:pt x="3689" y="12556"/>
                      <a:pt x="3689" y="12599"/>
                    </a:cubicBezTo>
                    <a:cubicBezTo>
                      <a:pt x="3689" y="12626"/>
                      <a:pt x="3711" y="12669"/>
                      <a:pt x="3759" y="12669"/>
                    </a:cubicBezTo>
                    <a:cubicBezTo>
                      <a:pt x="3781" y="12669"/>
                      <a:pt x="3824" y="12626"/>
                      <a:pt x="3824" y="12599"/>
                    </a:cubicBezTo>
                    <a:cubicBezTo>
                      <a:pt x="3824" y="12556"/>
                      <a:pt x="3781" y="12534"/>
                      <a:pt x="3759" y="12534"/>
                    </a:cubicBezTo>
                    <a:close/>
                    <a:moveTo>
                      <a:pt x="4029" y="12534"/>
                    </a:moveTo>
                    <a:cubicBezTo>
                      <a:pt x="3981" y="12534"/>
                      <a:pt x="3959" y="12556"/>
                      <a:pt x="3959" y="12599"/>
                    </a:cubicBezTo>
                    <a:cubicBezTo>
                      <a:pt x="3959" y="12626"/>
                      <a:pt x="3981" y="12669"/>
                      <a:pt x="4029" y="12669"/>
                    </a:cubicBezTo>
                    <a:cubicBezTo>
                      <a:pt x="4051" y="12669"/>
                      <a:pt x="4094" y="12626"/>
                      <a:pt x="4094" y="12599"/>
                    </a:cubicBezTo>
                    <a:cubicBezTo>
                      <a:pt x="4094" y="12556"/>
                      <a:pt x="4051" y="12534"/>
                      <a:pt x="4029" y="12534"/>
                    </a:cubicBezTo>
                    <a:close/>
                    <a:moveTo>
                      <a:pt x="4299" y="12534"/>
                    </a:moveTo>
                    <a:cubicBezTo>
                      <a:pt x="4251" y="12534"/>
                      <a:pt x="4229" y="12556"/>
                      <a:pt x="4229" y="12599"/>
                    </a:cubicBezTo>
                    <a:cubicBezTo>
                      <a:pt x="4229" y="12626"/>
                      <a:pt x="4251" y="12669"/>
                      <a:pt x="4299" y="12669"/>
                    </a:cubicBezTo>
                    <a:cubicBezTo>
                      <a:pt x="4321" y="12669"/>
                      <a:pt x="4364" y="12626"/>
                      <a:pt x="4364" y="12599"/>
                    </a:cubicBezTo>
                    <a:cubicBezTo>
                      <a:pt x="4364" y="12556"/>
                      <a:pt x="4321" y="12534"/>
                      <a:pt x="4299" y="12534"/>
                    </a:cubicBezTo>
                    <a:close/>
                    <a:moveTo>
                      <a:pt x="4569" y="12534"/>
                    </a:moveTo>
                    <a:cubicBezTo>
                      <a:pt x="4521" y="12534"/>
                      <a:pt x="4499" y="12556"/>
                      <a:pt x="4499" y="12599"/>
                    </a:cubicBezTo>
                    <a:cubicBezTo>
                      <a:pt x="4499" y="12626"/>
                      <a:pt x="4521" y="12669"/>
                      <a:pt x="4569" y="12669"/>
                    </a:cubicBezTo>
                    <a:cubicBezTo>
                      <a:pt x="4591" y="12669"/>
                      <a:pt x="4634" y="12626"/>
                      <a:pt x="4634" y="12599"/>
                    </a:cubicBezTo>
                    <a:cubicBezTo>
                      <a:pt x="4634" y="12556"/>
                      <a:pt x="4591" y="12534"/>
                      <a:pt x="4569" y="12534"/>
                    </a:cubicBezTo>
                    <a:close/>
                    <a:moveTo>
                      <a:pt x="4839" y="12534"/>
                    </a:moveTo>
                    <a:cubicBezTo>
                      <a:pt x="4791" y="12534"/>
                      <a:pt x="4769" y="12556"/>
                      <a:pt x="4769" y="12599"/>
                    </a:cubicBezTo>
                    <a:cubicBezTo>
                      <a:pt x="4769" y="12626"/>
                      <a:pt x="4791" y="12669"/>
                      <a:pt x="4839" y="12669"/>
                    </a:cubicBezTo>
                    <a:cubicBezTo>
                      <a:pt x="4861" y="12669"/>
                      <a:pt x="4904" y="12626"/>
                      <a:pt x="4904" y="12599"/>
                    </a:cubicBezTo>
                    <a:cubicBezTo>
                      <a:pt x="4904" y="12556"/>
                      <a:pt x="4861" y="12534"/>
                      <a:pt x="4839" y="12534"/>
                    </a:cubicBezTo>
                    <a:close/>
                    <a:moveTo>
                      <a:pt x="5017" y="12599"/>
                    </a:moveTo>
                    <a:cubicBezTo>
                      <a:pt x="4996" y="12599"/>
                      <a:pt x="4953" y="12626"/>
                      <a:pt x="4953" y="12669"/>
                    </a:cubicBezTo>
                    <a:cubicBezTo>
                      <a:pt x="4953" y="12691"/>
                      <a:pt x="4996" y="12734"/>
                      <a:pt x="5017" y="12734"/>
                    </a:cubicBezTo>
                    <a:cubicBezTo>
                      <a:pt x="5061" y="12734"/>
                      <a:pt x="5088" y="12691"/>
                      <a:pt x="5088" y="12669"/>
                    </a:cubicBezTo>
                    <a:cubicBezTo>
                      <a:pt x="5088" y="12626"/>
                      <a:pt x="5061" y="12599"/>
                      <a:pt x="5017" y="12599"/>
                    </a:cubicBezTo>
                    <a:close/>
                    <a:moveTo>
                      <a:pt x="5017" y="12869"/>
                    </a:moveTo>
                    <a:cubicBezTo>
                      <a:pt x="4996" y="12869"/>
                      <a:pt x="4953" y="12896"/>
                      <a:pt x="4953" y="12939"/>
                    </a:cubicBezTo>
                    <a:cubicBezTo>
                      <a:pt x="4953" y="12961"/>
                      <a:pt x="4996" y="13004"/>
                      <a:pt x="5017" y="13004"/>
                    </a:cubicBezTo>
                    <a:cubicBezTo>
                      <a:pt x="5061" y="13004"/>
                      <a:pt x="5088" y="12961"/>
                      <a:pt x="5088" y="12939"/>
                    </a:cubicBezTo>
                    <a:cubicBezTo>
                      <a:pt x="5088" y="12896"/>
                      <a:pt x="5061" y="12869"/>
                      <a:pt x="5017" y="12869"/>
                    </a:cubicBezTo>
                    <a:close/>
                    <a:moveTo>
                      <a:pt x="5017" y="13139"/>
                    </a:moveTo>
                    <a:cubicBezTo>
                      <a:pt x="4996" y="13139"/>
                      <a:pt x="4953" y="13166"/>
                      <a:pt x="4953" y="13209"/>
                    </a:cubicBezTo>
                    <a:cubicBezTo>
                      <a:pt x="4953" y="13231"/>
                      <a:pt x="4996" y="13274"/>
                      <a:pt x="5017" y="13274"/>
                    </a:cubicBezTo>
                    <a:cubicBezTo>
                      <a:pt x="5061" y="13274"/>
                      <a:pt x="5088" y="13231"/>
                      <a:pt x="5088" y="13209"/>
                    </a:cubicBezTo>
                    <a:cubicBezTo>
                      <a:pt x="5088" y="13166"/>
                      <a:pt x="5061" y="13139"/>
                      <a:pt x="5017" y="13139"/>
                    </a:cubicBezTo>
                    <a:close/>
                    <a:moveTo>
                      <a:pt x="5017" y="13409"/>
                    </a:moveTo>
                    <a:cubicBezTo>
                      <a:pt x="4996" y="13409"/>
                      <a:pt x="4953" y="13436"/>
                      <a:pt x="4953" y="13479"/>
                    </a:cubicBezTo>
                    <a:cubicBezTo>
                      <a:pt x="4953" y="13501"/>
                      <a:pt x="4996" y="13544"/>
                      <a:pt x="5017" y="13544"/>
                    </a:cubicBezTo>
                    <a:cubicBezTo>
                      <a:pt x="5061" y="13544"/>
                      <a:pt x="5088" y="13501"/>
                      <a:pt x="5088" y="13479"/>
                    </a:cubicBezTo>
                    <a:cubicBezTo>
                      <a:pt x="5088" y="13436"/>
                      <a:pt x="5061" y="13409"/>
                      <a:pt x="5017" y="13409"/>
                    </a:cubicBezTo>
                    <a:close/>
                    <a:moveTo>
                      <a:pt x="5017" y="13679"/>
                    </a:moveTo>
                    <a:cubicBezTo>
                      <a:pt x="4996" y="13679"/>
                      <a:pt x="4953" y="13706"/>
                      <a:pt x="4953" y="13749"/>
                    </a:cubicBezTo>
                    <a:cubicBezTo>
                      <a:pt x="4953" y="13771"/>
                      <a:pt x="4996" y="13814"/>
                      <a:pt x="5017" y="13814"/>
                    </a:cubicBezTo>
                    <a:cubicBezTo>
                      <a:pt x="5061" y="13814"/>
                      <a:pt x="5088" y="13771"/>
                      <a:pt x="5088" y="13749"/>
                    </a:cubicBezTo>
                    <a:cubicBezTo>
                      <a:pt x="5088" y="13706"/>
                      <a:pt x="5061" y="13679"/>
                      <a:pt x="5017" y="13679"/>
                    </a:cubicBezTo>
                    <a:close/>
                    <a:moveTo>
                      <a:pt x="5017" y="13949"/>
                    </a:moveTo>
                    <a:cubicBezTo>
                      <a:pt x="4996" y="13949"/>
                      <a:pt x="4953" y="13976"/>
                      <a:pt x="4953" y="14019"/>
                    </a:cubicBezTo>
                    <a:cubicBezTo>
                      <a:pt x="4953" y="14041"/>
                      <a:pt x="4996" y="14084"/>
                      <a:pt x="5017" y="14084"/>
                    </a:cubicBezTo>
                    <a:cubicBezTo>
                      <a:pt x="5061" y="14084"/>
                      <a:pt x="5088" y="14041"/>
                      <a:pt x="5088" y="14019"/>
                    </a:cubicBezTo>
                    <a:cubicBezTo>
                      <a:pt x="5088" y="13976"/>
                      <a:pt x="5061" y="13949"/>
                      <a:pt x="5017" y="13949"/>
                    </a:cubicBezTo>
                    <a:close/>
                    <a:moveTo>
                      <a:pt x="5017" y="14219"/>
                    </a:moveTo>
                    <a:cubicBezTo>
                      <a:pt x="4996" y="14219"/>
                      <a:pt x="4953" y="14246"/>
                      <a:pt x="4953" y="14289"/>
                    </a:cubicBezTo>
                    <a:cubicBezTo>
                      <a:pt x="4953" y="14311"/>
                      <a:pt x="4996" y="14354"/>
                      <a:pt x="5017" y="14354"/>
                    </a:cubicBezTo>
                    <a:cubicBezTo>
                      <a:pt x="5061" y="14354"/>
                      <a:pt x="5088" y="14311"/>
                      <a:pt x="5088" y="14289"/>
                    </a:cubicBezTo>
                    <a:cubicBezTo>
                      <a:pt x="5088" y="14246"/>
                      <a:pt x="5061" y="14219"/>
                      <a:pt x="5017" y="14219"/>
                    </a:cubicBezTo>
                    <a:close/>
                    <a:moveTo>
                      <a:pt x="5017" y="14489"/>
                    </a:moveTo>
                    <a:cubicBezTo>
                      <a:pt x="4996" y="14489"/>
                      <a:pt x="4953" y="14516"/>
                      <a:pt x="4953" y="14559"/>
                    </a:cubicBezTo>
                    <a:cubicBezTo>
                      <a:pt x="4953" y="14581"/>
                      <a:pt x="4996" y="14624"/>
                      <a:pt x="5017" y="14624"/>
                    </a:cubicBezTo>
                    <a:cubicBezTo>
                      <a:pt x="5061" y="14624"/>
                      <a:pt x="5088" y="14581"/>
                      <a:pt x="5088" y="14559"/>
                    </a:cubicBezTo>
                    <a:cubicBezTo>
                      <a:pt x="5088" y="14516"/>
                      <a:pt x="5061" y="14489"/>
                      <a:pt x="5017" y="14489"/>
                    </a:cubicBezTo>
                    <a:close/>
                    <a:moveTo>
                      <a:pt x="5017" y="14759"/>
                    </a:moveTo>
                    <a:cubicBezTo>
                      <a:pt x="4996" y="14759"/>
                      <a:pt x="4953" y="14786"/>
                      <a:pt x="4953" y="14829"/>
                    </a:cubicBezTo>
                    <a:cubicBezTo>
                      <a:pt x="4953" y="14851"/>
                      <a:pt x="4996" y="14894"/>
                      <a:pt x="5017" y="14894"/>
                    </a:cubicBezTo>
                    <a:cubicBezTo>
                      <a:pt x="5061" y="14894"/>
                      <a:pt x="5088" y="14851"/>
                      <a:pt x="5088" y="14829"/>
                    </a:cubicBezTo>
                    <a:cubicBezTo>
                      <a:pt x="5088" y="14786"/>
                      <a:pt x="5061" y="14759"/>
                      <a:pt x="5017" y="14759"/>
                    </a:cubicBezTo>
                    <a:close/>
                    <a:moveTo>
                      <a:pt x="5017" y="15029"/>
                    </a:moveTo>
                    <a:cubicBezTo>
                      <a:pt x="4996" y="15029"/>
                      <a:pt x="4953" y="15056"/>
                      <a:pt x="4953" y="15099"/>
                    </a:cubicBezTo>
                    <a:cubicBezTo>
                      <a:pt x="4953" y="15121"/>
                      <a:pt x="4996" y="15164"/>
                      <a:pt x="5017" y="15164"/>
                    </a:cubicBezTo>
                    <a:cubicBezTo>
                      <a:pt x="5061" y="15164"/>
                      <a:pt x="5088" y="15121"/>
                      <a:pt x="5088" y="15099"/>
                    </a:cubicBezTo>
                    <a:cubicBezTo>
                      <a:pt x="5088" y="15056"/>
                      <a:pt x="5061" y="15029"/>
                      <a:pt x="5017" y="15029"/>
                    </a:cubicBezTo>
                    <a:close/>
                    <a:moveTo>
                      <a:pt x="5017" y="15299"/>
                    </a:moveTo>
                    <a:cubicBezTo>
                      <a:pt x="4996" y="15299"/>
                      <a:pt x="4953" y="15326"/>
                      <a:pt x="4953" y="15369"/>
                    </a:cubicBezTo>
                    <a:cubicBezTo>
                      <a:pt x="4953" y="15391"/>
                      <a:pt x="4996" y="15434"/>
                      <a:pt x="5017" y="15434"/>
                    </a:cubicBezTo>
                    <a:cubicBezTo>
                      <a:pt x="5061" y="15434"/>
                      <a:pt x="5088" y="15391"/>
                      <a:pt x="5088" y="15369"/>
                    </a:cubicBezTo>
                    <a:cubicBezTo>
                      <a:pt x="5088" y="15326"/>
                      <a:pt x="5061" y="15299"/>
                      <a:pt x="5017" y="15299"/>
                    </a:cubicBezTo>
                    <a:close/>
                    <a:moveTo>
                      <a:pt x="5017" y="15569"/>
                    </a:moveTo>
                    <a:cubicBezTo>
                      <a:pt x="4996" y="15569"/>
                      <a:pt x="4953" y="15596"/>
                      <a:pt x="4953" y="15639"/>
                    </a:cubicBezTo>
                    <a:cubicBezTo>
                      <a:pt x="4953" y="15661"/>
                      <a:pt x="4996" y="15704"/>
                      <a:pt x="5017" y="15704"/>
                    </a:cubicBezTo>
                    <a:cubicBezTo>
                      <a:pt x="5061" y="15704"/>
                      <a:pt x="5088" y="15661"/>
                      <a:pt x="5088" y="15639"/>
                    </a:cubicBezTo>
                    <a:cubicBezTo>
                      <a:pt x="5088" y="15596"/>
                      <a:pt x="5061" y="15569"/>
                      <a:pt x="5017" y="15569"/>
                    </a:cubicBezTo>
                    <a:close/>
                    <a:moveTo>
                      <a:pt x="5017" y="15839"/>
                    </a:moveTo>
                    <a:cubicBezTo>
                      <a:pt x="4996" y="15839"/>
                      <a:pt x="4953" y="15866"/>
                      <a:pt x="4953" y="15909"/>
                    </a:cubicBezTo>
                    <a:cubicBezTo>
                      <a:pt x="4953" y="15931"/>
                      <a:pt x="4996" y="15974"/>
                      <a:pt x="5017" y="15974"/>
                    </a:cubicBezTo>
                    <a:cubicBezTo>
                      <a:pt x="5061" y="15974"/>
                      <a:pt x="5088" y="15931"/>
                      <a:pt x="5088" y="15909"/>
                    </a:cubicBezTo>
                    <a:cubicBezTo>
                      <a:pt x="5088" y="15866"/>
                      <a:pt x="5061" y="15839"/>
                      <a:pt x="5017" y="15839"/>
                    </a:cubicBezTo>
                    <a:close/>
                    <a:moveTo>
                      <a:pt x="5017" y="16109"/>
                    </a:moveTo>
                    <a:cubicBezTo>
                      <a:pt x="4996" y="16109"/>
                      <a:pt x="4953" y="16136"/>
                      <a:pt x="4953" y="16179"/>
                    </a:cubicBezTo>
                    <a:cubicBezTo>
                      <a:pt x="4953" y="16201"/>
                      <a:pt x="4996" y="16244"/>
                      <a:pt x="5017" y="16244"/>
                    </a:cubicBezTo>
                    <a:cubicBezTo>
                      <a:pt x="5061" y="16244"/>
                      <a:pt x="5088" y="16201"/>
                      <a:pt x="5088" y="16179"/>
                    </a:cubicBezTo>
                    <a:cubicBezTo>
                      <a:pt x="5088" y="16136"/>
                      <a:pt x="5061" y="16109"/>
                      <a:pt x="5017" y="16109"/>
                    </a:cubicBezTo>
                    <a:close/>
                    <a:moveTo>
                      <a:pt x="5017" y="16379"/>
                    </a:moveTo>
                    <a:cubicBezTo>
                      <a:pt x="4996" y="16379"/>
                      <a:pt x="4953" y="16406"/>
                      <a:pt x="4953" y="16449"/>
                    </a:cubicBezTo>
                    <a:cubicBezTo>
                      <a:pt x="4953" y="16471"/>
                      <a:pt x="4996" y="16514"/>
                      <a:pt x="5017" y="16514"/>
                    </a:cubicBezTo>
                    <a:cubicBezTo>
                      <a:pt x="5061" y="16514"/>
                      <a:pt x="5088" y="16471"/>
                      <a:pt x="5088" y="16449"/>
                    </a:cubicBezTo>
                    <a:cubicBezTo>
                      <a:pt x="5088" y="16406"/>
                      <a:pt x="5061" y="16379"/>
                      <a:pt x="5017" y="16379"/>
                    </a:cubicBezTo>
                    <a:close/>
                    <a:moveTo>
                      <a:pt x="5017" y="16649"/>
                    </a:moveTo>
                    <a:cubicBezTo>
                      <a:pt x="4996" y="16649"/>
                      <a:pt x="4953" y="16676"/>
                      <a:pt x="4953" y="16719"/>
                    </a:cubicBezTo>
                    <a:cubicBezTo>
                      <a:pt x="4953" y="16741"/>
                      <a:pt x="4996" y="16784"/>
                      <a:pt x="5017" y="16784"/>
                    </a:cubicBezTo>
                    <a:cubicBezTo>
                      <a:pt x="5061" y="16784"/>
                      <a:pt x="5088" y="16741"/>
                      <a:pt x="5088" y="16719"/>
                    </a:cubicBezTo>
                    <a:cubicBezTo>
                      <a:pt x="5088" y="16676"/>
                      <a:pt x="5061" y="16649"/>
                      <a:pt x="5017" y="16649"/>
                    </a:cubicBezTo>
                    <a:close/>
                    <a:moveTo>
                      <a:pt x="5017" y="16919"/>
                    </a:moveTo>
                    <a:cubicBezTo>
                      <a:pt x="4996" y="16919"/>
                      <a:pt x="4953" y="16946"/>
                      <a:pt x="4953" y="16989"/>
                    </a:cubicBezTo>
                    <a:cubicBezTo>
                      <a:pt x="4953" y="17011"/>
                      <a:pt x="4996" y="17054"/>
                      <a:pt x="5017" y="17054"/>
                    </a:cubicBezTo>
                    <a:cubicBezTo>
                      <a:pt x="5061" y="17054"/>
                      <a:pt x="5088" y="17011"/>
                      <a:pt x="5088" y="16989"/>
                    </a:cubicBezTo>
                    <a:cubicBezTo>
                      <a:pt x="5088" y="16946"/>
                      <a:pt x="5061" y="16919"/>
                      <a:pt x="5017" y="16919"/>
                    </a:cubicBezTo>
                    <a:close/>
                    <a:moveTo>
                      <a:pt x="5017" y="17189"/>
                    </a:moveTo>
                    <a:cubicBezTo>
                      <a:pt x="4996" y="17189"/>
                      <a:pt x="4953" y="17216"/>
                      <a:pt x="4953" y="17259"/>
                    </a:cubicBezTo>
                    <a:cubicBezTo>
                      <a:pt x="4953" y="17281"/>
                      <a:pt x="4996" y="17324"/>
                      <a:pt x="5017" y="17324"/>
                    </a:cubicBezTo>
                    <a:cubicBezTo>
                      <a:pt x="5061" y="17324"/>
                      <a:pt x="5088" y="17281"/>
                      <a:pt x="5088" y="17259"/>
                    </a:cubicBezTo>
                    <a:cubicBezTo>
                      <a:pt x="5088" y="17216"/>
                      <a:pt x="5061" y="17189"/>
                      <a:pt x="5017" y="17189"/>
                    </a:cubicBezTo>
                    <a:close/>
                    <a:moveTo>
                      <a:pt x="5017" y="17459"/>
                    </a:moveTo>
                    <a:cubicBezTo>
                      <a:pt x="4996" y="17459"/>
                      <a:pt x="4953" y="17486"/>
                      <a:pt x="4953" y="17529"/>
                    </a:cubicBezTo>
                    <a:cubicBezTo>
                      <a:pt x="4953" y="17551"/>
                      <a:pt x="4996" y="17594"/>
                      <a:pt x="5017" y="17594"/>
                    </a:cubicBezTo>
                    <a:cubicBezTo>
                      <a:pt x="5061" y="17594"/>
                      <a:pt x="5088" y="17551"/>
                      <a:pt x="5088" y="17529"/>
                    </a:cubicBezTo>
                    <a:cubicBezTo>
                      <a:pt x="5088" y="17486"/>
                      <a:pt x="5061" y="17459"/>
                      <a:pt x="5017" y="17459"/>
                    </a:cubicBezTo>
                    <a:close/>
                    <a:moveTo>
                      <a:pt x="5017" y="17729"/>
                    </a:moveTo>
                    <a:cubicBezTo>
                      <a:pt x="4996" y="17729"/>
                      <a:pt x="4953" y="17756"/>
                      <a:pt x="4953" y="17799"/>
                    </a:cubicBezTo>
                    <a:cubicBezTo>
                      <a:pt x="4953" y="17821"/>
                      <a:pt x="4996" y="17864"/>
                      <a:pt x="5017" y="17864"/>
                    </a:cubicBezTo>
                    <a:cubicBezTo>
                      <a:pt x="5061" y="17864"/>
                      <a:pt x="5088" y="17821"/>
                      <a:pt x="5088" y="17799"/>
                    </a:cubicBezTo>
                    <a:cubicBezTo>
                      <a:pt x="5088" y="17756"/>
                      <a:pt x="5061" y="17729"/>
                      <a:pt x="5017" y="17729"/>
                    </a:cubicBezTo>
                    <a:close/>
                    <a:moveTo>
                      <a:pt x="5017" y="17999"/>
                    </a:moveTo>
                    <a:cubicBezTo>
                      <a:pt x="4996" y="17999"/>
                      <a:pt x="4953" y="18026"/>
                      <a:pt x="4953" y="18069"/>
                    </a:cubicBezTo>
                    <a:cubicBezTo>
                      <a:pt x="4953" y="18091"/>
                      <a:pt x="4996" y="18134"/>
                      <a:pt x="5017" y="18134"/>
                    </a:cubicBezTo>
                    <a:cubicBezTo>
                      <a:pt x="5061" y="18134"/>
                      <a:pt x="5088" y="18091"/>
                      <a:pt x="5088" y="18069"/>
                    </a:cubicBezTo>
                    <a:cubicBezTo>
                      <a:pt x="5088" y="18026"/>
                      <a:pt x="5061" y="17999"/>
                      <a:pt x="5017" y="17999"/>
                    </a:cubicBezTo>
                    <a:close/>
                    <a:moveTo>
                      <a:pt x="5017" y="18269"/>
                    </a:moveTo>
                    <a:cubicBezTo>
                      <a:pt x="4996" y="18269"/>
                      <a:pt x="4953" y="18296"/>
                      <a:pt x="4953" y="18339"/>
                    </a:cubicBezTo>
                    <a:cubicBezTo>
                      <a:pt x="4953" y="18361"/>
                      <a:pt x="4996" y="18404"/>
                      <a:pt x="5017" y="18404"/>
                    </a:cubicBezTo>
                    <a:cubicBezTo>
                      <a:pt x="5061" y="18404"/>
                      <a:pt x="5088" y="18361"/>
                      <a:pt x="5088" y="18339"/>
                    </a:cubicBezTo>
                    <a:cubicBezTo>
                      <a:pt x="5088" y="18296"/>
                      <a:pt x="5061" y="18269"/>
                      <a:pt x="5017" y="18269"/>
                    </a:cubicBezTo>
                    <a:close/>
                    <a:moveTo>
                      <a:pt x="5017" y="18539"/>
                    </a:moveTo>
                    <a:cubicBezTo>
                      <a:pt x="4996" y="18539"/>
                      <a:pt x="4953" y="18566"/>
                      <a:pt x="4953" y="18609"/>
                    </a:cubicBezTo>
                    <a:cubicBezTo>
                      <a:pt x="4953" y="18631"/>
                      <a:pt x="4996" y="18674"/>
                      <a:pt x="5017" y="18674"/>
                    </a:cubicBezTo>
                    <a:cubicBezTo>
                      <a:pt x="5061" y="18674"/>
                      <a:pt x="5088" y="18631"/>
                      <a:pt x="5088" y="18609"/>
                    </a:cubicBezTo>
                    <a:cubicBezTo>
                      <a:pt x="5088" y="18566"/>
                      <a:pt x="5061" y="18539"/>
                      <a:pt x="5017" y="18539"/>
                    </a:cubicBezTo>
                    <a:close/>
                    <a:moveTo>
                      <a:pt x="5017" y="18809"/>
                    </a:moveTo>
                    <a:cubicBezTo>
                      <a:pt x="4996" y="18809"/>
                      <a:pt x="4953" y="18836"/>
                      <a:pt x="4953" y="18879"/>
                    </a:cubicBezTo>
                    <a:cubicBezTo>
                      <a:pt x="4953" y="18901"/>
                      <a:pt x="4996" y="18944"/>
                      <a:pt x="5017" y="18944"/>
                    </a:cubicBezTo>
                    <a:cubicBezTo>
                      <a:pt x="5061" y="18944"/>
                      <a:pt x="5088" y="18901"/>
                      <a:pt x="5088" y="18879"/>
                    </a:cubicBezTo>
                    <a:cubicBezTo>
                      <a:pt x="5088" y="18836"/>
                      <a:pt x="5061" y="18809"/>
                      <a:pt x="5017" y="18809"/>
                    </a:cubicBezTo>
                    <a:close/>
                    <a:moveTo>
                      <a:pt x="5017" y="19079"/>
                    </a:moveTo>
                    <a:cubicBezTo>
                      <a:pt x="4996" y="19079"/>
                      <a:pt x="4953" y="19106"/>
                      <a:pt x="4953" y="19149"/>
                    </a:cubicBezTo>
                    <a:cubicBezTo>
                      <a:pt x="4953" y="19171"/>
                      <a:pt x="4996" y="19214"/>
                      <a:pt x="5017" y="19214"/>
                    </a:cubicBezTo>
                    <a:cubicBezTo>
                      <a:pt x="5061" y="19214"/>
                      <a:pt x="5088" y="19171"/>
                      <a:pt x="5088" y="19149"/>
                    </a:cubicBezTo>
                    <a:cubicBezTo>
                      <a:pt x="5088" y="19106"/>
                      <a:pt x="5061" y="19079"/>
                      <a:pt x="5017" y="19079"/>
                    </a:cubicBezTo>
                    <a:close/>
                    <a:moveTo>
                      <a:pt x="4974" y="19398"/>
                    </a:moveTo>
                    <a:cubicBezTo>
                      <a:pt x="4953" y="19398"/>
                      <a:pt x="4953" y="19419"/>
                      <a:pt x="4953" y="19419"/>
                    </a:cubicBezTo>
                    <a:cubicBezTo>
                      <a:pt x="4953" y="19441"/>
                      <a:pt x="4996" y="19484"/>
                      <a:pt x="5017" y="19484"/>
                    </a:cubicBezTo>
                    <a:cubicBezTo>
                      <a:pt x="5061" y="19484"/>
                      <a:pt x="5088" y="19441"/>
                      <a:pt x="5088" y="19419"/>
                    </a:cubicBezTo>
                    <a:lnTo>
                      <a:pt x="5088" y="19398"/>
                    </a:lnTo>
                    <a:cubicBezTo>
                      <a:pt x="5088" y="19441"/>
                      <a:pt x="5061" y="19462"/>
                      <a:pt x="5017" y="19462"/>
                    </a:cubicBezTo>
                    <a:cubicBezTo>
                      <a:pt x="4996" y="19462"/>
                      <a:pt x="4974" y="19441"/>
                      <a:pt x="4974" y="19398"/>
                    </a:cubicBezTo>
                    <a:close/>
                    <a:moveTo>
                      <a:pt x="5017" y="19619"/>
                    </a:moveTo>
                    <a:cubicBezTo>
                      <a:pt x="4996" y="19619"/>
                      <a:pt x="4953" y="19646"/>
                      <a:pt x="4953" y="19689"/>
                    </a:cubicBezTo>
                    <a:cubicBezTo>
                      <a:pt x="4953" y="19711"/>
                      <a:pt x="4996" y="19754"/>
                      <a:pt x="5017" y="19754"/>
                    </a:cubicBezTo>
                    <a:cubicBezTo>
                      <a:pt x="5061" y="19754"/>
                      <a:pt x="5088" y="19711"/>
                      <a:pt x="5088" y="19689"/>
                    </a:cubicBezTo>
                    <a:cubicBezTo>
                      <a:pt x="5088" y="19646"/>
                      <a:pt x="5061" y="19619"/>
                      <a:pt x="5017" y="19619"/>
                    </a:cubicBezTo>
                    <a:close/>
                    <a:moveTo>
                      <a:pt x="5017" y="19889"/>
                    </a:moveTo>
                    <a:cubicBezTo>
                      <a:pt x="4996" y="19889"/>
                      <a:pt x="4953" y="19916"/>
                      <a:pt x="4953" y="19959"/>
                    </a:cubicBezTo>
                    <a:cubicBezTo>
                      <a:pt x="4953" y="19981"/>
                      <a:pt x="4996" y="20024"/>
                      <a:pt x="5017" y="20024"/>
                    </a:cubicBezTo>
                    <a:cubicBezTo>
                      <a:pt x="5061" y="20024"/>
                      <a:pt x="5088" y="19981"/>
                      <a:pt x="5088" y="19959"/>
                    </a:cubicBezTo>
                    <a:cubicBezTo>
                      <a:pt x="5088" y="19916"/>
                      <a:pt x="5061" y="19889"/>
                      <a:pt x="5017" y="19889"/>
                    </a:cubicBezTo>
                    <a:close/>
                    <a:moveTo>
                      <a:pt x="5017" y="20159"/>
                    </a:moveTo>
                    <a:cubicBezTo>
                      <a:pt x="4996" y="20159"/>
                      <a:pt x="4953" y="20186"/>
                      <a:pt x="4953" y="20229"/>
                    </a:cubicBezTo>
                    <a:cubicBezTo>
                      <a:pt x="4953" y="20251"/>
                      <a:pt x="4996" y="20294"/>
                      <a:pt x="5017" y="20294"/>
                    </a:cubicBezTo>
                    <a:cubicBezTo>
                      <a:pt x="5061" y="20294"/>
                      <a:pt x="5088" y="20251"/>
                      <a:pt x="5088" y="20229"/>
                    </a:cubicBezTo>
                    <a:cubicBezTo>
                      <a:pt x="5088" y="20186"/>
                      <a:pt x="5061" y="20159"/>
                      <a:pt x="5017" y="20159"/>
                    </a:cubicBezTo>
                    <a:close/>
                    <a:moveTo>
                      <a:pt x="5017" y="20429"/>
                    </a:moveTo>
                    <a:cubicBezTo>
                      <a:pt x="4996" y="20429"/>
                      <a:pt x="4953" y="20456"/>
                      <a:pt x="4953" y="20499"/>
                    </a:cubicBezTo>
                    <a:cubicBezTo>
                      <a:pt x="4953" y="20521"/>
                      <a:pt x="4996" y="20564"/>
                      <a:pt x="5017" y="20564"/>
                    </a:cubicBezTo>
                    <a:cubicBezTo>
                      <a:pt x="5061" y="20564"/>
                      <a:pt x="5088" y="20521"/>
                      <a:pt x="5088" y="20499"/>
                    </a:cubicBezTo>
                    <a:cubicBezTo>
                      <a:pt x="5088" y="20456"/>
                      <a:pt x="5061" y="20429"/>
                      <a:pt x="5017" y="20429"/>
                    </a:cubicBezTo>
                    <a:close/>
                    <a:moveTo>
                      <a:pt x="5017" y="20699"/>
                    </a:moveTo>
                    <a:cubicBezTo>
                      <a:pt x="4996" y="20699"/>
                      <a:pt x="4953" y="20726"/>
                      <a:pt x="4953" y="20769"/>
                    </a:cubicBezTo>
                    <a:cubicBezTo>
                      <a:pt x="4953" y="20791"/>
                      <a:pt x="4996" y="20834"/>
                      <a:pt x="5017" y="20834"/>
                    </a:cubicBezTo>
                    <a:cubicBezTo>
                      <a:pt x="5061" y="20834"/>
                      <a:pt x="5088" y="20791"/>
                      <a:pt x="5088" y="20769"/>
                    </a:cubicBezTo>
                    <a:cubicBezTo>
                      <a:pt x="5088" y="20726"/>
                      <a:pt x="5061" y="20699"/>
                      <a:pt x="5017" y="20699"/>
                    </a:cubicBezTo>
                    <a:close/>
                    <a:moveTo>
                      <a:pt x="5017" y="20969"/>
                    </a:moveTo>
                    <a:cubicBezTo>
                      <a:pt x="4996" y="20969"/>
                      <a:pt x="4953" y="20996"/>
                      <a:pt x="4953" y="21039"/>
                    </a:cubicBezTo>
                    <a:cubicBezTo>
                      <a:pt x="4953" y="21061"/>
                      <a:pt x="4996" y="21104"/>
                      <a:pt x="5017" y="21104"/>
                    </a:cubicBezTo>
                    <a:cubicBezTo>
                      <a:pt x="5061" y="21104"/>
                      <a:pt x="5088" y="21061"/>
                      <a:pt x="5088" y="21039"/>
                    </a:cubicBezTo>
                    <a:cubicBezTo>
                      <a:pt x="5088" y="20996"/>
                      <a:pt x="5061" y="20969"/>
                      <a:pt x="5017" y="20969"/>
                    </a:cubicBezTo>
                    <a:close/>
                    <a:moveTo>
                      <a:pt x="5017" y="21239"/>
                    </a:moveTo>
                    <a:cubicBezTo>
                      <a:pt x="4996" y="21239"/>
                      <a:pt x="4953" y="21266"/>
                      <a:pt x="4953" y="21309"/>
                    </a:cubicBezTo>
                    <a:cubicBezTo>
                      <a:pt x="4953" y="21331"/>
                      <a:pt x="4996" y="21374"/>
                      <a:pt x="5017" y="21374"/>
                    </a:cubicBezTo>
                    <a:cubicBezTo>
                      <a:pt x="5061" y="21374"/>
                      <a:pt x="5088" y="21331"/>
                      <a:pt x="5088" y="21309"/>
                    </a:cubicBezTo>
                    <a:cubicBezTo>
                      <a:pt x="5088" y="21266"/>
                      <a:pt x="5061" y="21239"/>
                      <a:pt x="5017" y="21239"/>
                    </a:cubicBezTo>
                    <a:close/>
                    <a:moveTo>
                      <a:pt x="5017" y="21509"/>
                    </a:moveTo>
                    <a:cubicBezTo>
                      <a:pt x="4996" y="21509"/>
                      <a:pt x="4953" y="21536"/>
                      <a:pt x="4953" y="21579"/>
                    </a:cubicBezTo>
                    <a:cubicBezTo>
                      <a:pt x="4953" y="21601"/>
                      <a:pt x="4996" y="21644"/>
                      <a:pt x="5017" y="21644"/>
                    </a:cubicBezTo>
                    <a:cubicBezTo>
                      <a:pt x="5061" y="21644"/>
                      <a:pt x="5088" y="21601"/>
                      <a:pt x="5088" y="21579"/>
                    </a:cubicBezTo>
                    <a:cubicBezTo>
                      <a:pt x="5088" y="21536"/>
                      <a:pt x="5061" y="21509"/>
                      <a:pt x="5017" y="21509"/>
                    </a:cubicBezTo>
                    <a:close/>
                    <a:moveTo>
                      <a:pt x="5017" y="21779"/>
                    </a:moveTo>
                    <a:cubicBezTo>
                      <a:pt x="4996" y="21779"/>
                      <a:pt x="4953" y="21806"/>
                      <a:pt x="4953" y="21849"/>
                    </a:cubicBezTo>
                    <a:cubicBezTo>
                      <a:pt x="4953" y="21871"/>
                      <a:pt x="4996" y="21914"/>
                      <a:pt x="5017" y="21914"/>
                    </a:cubicBezTo>
                    <a:cubicBezTo>
                      <a:pt x="5061" y="21914"/>
                      <a:pt x="5088" y="21871"/>
                      <a:pt x="5088" y="21849"/>
                    </a:cubicBezTo>
                    <a:cubicBezTo>
                      <a:pt x="5088" y="21806"/>
                      <a:pt x="5061" y="21779"/>
                      <a:pt x="5017" y="21779"/>
                    </a:cubicBezTo>
                    <a:close/>
                    <a:moveTo>
                      <a:pt x="5017" y="22049"/>
                    </a:moveTo>
                    <a:cubicBezTo>
                      <a:pt x="4996" y="22049"/>
                      <a:pt x="4953" y="22076"/>
                      <a:pt x="4953" y="22119"/>
                    </a:cubicBezTo>
                    <a:cubicBezTo>
                      <a:pt x="4953" y="22141"/>
                      <a:pt x="4996" y="22184"/>
                      <a:pt x="5017" y="22184"/>
                    </a:cubicBezTo>
                    <a:cubicBezTo>
                      <a:pt x="5061" y="22184"/>
                      <a:pt x="5088" y="22141"/>
                      <a:pt x="5088" y="22119"/>
                    </a:cubicBezTo>
                    <a:cubicBezTo>
                      <a:pt x="5088" y="22076"/>
                      <a:pt x="5061" y="22049"/>
                      <a:pt x="5017" y="22049"/>
                    </a:cubicBezTo>
                    <a:close/>
                    <a:moveTo>
                      <a:pt x="5017" y="22319"/>
                    </a:moveTo>
                    <a:cubicBezTo>
                      <a:pt x="4996" y="22319"/>
                      <a:pt x="4953" y="22346"/>
                      <a:pt x="4953" y="22389"/>
                    </a:cubicBezTo>
                    <a:cubicBezTo>
                      <a:pt x="4953" y="22411"/>
                      <a:pt x="4996" y="22454"/>
                      <a:pt x="5017" y="22454"/>
                    </a:cubicBezTo>
                    <a:cubicBezTo>
                      <a:pt x="5061" y="22454"/>
                      <a:pt x="5088" y="22411"/>
                      <a:pt x="5088" y="22389"/>
                    </a:cubicBezTo>
                    <a:cubicBezTo>
                      <a:pt x="5088" y="22346"/>
                      <a:pt x="5061" y="22319"/>
                      <a:pt x="5017" y="22319"/>
                    </a:cubicBezTo>
                    <a:close/>
                    <a:moveTo>
                      <a:pt x="5017" y="22589"/>
                    </a:moveTo>
                    <a:cubicBezTo>
                      <a:pt x="4996" y="22589"/>
                      <a:pt x="4953" y="22616"/>
                      <a:pt x="4953" y="22659"/>
                    </a:cubicBezTo>
                    <a:cubicBezTo>
                      <a:pt x="4953" y="22681"/>
                      <a:pt x="4996" y="22724"/>
                      <a:pt x="5017" y="22724"/>
                    </a:cubicBezTo>
                    <a:cubicBezTo>
                      <a:pt x="5061" y="22724"/>
                      <a:pt x="5088" y="22681"/>
                      <a:pt x="5088" y="22659"/>
                    </a:cubicBezTo>
                    <a:cubicBezTo>
                      <a:pt x="5088" y="22616"/>
                      <a:pt x="5061" y="22589"/>
                      <a:pt x="5017" y="22589"/>
                    </a:cubicBezTo>
                    <a:close/>
                    <a:moveTo>
                      <a:pt x="5017" y="22859"/>
                    </a:moveTo>
                    <a:cubicBezTo>
                      <a:pt x="4996" y="22859"/>
                      <a:pt x="4953" y="22886"/>
                      <a:pt x="4953" y="22929"/>
                    </a:cubicBezTo>
                    <a:cubicBezTo>
                      <a:pt x="4953" y="22951"/>
                      <a:pt x="4996" y="22994"/>
                      <a:pt x="5017" y="22994"/>
                    </a:cubicBezTo>
                    <a:cubicBezTo>
                      <a:pt x="5061" y="22994"/>
                      <a:pt x="5088" y="22951"/>
                      <a:pt x="5088" y="22929"/>
                    </a:cubicBezTo>
                    <a:cubicBezTo>
                      <a:pt x="5088" y="22886"/>
                      <a:pt x="5061" y="22859"/>
                      <a:pt x="5017" y="22859"/>
                    </a:cubicBezTo>
                    <a:close/>
                    <a:moveTo>
                      <a:pt x="5017" y="23129"/>
                    </a:moveTo>
                    <a:cubicBezTo>
                      <a:pt x="4996" y="23129"/>
                      <a:pt x="4953" y="23156"/>
                      <a:pt x="4953" y="23199"/>
                    </a:cubicBezTo>
                    <a:cubicBezTo>
                      <a:pt x="4953" y="23221"/>
                      <a:pt x="4996" y="23264"/>
                      <a:pt x="5017" y="23264"/>
                    </a:cubicBezTo>
                    <a:cubicBezTo>
                      <a:pt x="5061" y="23264"/>
                      <a:pt x="5088" y="23221"/>
                      <a:pt x="5088" y="23199"/>
                    </a:cubicBezTo>
                    <a:cubicBezTo>
                      <a:pt x="5088" y="23156"/>
                      <a:pt x="5061" y="23129"/>
                      <a:pt x="5017" y="23129"/>
                    </a:cubicBezTo>
                    <a:close/>
                    <a:moveTo>
                      <a:pt x="5017" y="23399"/>
                    </a:moveTo>
                    <a:cubicBezTo>
                      <a:pt x="4996" y="23399"/>
                      <a:pt x="4953" y="23426"/>
                      <a:pt x="4953" y="23469"/>
                    </a:cubicBezTo>
                    <a:cubicBezTo>
                      <a:pt x="4953" y="23491"/>
                      <a:pt x="4996" y="23534"/>
                      <a:pt x="5017" y="23534"/>
                    </a:cubicBezTo>
                    <a:cubicBezTo>
                      <a:pt x="5061" y="23534"/>
                      <a:pt x="5088" y="23491"/>
                      <a:pt x="5088" y="23469"/>
                    </a:cubicBezTo>
                    <a:cubicBezTo>
                      <a:pt x="5088" y="23426"/>
                      <a:pt x="5061" y="23399"/>
                      <a:pt x="5017" y="23399"/>
                    </a:cubicBezTo>
                    <a:close/>
                    <a:moveTo>
                      <a:pt x="5017" y="23669"/>
                    </a:moveTo>
                    <a:cubicBezTo>
                      <a:pt x="4996" y="23669"/>
                      <a:pt x="4953" y="23696"/>
                      <a:pt x="4953" y="23739"/>
                    </a:cubicBezTo>
                    <a:cubicBezTo>
                      <a:pt x="4953" y="23761"/>
                      <a:pt x="4996" y="23804"/>
                      <a:pt x="5017" y="23804"/>
                    </a:cubicBezTo>
                    <a:cubicBezTo>
                      <a:pt x="5061" y="23804"/>
                      <a:pt x="5088" y="23761"/>
                      <a:pt x="5088" y="23739"/>
                    </a:cubicBezTo>
                    <a:cubicBezTo>
                      <a:pt x="5088" y="23696"/>
                      <a:pt x="5061" y="23669"/>
                      <a:pt x="5017" y="23669"/>
                    </a:cubicBezTo>
                    <a:close/>
                    <a:moveTo>
                      <a:pt x="5017" y="23939"/>
                    </a:moveTo>
                    <a:cubicBezTo>
                      <a:pt x="4996" y="23939"/>
                      <a:pt x="4953" y="23966"/>
                      <a:pt x="4953" y="24009"/>
                    </a:cubicBezTo>
                    <a:cubicBezTo>
                      <a:pt x="4953" y="24031"/>
                      <a:pt x="4996" y="24074"/>
                      <a:pt x="5017" y="24074"/>
                    </a:cubicBezTo>
                    <a:cubicBezTo>
                      <a:pt x="5061" y="24074"/>
                      <a:pt x="5088" y="24031"/>
                      <a:pt x="5088" y="24009"/>
                    </a:cubicBezTo>
                    <a:cubicBezTo>
                      <a:pt x="5088" y="23966"/>
                      <a:pt x="5061" y="23939"/>
                      <a:pt x="5017" y="23939"/>
                    </a:cubicBezTo>
                    <a:close/>
                    <a:moveTo>
                      <a:pt x="5017" y="24209"/>
                    </a:moveTo>
                    <a:cubicBezTo>
                      <a:pt x="4996" y="24209"/>
                      <a:pt x="4953" y="24236"/>
                      <a:pt x="4953" y="24279"/>
                    </a:cubicBezTo>
                    <a:cubicBezTo>
                      <a:pt x="4953" y="24301"/>
                      <a:pt x="4996" y="24344"/>
                      <a:pt x="5017" y="24344"/>
                    </a:cubicBezTo>
                    <a:cubicBezTo>
                      <a:pt x="5061" y="24344"/>
                      <a:pt x="5088" y="24301"/>
                      <a:pt x="5088" y="24279"/>
                    </a:cubicBezTo>
                    <a:cubicBezTo>
                      <a:pt x="5088" y="24236"/>
                      <a:pt x="5061" y="24209"/>
                      <a:pt x="5017" y="24209"/>
                    </a:cubicBezTo>
                    <a:close/>
                    <a:moveTo>
                      <a:pt x="5017" y="24479"/>
                    </a:moveTo>
                    <a:cubicBezTo>
                      <a:pt x="4996" y="24479"/>
                      <a:pt x="4953" y="24506"/>
                      <a:pt x="4953" y="24549"/>
                    </a:cubicBezTo>
                    <a:cubicBezTo>
                      <a:pt x="4953" y="24571"/>
                      <a:pt x="4996" y="24614"/>
                      <a:pt x="5017" y="24614"/>
                    </a:cubicBezTo>
                    <a:cubicBezTo>
                      <a:pt x="5061" y="24614"/>
                      <a:pt x="5088" y="24571"/>
                      <a:pt x="5088" y="24549"/>
                    </a:cubicBezTo>
                    <a:cubicBezTo>
                      <a:pt x="5088" y="24506"/>
                      <a:pt x="5061" y="24479"/>
                      <a:pt x="5017" y="24479"/>
                    </a:cubicBezTo>
                    <a:close/>
                    <a:moveTo>
                      <a:pt x="5017" y="24749"/>
                    </a:moveTo>
                    <a:cubicBezTo>
                      <a:pt x="4996" y="24749"/>
                      <a:pt x="4953" y="24776"/>
                      <a:pt x="4953" y="24819"/>
                    </a:cubicBezTo>
                    <a:cubicBezTo>
                      <a:pt x="4953" y="24841"/>
                      <a:pt x="4996" y="24884"/>
                      <a:pt x="5017" y="24884"/>
                    </a:cubicBezTo>
                    <a:cubicBezTo>
                      <a:pt x="5061" y="24884"/>
                      <a:pt x="5088" y="24841"/>
                      <a:pt x="5088" y="24819"/>
                    </a:cubicBezTo>
                    <a:cubicBezTo>
                      <a:pt x="5088" y="24776"/>
                      <a:pt x="5061" y="24749"/>
                      <a:pt x="5017" y="24749"/>
                    </a:cubicBezTo>
                    <a:close/>
                    <a:moveTo>
                      <a:pt x="5017" y="25019"/>
                    </a:moveTo>
                    <a:cubicBezTo>
                      <a:pt x="4996" y="25019"/>
                      <a:pt x="4953" y="25046"/>
                      <a:pt x="4953" y="25089"/>
                    </a:cubicBezTo>
                    <a:cubicBezTo>
                      <a:pt x="4953" y="25111"/>
                      <a:pt x="4996" y="25154"/>
                      <a:pt x="5017" y="25154"/>
                    </a:cubicBezTo>
                    <a:cubicBezTo>
                      <a:pt x="5061" y="25154"/>
                      <a:pt x="5088" y="25111"/>
                      <a:pt x="5088" y="25089"/>
                    </a:cubicBezTo>
                    <a:cubicBezTo>
                      <a:pt x="5088" y="25046"/>
                      <a:pt x="5061" y="25019"/>
                      <a:pt x="5017" y="25019"/>
                    </a:cubicBezTo>
                    <a:close/>
                    <a:moveTo>
                      <a:pt x="5017" y="25289"/>
                    </a:moveTo>
                    <a:cubicBezTo>
                      <a:pt x="4996" y="25289"/>
                      <a:pt x="4953" y="25316"/>
                      <a:pt x="4953" y="25359"/>
                    </a:cubicBezTo>
                    <a:cubicBezTo>
                      <a:pt x="4953" y="25381"/>
                      <a:pt x="4996" y="25424"/>
                      <a:pt x="5017" y="25424"/>
                    </a:cubicBezTo>
                    <a:cubicBezTo>
                      <a:pt x="5061" y="25424"/>
                      <a:pt x="5088" y="25381"/>
                      <a:pt x="5088" y="25359"/>
                    </a:cubicBezTo>
                    <a:cubicBezTo>
                      <a:pt x="5088" y="25316"/>
                      <a:pt x="5061" y="25289"/>
                      <a:pt x="5017" y="25289"/>
                    </a:cubicBezTo>
                    <a:close/>
                    <a:moveTo>
                      <a:pt x="5017" y="25559"/>
                    </a:moveTo>
                    <a:cubicBezTo>
                      <a:pt x="4996" y="25559"/>
                      <a:pt x="4953" y="25586"/>
                      <a:pt x="4953" y="25629"/>
                    </a:cubicBezTo>
                    <a:cubicBezTo>
                      <a:pt x="4953" y="25651"/>
                      <a:pt x="4996" y="25694"/>
                      <a:pt x="5017" y="25694"/>
                    </a:cubicBezTo>
                    <a:cubicBezTo>
                      <a:pt x="5061" y="25694"/>
                      <a:pt x="5088" y="25651"/>
                      <a:pt x="5088" y="25629"/>
                    </a:cubicBezTo>
                    <a:cubicBezTo>
                      <a:pt x="5088" y="25586"/>
                      <a:pt x="5061" y="25559"/>
                      <a:pt x="5017" y="25559"/>
                    </a:cubicBezTo>
                    <a:close/>
                    <a:moveTo>
                      <a:pt x="5017" y="25829"/>
                    </a:moveTo>
                    <a:cubicBezTo>
                      <a:pt x="4996" y="25829"/>
                      <a:pt x="4953" y="25856"/>
                      <a:pt x="4953" y="25899"/>
                    </a:cubicBezTo>
                    <a:cubicBezTo>
                      <a:pt x="4953" y="25921"/>
                      <a:pt x="4996" y="25964"/>
                      <a:pt x="5017" y="25964"/>
                    </a:cubicBezTo>
                    <a:cubicBezTo>
                      <a:pt x="5061" y="25964"/>
                      <a:pt x="5088" y="25921"/>
                      <a:pt x="5088" y="25899"/>
                    </a:cubicBezTo>
                    <a:cubicBezTo>
                      <a:pt x="5088" y="25856"/>
                      <a:pt x="5061" y="25829"/>
                      <a:pt x="5017" y="25829"/>
                    </a:cubicBezTo>
                    <a:close/>
                    <a:moveTo>
                      <a:pt x="5017" y="26099"/>
                    </a:moveTo>
                    <a:cubicBezTo>
                      <a:pt x="4996" y="26099"/>
                      <a:pt x="4953" y="26126"/>
                      <a:pt x="4953" y="26169"/>
                    </a:cubicBezTo>
                    <a:cubicBezTo>
                      <a:pt x="4953" y="26191"/>
                      <a:pt x="4996" y="26234"/>
                      <a:pt x="5017" y="26234"/>
                    </a:cubicBezTo>
                    <a:cubicBezTo>
                      <a:pt x="5061" y="26234"/>
                      <a:pt x="5088" y="26191"/>
                      <a:pt x="5088" y="26169"/>
                    </a:cubicBezTo>
                    <a:cubicBezTo>
                      <a:pt x="5088" y="26126"/>
                      <a:pt x="5061" y="26099"/>
                      <a:pt x="5017" y="26099"/>
                    </a:cubicBezTo>
                    <a:close/>
                    <a:moveTo>
                      <a:pt x="5017" y="26369"/>
                    </a:moveTo>
                    <a:cubicBezTo>
                      <a:pt x="4996" y="26369"/>
                      <a:pt x="4953" y="26396"/>
                      <a:pt x="4953" y="26439"/>
                    </a:cubicBezTo>
                    <a:cubicBezTo>
                      <a:pt x="4953" y="26461"/>
                      <a:pt x="4996" y="26504"/>
                      <a:pt x="5017" y="26504"/>
                    </a:cubicBezTo>
                    <a:cubicBezTo>
                      <a:pt x="5061" y="26504"/>
                      <a:pt x="5088" y="26461"/>
                      <a:pt x="5088" y="26439"/>
                    </a:cubicBezTo>
                    <a:cubicBezTo>
                      <a:pt x="5088" y="26396"/>
                      <a:pt x="5061" y="26369"/>
                      <a:pt x="5017" y="26369"/>
                    </a:cubicBezTo>
                    <a:close/>
                    <a:moveTo>
                      <a:pt x="5017" y="26639"/>
                    </a:moveTo>
                    <a:cubicBezTo>
                      <a:pt x="4996" y="26639"/>
                      <a:pt x="4953" y="26666"/>
                      <a:pt x="4953" y="26710"/>
                    </a:cubicBezTo>
                    <a:cubicBezTo>
                      <a:pt x="4953" y="26731"/>
                      <a:pt x="4996" y="26774"/>
                      <a:pt x="5017" y="26774"/>
                    </a:cubicBezTo>
                    <a:cubicBezTo>
                      <a:pt x="5061" y="26774"/>
                      <a:pt x="5088" y="26731"/>
                      <a:pt x="5088" y="26710"/>
                    </a:cubicBezTo>
                    <a:cubicBezTo>
                      <a:pt x="5088" y="26666"/>
                      <a:pt x="5061" y="26639"/>
                      <a:pt x="5017" y="26639"/>
                    </a:cubicBezTo>
                    <a:close/>
                    <a:moveTo>
                      <a:pt x="5017" y="26909"/>
                    </a:moveTo>
                    <a:cubicBezTo>
                      <a:pt x="4996" y="26909"/>
                      <a:pt x="4953" y="26936"/>
                      <a:pt x="4953" y="26980"/>
                    </a:cubicBezTo>
                    <a:cubicBezTo>
                      <a:pt x="4953" y="27001"/>
                      <a:pt x="4996" y="27044"/>
                      <a:pt x="5017" y="27044"/>
                    </a:cubicBezTo>
                    <a:cubicBezTo>
                      <a:pt x="5061" y="27044"/>
                      <a:pt x="5088" y="27001"/>
                      <a:pt x="5088" y="26980"/>
                    </a:cubicBezTo>
                    <a:cubicBezTo>
                      <a:pt x="5088" y="26936"/>
                      <a:pt x="5061" y="26909"/>
                      <a:pt x="5017" y="26909"/>
                    </a:cubicBezTo>
                    <a:close/>
                    <a:moveTo>
                      <a:pt x="5017" y="27179"/>
                    </a:moveTo>
                    <a:cubicBezTo>
                      <a:pt x="4996" y="27179"/>
                      <a:pt x="4953" y="27206"/>
                      <a:pt x="4953" y="27250"/>
                    </a:cubicBezTo>
                    <a:cubicBezTo>
                      <a:pt x="4953" y="27271"/>
                      <a:pt x="4996" y="27314"/>
                      <a:pt x="5017" y="27314"/>
                    </a:cubicBezTo>
                    <a:cubicBezTo>
                      <a:pt x="5061" y="27314"/>
                      <a:pt x="5088" y="27271"/>
                      <a:pt x="5088" y="27250"/>
                    </a:cubicBezTo>
                    <a:cubicBezTo>
                      <a:pt x="5088" y="27206"/>
                      <a:pt x="5061" y="27179"/>
                      <a:pt x="5017" y="27179"/>
                    </a:cubicBezTo>
                    <a:close/>
                    <a:moveTo>
                      <a:pt x="5017" y="27449"/>
                    </a:moveTo>
                    <a:cubicBezTo>
                      <a:pt x="4996" y="27449"/>
                      <a:pt x="4953" y="27476"/>
                      <a:pt x="4953" y="27520"/>
                    </a:cubicBezTo>
                    <a:cubicBezTo>
                      <a:pt x="4953" y="27541"/>
                      <a:pt x="4996" y="27584"/>
                      <a:pt x="5017" y="27584"/>
                    </a:cubicBezTo>
                    <a:cubicBezTo>
                      <a:pt x="5061" y="27584"/>
                      <a:pt x="5088" y="27541"/>
                      <a:pt x="5088" y="27520"/>
                    </a:cubicBezTo>
                    <a:cubicBezTo>
                      <a:pt x="5088" y="27476"/>
                      <a:pt x="5061" y="27449"/>
                      <a:pt x="5017" y="27449"/>
                    </a:cubicBezTo>
                    <a:close/>
                    <a:moveTo>
                      <a:pt x="5017" y="27719"/>
                    </a:moveTo>
                    <a:cubicBezTo>
                      <a:pt x="4996" y="27719"/>
                      <a:pt x="4953" y="27746"/>
                      <a:pt x="4953" y="27790"/>
                    </a:cubicBezTo>
                    <a:cubicBezTo>
                      <a:pt x="4953" y="27811"/>
                      <a:pt x="4996" y="27854"/>
                      <a:pt x="5017" y="27854"/>
                    </a:cubicBezTo>
                    <a:cubicBezTo>
                      <a:pt x="5061" y="27854"/>
                      <a:pt x="5088" y="27811"/>
                      <a:pt x="5088" y="27790"/>
                    </a:cubicBezTo>
                    <a:cubicBezTo>
                      <a:pt x="5088" y="27746"/>
                      <a:pt x="5061" y="27719"/>
                      <a:pt x="5017" y="27719"/>
                    </a:cubicBezTo>
                    <a:close/>
                    <a:moveTo>
                      <a:pt x="5017" y="27989"/>
                    </a:moveTo>
                    <a:cubicBezTo>
                      <a:pt x="4996" y="27989"/>
                      <a:pt x="4953" y="28016"/>
                      <a:pt x="4953" y="28060"/>
                    </a:cubicBezTo>
                    <a:cubicBezTo>
                      <a:pt x="4953" y="28081"/>
                      <a:pt x="4996" y="28124"/>
                      <a:pt x="5017" y="28124"/>
                    </a:cubicBezTo>
                    <a:cubicBezTo>
                      <a:pt x="5061" y="28124"/>
                      <a:pt x="5088" y="28081"/>
                      <a:pt x="5088" y="28060"/>
                    </a:cubicBezTo>
                    <a:cubicBezTo>
                      <a:pt x="5088" y="28016"/>
                      <a:pt x="5061" y="27989"/>
                      <a:pt x="5017" y="27989"/>
                    </a:cubicBezTo>
                    <a:close/>
                    <a:moveTo>
                      <a:pt x="5017" y="28259"/>
                    </a:moveTo>
                    <a:cubicBezTo>
                      <a:pt x="4996" y="28259"/>
                      <a:pt x="4953" y="28286"/>
                      <a:pt x="4953" y="28330"/>
                    </a:cubicBezTo>
                    <a:cubicBezTo>
                      <a:pt x="4953" y="28351"/>
                      <a:pt x="4996" y="28394"/>
                      <a:pt x="5017" y="28394"/>
                    </a:cubicBezTo>
                    <a:cubicBezTo>
                      <a:pt x="5061" y="28394"/>
                      <a:pt x="5088" y="28351"/>
                      <a:pt x="5088" y="28330"/>
                    </a:cubicBezTo>
                    <a:cubicBezTo>
                      <a:pt x="5088" y="28286"/>
                      <a:pt x="5061" y="28259"/>
                      <a:pt x="5017" y="28259"/>
                    </a:cubicBezTo>
                    <a:close/>
                    <a:moveTo>
                      <a:pt x="5109" y="28443"/>
                    </a:moveTo>
                    <a:cubicBezTo>
                      <a:pt x="5088" y="28443"/>
                      <a:pt x="5039" y="28465"/>
                      <a:pt x="5039" y="28508"/>
                    </a:cubicBezTo>
                    <a:cubicBezTo>
                      <a:pt x="5039" y="28529"/>
                      <a:pt x="5088" y="28578"/>
                      <a:pt x="5109" y="28578"/>
                    </a:cubicBezTo>
                    <a:cubicBezTo>
                      <a:pt x="5152" y="28578"/>
                      <a:pt x="5174" y="28529"/>
                      <a:pt x="5174" y="28508"/>
                    </a:cubicBezTo>
                    <a:cubicBezTo>
                      <a:pt x="5174" y="28465"/>
                      <a:pt x="5152" y="28443"/>
                      <a:pt x="5109" y="28443"/>
                    </a:cubicBezTo>
                    <a:close/>
                    <a:moveTo>
                      <a:pt x="5379" y="28443"/>
                    </a:moveTo>
                    <a:cubicBezTo>
                      <a:pt x="5358" y="28443"/>
                      <a:pt x="5309" y="28465"/>
                      <a:pt x="5309" y="28508"/>
                    </a:cubicBezTo>
                    <a:cubicBezTo>
                      <a:pt x="5309" y="28529"/>
                      <a:pt x="5358" y="28578"/>
                      <a:pt x="5379" y="28578"/>
                    </a:cubicBezTo>
                    <a:cubicBezTo>
                      <a:pt x="5422" y="28578"/>
                      <a:pt x="5444" y="28529"/>
                      <a:pt x="5444" y="28508"/>
                    </a:cubicBezTo>
                    <a:cubicBezTo>
                      <a:pt x="5444" y="28465"/>
                      <a:pt x="5422" y="28443"/>
                      <a:pt x="5379" y="28443"/>
                    </a:cubicBezTo>
                    <a:close/>
                    <a:moveTo>
                      <a:pt x="5649" y="28443"/>
                    </a:moveTo>
                    <a:cubicBezTo>
                      <a:pt x="5628" y="28443"/>
                      <a:pt x="5579" y="28465"/>
                      <a:pt x="5579" y="28508"/>
                    </a:cubicBezTo>
                    <a:cubicBezTo>
                      <a:pt x="5579" y="28529"/>
                      <a:pt x="5628" y="28578"/>
                      <a:pt x="5649" y="28578"/>
                    </a:cubicBezTo>
                    <a:cubicBezTo>
                      <a:pt x="5692" y="28578"/>
                      <a:pt x="5714" y="28529"/>
                      <a:pt x="5714" y="28508"/>
                    </a:cubicBezTo>
                    <a:cubicBezTo>
                      <a:pt x="5714" y="28465"/>
                      <a:pt x="5692" y="28443"/>
                      <a:pt x="5649" y="28443"/>
                    </a:cubicBezTo>
                    <a:close/>
                    <a:moveTo>
                      <a:pt x="5919" y="28443"/>
                    </a:moveTo>
                    <a:cubicBezTo>
                      <a:pt x="5898" y="28443"/>
                      <a:pt x="5849" y="28465"/>
                      <a:pt x="5849" y="28508"/>
                    </a:cubicBezTo>
                    <a:cubicBezTo>
                      <a:pt x="5849" y="28529"/>
                      <a:pt x="5898" y="28578"/>
                      <a:pt x="5919" y="28578"/>
                    </a:cubicBezTo>
                    <a:cubicBezTo>
                      <a:pt x="5962" y="28578"/>
                      <a:pt x="5984" y="28529"/>
                      <a:pt x="5984" y="28508"/>
                    </a:cubicBezTo>
                    <a:cubicBezTo>
                      <a:pt x="5984" y="28465"/>
                      <a:pt x="5962" y="28443"/>
                      <a:pt x="5919" y="28443"/>
                    </a:cubicBezTo>
                    <a:close/>
                    <a:moveTo>
                      <a:pt x="6189" y="28443"/>
                    </a:moveTo>
                    <a:cubicBezTo>
                      <a:pt x="6168" y="28443"/>
                      <a:pt x="6119" y="28465"/>
                      <a:pt x="6119" y="28508"/>
                    </a:cubicBezTo>
                    <a:cubicBezTo>
                      <a:pt x="6119" y="28529"/>
                      <a:pt x="6168" y="28578"/>
                      <a:pt x="6189" y="28578"/>
                    </a:cubicBezTo>
                    <a:cubicBezTo>
                      <a:pt x="6233" y="28578"/>
                      <a:pt x="6254" y="28529"/>
                      <a:pt x="6254" y="28508"/>
                    </a:cubicBezTo>
                    <a:cubicBezTo>
                      <a:pt x="6254" y="28465"/>
                      <a:pt x="6233" y="28443"/>
                      <a:pt x="6189" y="28443"/>
                    </a:cubicBezTo>
                    <a:close/>
                    <a:moveTo>
                      <a:pt x="6459" y="28443"/>
                    </a:moveTo>
                    <a:cubicBezTo>
                      <a:pt x="6438" y="28443"/>
                      <a:pt x="6389" y="28465"/>
                      <a:pt x="6389" y="28508"/>
                    </a:cubicBezTo>
                    <a:cubicBezTo>
                      <a:pt x="6389" y="28529"/>
                      <a:pt x="6438" y="28578"/>
                      <a:pt x="6459" y="28578"/>
                    </a:cubicBezTo>
                    <a:cubicBezTo>
                      <a:pt x="6503" y="28578"/>
                      <a:pt x="6524" y="28529"/>
                      <a:pt x="6524" y="28508"/>
                    </a:cubicBezTo>
                    <a:cubicBezTo>
                      <a:pt x="6524" y="28465"/>
                      <a:pt x="6503" y="28443"/>
                      <a:pt x="6459" y="28443"/>
                    </a:cubicBezTo>
                    <a:close/>
                    <a:moveTo>
                      <a:pt x="6729" y="28443"/>
                    </a:moveTo>
                    <a:cubicBezTo>
                      <a:pt x="6708" y="28443"/>
                      <a:pt x="6659" y="28465"/>
                      <a:pt x="6659" y="28508"/>
                    </a:cubicBezTo>
                    <a:cubicBezTo>
                      <a:pt x="6659" y="28529"/>
                      <a:pt x="6708" y="28578"/>
                      <a:pt x="6729" y="28578"/>
                    </a:cubicBezTo>
                    <a:cubicBezTo>
                      <a:pt x="6773" y="28578"/>
                      <a:pt x="6794" y="28529"/>
                      <a:pt x="6794" y="28508"/>
                    </a:cubicBezTo>
                    <a:cubicBezTo>
                      <a:pt x="6794" y="28465"/>
                      <a:pt x="6773" y="28443"/>
                      <a:pt x="6729" y="28443"/>
                    </a:cubicBezTo>
                    <a:close/>
                    <a:moveTo>
                      <a:pt x="6999" y="28443"/>
                    </a:moveTo>
                    <a:cubicBezTo>
                      <a:pt x="6978" y="28443"/>
                      <a:pt x="6929" y="28465"/>
                      <a:pt x="6929" y="28508"/>
                    </a:cubicBezTo>
                    <a:cubicBezTo>
                      <a:pt x="6929" y="28529"/>
                      <a:pt x="6978" y="28578"/>
                      <a:pt x="6999" y="28578"/>
                    </a:cubicBezTo>
                    <a:cubicBezTo>
                      <a:pt x="7043" y="28578"/>
                      <a:pt x="7064" y="28529"/>
                      <a:pt x="7064" y="28508"/>
                    </a:cubicBezTo>
                    <a:cubicBezTo>
                      <a:pt x="7064" y="28465"/>
                      <a:pt x="7043" y="28443"/>
                      <a:pt x="6999" y="28443"/>
                    </a:cubicBezTo>
                    <a:close/>
                    <a:moveTo>
                      <a:pt x="7269" y="28443"/>
                    </a:moveTo>
                    <a:cubicBezTo>
                      <a:pt x="7248" y="28443"/>
                      <a:pt x="7199" y="28465"/>
                      <a:pt x="7199" y="28508"/>
                    </a:cubicBezTo>
                    <a:cubicBezTo>
                      <a:pt x="7199" y="28529"/>
                      <a:pt x="7248" y="28578"/>
                      <a:pt x="7269" y="28578"/>
                    </a:cubicBezTo>
                    <a:cubicBezTo>
                      <a:pt x="7313" y="28578"/>
                      <a:pt x="7334" y="28529"/>
                      <a:pt x="7334" y="28508"/>
                    </a:cubicBezTo>
                    <a:cubicBezTo>
                      <a:pt x="7334" y="28465"/>
                      <a:pt x="7313" y="28443"/>
                      <a:pt x="7269" y="28443"/>
                    </a:cubicBezTo>
                    <a:close/>
                    <a:moveTo>
                      <a:pt x="7539" y="28443"/>
                    </a:moveTo>
                    <a:cubicBezTo>
                      <a:pt x="7518" y="28443"/>
                      <a:pt x="7469" y="28465"/>
                      <a:pt x="7469" y="28508"/>
                    </a:cubicBezTo>
                    <a:cubicBezTo>
                      <a:pt x="7469" y="28529"/>
                      <a:pt x="7518" y="28578"/>
                      <a:pt x="7539" y="28578"/>
                    </a:cubicBezTo>
                    <a:cubicBezTo>
                      <a:pt x="7583" y="28578"/>
                      <a:pt x="7604" y="28529"/>
                      <a:pt x="7604" y="28508"/>
                    </a:cubicBezTo>
                    <a:cubicBezTo>
                      <a:pt x="7604" y="28465"/>
                      <a:pt x="7583" y="28443"/>
                      <a:pt x="7539" y="28443"/>
                    </a:cubicBezTo>
                    <a:close/>
                    <a:moveTo>
                      <a:pt x="7809" y="28443"/>
                    </a:moveTo>
                    <a:cubicBezTo>
                      <a:pt x="7788" y="28443"/>
                      <a:pt x="7739" y="28465"/>
                      <a:pt x="7739" y="28508"/>
                    </a:cubicBezTo>
                    <a:cubicBezTo>
                      <a:pt x="7739" y="28529"/>
                      <a:pt x="7788" y="28578"/>
                      <a:pt x="7809" y="28578"/>
                    </a:cubicBezTo>
                    <a:cubicBezTo>
                      <a:pt x="7853" y="28578"/>
                      <a:pt x="7874" y="28529"/>
                      <a:pt x="7874" y="28508"/>
                    </a:cubicBezTo>
                    <a:cubicBezTo>
                      <a:pt x="7874" y="28465"/>
                      <a:pt x="7853" y="28443"/>
                      <a:pt x="7809" y="28443"/>
                    </a:cubicBezTo>
                    <a:close/>
                    <a:moveTo>
                      <a:pt x="8079" y="28443"/>
                    </a:moveTo>
                    <a:cubicBezTo>
                      <a:pt x="8058" y="28443"/>
                      <a:pt x="8009" y="28465"/>
                      <a:pt x="8009" y="28508"/>
                    </a:cubicBezTo>
                    <a:cubicBezTo>
                      <a:pt x="8009" y="28529"/>
                      <a:pt x="8058" y="28578"/>
                      <a:pt x="8079" y="28578"/>
                    </a:cubicBezTo>
                    <a:cubicBezTo>
                      <a:pt x="8123" y="28578"/>
                      <a:pt x="8144" y="28529"/>
                      <a:pt x="8144" y="28508"/>
                    </a:cubicBezTo>
                    <a:cubicBezTo>
                      <a:pt x="8144" y="28465"/>
                      <a:pt x="8123" y="28443"/>
                      <a:pt x="8079" y="28443"/>
                    </a:cubicBezTo>
                    <a:close/>
                    <a:moveTo>
                      <a:pt x="8349" y="28443"/>
                    </a:moveTo>
                    <a:cubicBezTo>
                      <a:pt x="8328" y="28443"/>
                      <a:pt x="8279" y="28465"/>
                      <a:pt x="8279" y="28508"/>
                    </a:cubicBezTo>
                    <a:cubicBezTo>
                      <a:pt x="8279" y="28529"/>
                      <a:pt x="8328" y="28578"/>
                      <a:pt x="8349" y="28578"/>
                    </a:cubicBezTo>
                    <a:cubicBezTo>
                      <a:pt x="8393" y="28578"/>
                      <a:pt x="8414" y="28529"/>
                      <a:pt x="8414" y="28508"/>
                    </a:cubicBezTo>
                    <a:cubicBezTo>
                      <a:pt x="8414" y="28465"/>
                      <a:pt x="8393" y="28443"/>
                      <a:pt x="8349" y="28443"/>
                    </a:cubicBezTo>
                    <a:close/>
                    <a:moveTo>
                      <a:pt x="8619" y="28443"/>
                    </a:moveTo>
                    <a:cubicBezTo>
                      <a:pt x="8598" y="28443"/>
                      <a:pt x="8549" y="28465"/>
                      <a:pt x="8549" y="28508"/>
                    </a:cubicBezTo>
                    <a:cubicBezTo>
                      <a:pt x="8549" y="28529"/>
                      <a:pt x="8598" y="28578"/>
                      <a:pt x="8619" y="28578"/>
                    </a:cubicBezTo>
                    <a:cubicBezTo>
                      <a:pt x="8663" y="28578"/>
                      <a:pt x="8684" y="28529"/>
                      <a:pt x="8684" y="28508"/>
                    </a:cubicBezTo>
                    <a:cubicBezTo>
                      <a:pt x="8684" y="28465"/>
                      <a:pt x="8663" y="28443"/>
                      <a:pt x="8619" y="28443"/>
                    </a:cubicBezTo>
                    <a:close/>
                    <a:moveTo>
                      <a:pt x="8889" y="28443"/>
                    </a:moveTo>
                    <a:cubicBezTo>
                      <a:pt x="8868" y="28443"/>
                      <a:pt x="8819" y="28465"/>
                      <a:pt x="8819" y="28508"/>
                    </a:cubicBezTo>
                    <a:cubicBezTo>
                      <a:pt x="8819" y="28529"/>
                      <a:pt x="8868" y="28578"/>
                      <a:pt x="8889" y="28578"/>
                    </a:cubicBezTo>
                    <a:cubicBezTo>
                      <a:pt x="8933" y="28578"/>
                      <a:pt x="8954" y="28529"/>
                      <a:pt x="8954" y="28508"/>
                    </a:cubicBezTo>
                    <a:cubicBezTo>
                      <a:pt x="8954" y="28465"/>
                      <a:pt x="8933" y="28443"/>
                      <a:pt x="8889" y="28443"/>
                    </a:cubicBezTo>
                    <a:close/>
                    <a:moveTo>
                      <a:pt x="9159" y="28443"/>
                    </a:moveTo>
                    <a:cubicBezTo>
                      <a:pt x="9138" y="28443"/>
                      <a:pt x="9089" y="28465"/>
                      <a:pt x="9089" y="28508"/>
                    </a:cubicBezTo>
                    <a:cubicBezTo>
                      <a:pt x="9089" y="28529"/>
                      <a:pt x="9138" y="28578"/>
                      <a:pt x="9159" y="28578"/>
                    </a:cubicBezTo>
                    <a:lnTo>
                      <a:pt x="9181" y="28578"/>
                    </a:lnTo>
                    <a:cubicBezTo>
                      <a:pt x="9159" y="28556"/>
                      <a:pt x="9138" y="28529"/>
                      <a:pt x="9138" y="28508"/>
                    </a:cubicBezTo>
                    <a:cubicBezTo>
                      <a:pt x="9138" y="28486"/>
                      <a:pt x="9159" y="28443"/>
                      <a:pt x="9181" y="28443"/>
                    </a:cubicBezTo>
                    <a:close/>
                    <a:moveTo>
                      <a:pt x="9429" y="28443"/>
                    </a:moveTo>
                    <a:cubicBezTo>
                      <a:pt x="9408" y="28443"/>
                      <a:pt x="9359" y="28465"/>
                      <a:pt x="9359" y="28508"/>
                    </a:cubicBezTo>
                    <a:cubicBezTo>
                      <a:pt x="9359" y="28529"/>
                      <a:pt x="9408" y="28578"/>
                      <a:pt x="9429" y="28578"/>
                    </a:cubicBezTo>
                    <a:cubicBezTo>
                      <a:pt x="9473" y="28578"/>
                      <a:pt x="9494" y="28529"/>
                      <a:pt x="9494" y="28508"/>
                    </a:cubicBezTo>
                    <a:cubicBezTo>
                      <a:pt x="9494" y="28465"/>
                      <a:pt x="9473" y="28443"/>
                      <a:pt x="9429" y="28443"/>
                    </a:cubicBezTo>
                    <a:close/>
                    <a:moveTo>
                      <a:pt x="9699" y="28443"/>
                    </a:moveTo>
                    <a:cubicBezTo>
                      <a:pt x="9678" y="28443"/>
                      <a:pt x="9629" y="28465"/>
                      <a:pt x="9629" y="28508"/>
                    </a:cubicBezTo>
                    <a:cubicBezTo>
                      <a:pt x="9629" y="28529"/>
                      <a:pt x="9678" y="28578"/>
                      <a:pt x="9699" y="28578"/>
                    </a:cubicBezTo>
                    <a:cubicBezTo>
                      <a:pt x="9743" y="28578"/>
                      <a:pt x="9764" y="28529"/>
                      <a:pt x="9764" y="28508"/>
                    </a:cubicBezTo>
                    <a:cubicBezTo>
                      <a:pt x="9764" y="28465"/>
                      <a:pt x="9743" y="28443"/>
                      <a:pt x="9699" y="28443"/>
                    </a:cubicBezTo>
                    <a:close/>
                    <a:moveTo>
                      <a:pt x="9969" y="28443"/>
                    </a:moveTo>
                    <a:cubicBezTo>
                      <a:pt x="9948" y="28443"/>
                      <a:pt x="9899" y="28465"/>
                      <a:pt x="9899" y="28508"/>
                    </a:cubicBezTo>
                    <a:cubicBezTo>
                      <a:pt x="9899" y="28529"/>
                      <a:pt x="9948" y="28578"/>
                      <a:pt x="9969" y="28578"/>
                    </a:cubicBezTo>
                    <a:cubicBezTo>
                      <a:pt x="10013" y="28578"/>
                      <a:pt x="10034" y="28529"/>
                      <a:pt x="10034" y="28508"/>
                    </a:cubicBezTo>
                    <a:cubicBezTo>
                      <a:pt x="10034" y="28465"/>
                      <a:pt x="10013" y="28443"/>
                      <a:pt x="9969" y="28443"/>
                    </a:cubicBezTo>
                    <a:close/>
                    <a:moveTo>
                      <a:pt x="10240" y="28443"/>
                    </a:moveTo>
                    <a:cubicBezTo>
                      <a:pt x="10218" y="28443"/>
                      <a:pt x="10169" y="28465"/>
                      <a:pt x="10169" y="28508"/>
                    </a:cubicBezTo>
                    <a:cubicBezTo>
                      <a:pt x="10169" y="28529"/>
                      <a:pt x="10218" y="28578"/>
                      <a:pt x="10240" y="28578"/>
                    </a:cubicBezTo>
                    <a:cubicBezTo>
                      <a:pt x="10283" y="28578"/>
                      <a:pt x="10304" y="28529"/>
                      <a:pt x="10304" y="28508"/>
                    </a:cubicBezTo>
                    <a:cubicBezTo>
                      <a:pt x="10304" y="28465"/>
                      <a:pt x="10283" y="28443"/>
                      <a:pt x="10240" y="28443"/>
                    </a:cubicBezTo>
                    <a:close/>
                    <a:moveTo>
                      <a:pt x="10510" y="28443"/>
                    </a:moveTo>
                    <a:cubicBezTo>
                      <a:pt x="10488" y="28443"/>
                      <a:pt x="10439" y="28465"/>
                      <a:pt x="10439" y="28508"/>
                    </a:cubicBezTo>
                    <a:cubicBezTo>
                      <a:pt x="10439" y="28529"/>
                      <a:pt x="10488" y="28578"/>
                      <a:pt x="10510" y="28578"/>
                    </a:cubicBezTo>
                    <a:cubicBezTo>
                      <a:pt x="10553" y="28578"/>
                      <a:pt x="10574" y="28529"/>
                      <a:pt x="10574" y="28508"/>
                    </a:cubicBezTo>
                    <a:cubicBezTo>
                      <a:pt x="10574" y="28465"/>
                      <a:pt x="10553" y="28443"/>
                      <a:pt x="10510" y="28443"/>
                    </a:cubicBezTo>
                    <a:close/>
                    <a:moveTo>
                      <a:pt x="10780" y="28443"/>
                    </a:moveTo>
                    <a:cubicBezTo>
                      <a:pt x="10758" y="28443"/>
                      <a:pt x="10709" y="28465"/>
                      <a:pt x="10709" y="28508"/>
                    </a:cubicBezTo>
                    <a:cubicBezTo>
                      <a:pt x="10709" y="28529"/>
                      <a:pt x="10758" y="28578"/>
                      <a:pt x="10780" y="28578"/>
                    </a:cubicBezTo>
                    <a:cubicBezTo>
                      <a:pt x="10823" y="28578"/>
                      <a:pt x="10844" y="28529"/>
                      <a:pt x="10844" y="28508"/>
                    </a:cubicBezTo>
                    <a:cubicBezTo>
                      <a:pt x="10844" y="28465"/>
                      <a:pt x="10823" y="28443"/>
                      <a:pt x="10780" y="28443"/>
                    </a:cubicBezTo>
                    <a:close/>
                    <a:moveTo>
                      <a:pt x="11050" y="28443"/>
                    </a:moveTo>
                    <a:cubicBezTo>
                      <a:pt x="11028" y="28443"/>
                      <a:pt x="10979" y="28465"/>
                      <a:pt x="10979" y="28508"/>
                    </a:cubicBezTo>
                    <a:cubicBezTo>
                      <a:pt x="10979" y="28529"/>
                      <a:pt x="11028" y="28578"/>
                      <a:pt x="11050" y="28578"/>
                    </a:cubicBezTo>
                    <a:cubicBezTo>
                      <a:pt x="11093" y="28578"/>
                      <a:pt x="11114" y="28529"/>
                      <a:pt x="11114" y="28508"/>
                    </a:cubicBezTo>
                    <a:cubicBezTo>
                      <a:pt x="11114" y="28465"/>
                      <a:pt x="11093" y="28443"/>
                      <a:pt x="11050" y="28443"/>
                    </a:cubicBezTo>
                    <a:close/>
                    <a:moveTo>
                      <a:pt x="11320" y="28443"/>
                    </a:moveTo>
                    <a:cubicBezTo>
                      <a:pt x="11298" y="28443"/>
                      <a:pt x="11249" y="28465"/>
                      <a:pt x="11249" y="28508"/>
                    </a:cubicBezTo>
                    <a:cubicBezTo>
                      <a:pt x="11249" y="28529"/>
                      <a:pt x="11298" y="28578"/>
                      <a:pt x="11320" y="28578"/>
                    </a:cubicBezTo>
                    <a:cubicBezTo>
                      <a:pt x="11363" y="28578"/>
                      <a:pt x="11384" y="28529"/>
                      <a:pt x="11384" y="28508"/>
                    </a:cubicBezTo>
                    <a:cubicBezTo>
                      <a:pt x="11384" y="28465"/>
                      <a:pt x="11363" y="28443"/>
                      <a:pt x="11320" y="28443"/>
                    </a:cubicBezTo>
                    <a:close/>
                  </a:path>
                </a:pathLst>
              </a:custGeom>
              <a:solidFill>
                <a:srgbClr val="FFFFFF">
                  <a:alpha val="211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g3f131e4dc8c_0_538"/>
            <p:cNvSpPr/>
            <p:nvPr/>
          </p:nvSpPr>
          <p:spPr>
            <a:xfrm flipH="1" rot="10800000">
              <a:off x="-1206668" y="1017730"/>
              <a:ext cx="1850784" cy="996121"/>
            </a:xfrm>
            <a:custGeom>
              <a:rect b="b" l="l" r="r" t="t"/>
              <a:pathLst>
                <a:path extrusionOk="0" h="8598" w="15975">
                  <a:moveTo>
                    <a:pt x="15909" y="1"/>
                  </a:moveTo>
                  <a:cubicBezTo>
                    <a:pt x="15861" y="1"/>
                    <a:pt x="15839" y="22"/>
                    <a:pt x="15839" y="66"/>
                  </a:cubicBezTo>
                  <a:cubicBezTo>
                    <a:pt x="15839" y="93"/>
                    <a:pt x="15861" y="136"/>
                    <a:pt x="15909" y="136"/>
                  </a:cubicBezTo>
                  <a:cubicBezTo>
                    <a:pt x="15931" y="136"/>
                    <a:pt x="15974" y="93"/>
                    <a:pt x="15974" y="66"/>
                  </a:cubicBezTo>
                  <a:cubicBezTo>
                    <a:pt x="15974" y="22"/>
                    <a:pt x="15931" y="1"/>
                    <a:pt x="15909" y="1"/>
                  </a:cubicBezTo>
                  <a:close/>
                  <a:moveTo>
                    <a:pt x="15909" y="271"/>
                  </a:moveTo>
                  <a:cubicBezTo>
                    <a:pt x="15861" y="271"/>
                    <a:pt x="15839" y="292"/>
                    <a:pt x="15839" y="336"/>
                  </a:cubicBezTo>
                  <a:cubicBezTo>
                    <a:pt x="15839" y="363"/>
                    <a:pt x="15861" y="406"/>
                    <a:pt x="15909" y="406"/>
                  </a:cubicBezTo>
                  <a:cubicBezTo>
                    <a:pt x="15931" y="406"/>
                    <a:pt x="15974" y="363"/>
                    <a:pt x="15974" y="336"/>
                  </a:cubicBezTo>
                  <a:cubicBezTo>
                    <a:pt x="15974" y="292"/>
                    <a:pt x="15931" y="271"/>
                    <a:pt x="15909" y="271"/>
                  </a:cubicBezTo>
                  <a:close/>
                  <a:moveTo>
                    <a:pt x="15909" y="541"/>
                  </a:moveTo>
                  <a:cubicBezTo>
                    <a:pt x="15861" y="541"/>
                    <a:pt x="15839" y="562"/>
                    <a:pt x="15839" y="606"/>
                  </a:cubicBezTo>
                  <a:cubicBezTo>
                    <a:pt x="15839" y="633"/>
                    <a:pt x="15861" y="676"/>
                    <a:pt x="15909" y="676"/>
                  </a:cubicBezTo>
                  <a:cubicBezTo>
                    <a:pt x="15931" y="676"/>
                    <a:pt x="15974" y="633"/>
                    <a:pt x="15974" y="606"/>
                  </a:cubicBezTo>
                  <a:cubicBezTo>
                    <a:pt x="15974" y="562"/>
                    <a:pt x="15931" y="541"/>
                    <a:pt x="15909" y="541"/>
                  </a:cubicBezTo>
                  <a:close/>
                  <a:moveTo>
                    <a:pt x="15909" y="811"/>
                  </a:moveTo>
                  <a:cubicBezTo>
                    <a:pt x="15861" y="811"/>
                    <a:pt x="15839" y="832"/>
                    <a:pt x="15839" y="876"/>
                  </a:cubicBezTo>
                  <a:cubicBezTo>
                    <a:pt x="15839" y="903"/>
                    <a:pt x="15861" y="946"/>
                    <a:pt x="15909" y="946"/>
                  </a:cubicBezTo>
                  <a:cubicBezTo>
                    <a:pt x="15931" y="946"/>
                    <a:pt x="15974" y="903"/>
                    <a:pt x="15974" y="876"/>
                  </a:cubicBezTo>
                  <a:cubicBezTo>
                    <a:pt x="15974" y="832"/>
                    <a:pt x="15931" y="811"/>
                    <a:pt x="15909" y="811"/>
                  </a:cubicBezTo>
                  <a:close/>
                  <a:moveTo>
                    <a:pt x="15909" y="1081"/>
                  </a:moveTo>
                  <a:cubicBezTo>
                    <a:pt x="15861" y="1081"/>
                    <a:pt x="15839" y="1102"/>
                    <a:pt x="15839" y="1146"/>
                  </a:cubicBezTo>
                  <a:cubicBezTo>
                    <a:pt x="15839" y="1173"/>
                    <a:pt x="15861" y="1216"/>
                    <a:pt x="15909" y="1216"/>
                  </a:cubicBezTo>
                  <a:cubicBezTo>
                    <a:pt x="15931" y="1216"/>
                    <a:pt x="15974" y="1173"/>
                    <a:pt x="15974" y="1146"/>
                  </a:cubicBezTo>
                  <a:cubicBezTo>
                    <a:pt x="15974" y="1102"/>
                    <a:pt x="15931" y="1081"/>
                    <a:pt x="15909" y="1081"/>
                  </a:cubicBezTo>
                  <a:close/>
                  <a:moveTo>
                    <a:pt x="15909" y="1351"/>
                  </a:moveTo>
                  <a:cubicBezTo>
                    <a:pt x="15861" y="1351"/>
                    <a:pt x="15839" y="1372"/>
                    <a:pt x="15839" y="1416"/>
                  </a:cubicBezTo>
                  <a:cubicBezTo>
                    <a:pt x="15839" y="1443"/>
                    <a:pt x="15861" y="1486"/>
                    <a:pt x="15909" y="1486"/>
                  </a:cubicBezTo>
                  <a:cubicBezTo>
                    <a:pt x="15931" y="1486"/>
                    <a:pt x="15974" y="1443"/>
                    <a:pt x="15974" y="1416"/>
                  </a:cubicBezTo>
                  <a:cubicBezTo>
                    <a:pt x="15974" y="1372"/>
                    <a:pt x="15931" y="1351"/>
                    <a:pt x="15909" y="1351"/>
                  </a:cubicBezTo>
                  <a:close/>
                  <a:moveTo>
                    <a:pt x="15909" y="1621"/>
                  </a:moveTo>
                  <a:cubicBezTo>
                    <a:pt x="15861" y="1621"/>
                    <a:pt x="15839" y="1642"/>
                    <a:pt x="15839" y="1686"/>
                  </a:cubicBezTo>
                  <a:cubicBezTo>
                    <a:pt x="15839" y="1713"/>
                    <a:pt x="15861" y="1756"/>
                    <a:pt x="15909" y="1756"/>
                  </a:cubicBezTo>
                  <a:cubicBezTo>
                    <a:pt x="15931" y="1756"/>
                    <a:pt x="15974" y="1713"/>
                    <a:pt x="15974" y="1686"/>
                  </a:cubicBezTo>
                  <a:cubicBezTo>
                    <a:pt x="15974" y="1642"/>
                    <a:pt x="15931" y="1621"/>
                    <a:pt x="15909" y="1621"/>
                  </a:cubicBezTo>
                  <a:close/>
                  <a:moveTo>
                    <a:pt x="15909" y="1891"/>
                  </a:moveTo>
                  <a:cubicBezTo>
                    <a:pt x="15861" y="1891"/>
                    <a:pt x="15839" y="1912"/>
                    <a:pt x="15839" y="1956"/>
                  </a:cubicBezTo>
                  <a:cubicBezTo>
                    <a:pt x="15839" y="1983"/>
                    <a:pt x="15861" y="2026"/>
                    <a:pt x="15909" y="2026"/>
                  </a:cubicBezTo>
                  <a:cubicBezTo>
                    <a:pt x="15931" y="2026"/>
                    <a:pt x="15974" y="1983"/>
                    <a:pt x="15974" y="1956"/>
                  </a:cubicBezTo>
                  <a:cubicBezTo>
                    <a:pt x="15974" y="1912"/>
                    <a:pt x="15931" y="1891"/>
                    <a:pt x="15909" y="1891"/>
                  </a:cubicBezTo>
                  <a:close/>
                  <a:moveTo>
                    <a:pt x="11319" y="2161"/>
                  </a:moveTo>
                  <a:cubicBezTo>
                    <a:pt x="11270" y="2161"/>
                    <a:pt x="11249" y="2182"/>
                    <a:pt x="11249" y="2226"/>
                  </a:cubicBezTo>
                  <a:cubicBezTo>
                    <a:pt x="11249" y="2253"/>
                    <a:pt x="11270" y="2296"/>
                    <a:pt x="11319" y="2296"/>
                  </a:cubicBezTo>
                  <a:cubicBezTo>
                    <a:pt x="11341" y="2296"/>
                    <a:pt x="11384" y="2253"/>
                    <a:pt x="11384" y="2226"/>
                  </a:cubicBezTo>
                  <a:cubicBezTo>
                    <a:pt x="11384" y="2182"/>
                    <a:pt x="11341" y="2161"/>
                    <a:pt x="11319" y="2161"/>
                  </a:cubicBezTo>
                  <a:close/>
                  <a:moveTo>
                    <a:pt x="11589" y="2161"/>
                  </a:moveTo>
                  <a:cubicBezTo>
                    <a:pt x="11540" y="2161"/>
                    <a:pt x="11519" y="2182"/>
                    <a:pt x="11519" y="2226"/>
                  </a:cubicBezTo>
                  <a:cubicBezTo>
                    <a:pt x="11519" y="2253"/>
                    <a:pt x="11540" y="2296"/>
                    <a:pt x="11589" y="2296"/>
                  </a:cubicBezTo>
                  <a:cubicBezTo>
                    <a:pt x="11611" y="2296"/>
                    <a:pt x="11654" y="2253"/>
                    <a:pt x="11654" y="2226"/>
                  </a:cubicBezTo>
                  <a:cubicBezTo>
                    <a:pt x="11654" y="2182"/>
                    <a:pt x="11611" y="2161"/>
                    <a:pt x="11589" y="2161"/>
                  </a:cubicBezTo>
                  <a:close/>
                  <a:moveTo>
                    <a:pt x="11859" y="2161"/>
                  </a:moveTo>
                  <a:cubicBezTo>
                    <a:pt x="11810" y="2161"/>
                    <a:pt x="11789" y="2182"/>
                    <a:pt x="11789" y="2226"/>
                  </a:cubicBezTo>
                  <a:cubicBezTo>
                    <a:pt x="11789" y="2253"/>
                    <a:pt x="11810" y="2296"/>
                    <a:pt x="11859" y="2296"/>
                  </a:cubicBezTo>
                  <a:cubicBezTo>
                    <a:pt x="11881" y="2296"/>
                    <a:pt x="11924" y="2253"/>
                    <a:pt x="11924" y="2226"/>
                  </a:cubicBezTo>
                  <a:cubicBezTo>
                    <a:pt x="11924" y="2182"/>
                    <a:pt x="11881" y="2161"/>
                    <a:pt x="11859" y="2161"/>
                  </a:cubicBezTo>
                  <a:close/>
                  <a:moveTo>
                    <a:pt x="12129" y="2161"/>
                  </a:moveTo>
                  <a:cubicBezTo>
                    <a:pt x="12080" y="2161"/>
                    <a:pt x="12059" y="2182"/>
                    <a:pt x="12059" y="2226"/>
                  </a:cubicBezTo>
                  <a:cubicBezTo>
                    <a:pt x="12059" y="2253"/>
                    <a:pt x="12080" y="2296"/>
                    <a:pt x="12129" y="2296"/>
                  </a:cubicBezTo>
                  <a:cubicBezTo>
                    <a:pt x="12151" y="2296"/>
                    <a:pt x="12194" y="2253"/>
                    <a:pt x="12194" y="2226"/>
                  </a:cubicBezTo>
                  <a:cubicBezTo>
                    <a:pt x="12194" y="2182"/>
                    <a:pt x="12151" y="2161"/>
                    <a:pt x="12129" y="2161"/>
                  </a:cubicBezTo>
                  <a:close/>
                  <a:moveTo>
                    <a:pt x="12399" y="2161"/>
                  </a:moveTo>
                  <a:cubicBezTo>
                    <a:pt x="12350" y="2161"/>
                    <a:pt x="12329" y="2182"/>
                    <a:pt x="12329" y="2226"/>
                  </a:cubicBezTo>
                  <a:cubicBezTo>
                    <a:pt x="12329" y="2253"/>
                    <a:pt x="12350" y="2296"/>
                    <a:pt x="12399" y="2296"/>
                  </a:cubicBezTo>
                  <a:cubicBezTo>
                    <a:pt x="12421" y="2296"/>
                    <a:pt x="12464" y="2253"/>
                    <a:pt x="12464" y="2226"/>
                  </a:cubicBezTo>
                  <a:cubicBezTo>
                    <a:pt x="12464" y="2182"/>
                    <a:pt x="12421" y="2161"/>
                    <a:pt x="12399" y="2161"/>
                  </a:cubicBezTo>
                  <a:close/>
                  <a:moveTo>
                    <a:pt x="12669" y="2161"/>
                  </a:moveTo>
                  <a:cubicBezTo>
                    <a:pt x="12620" y="2161"/>
                    <a:pt x="12599" y="2182"/>
                    <a:pt x="12599" y="2226"/>
                  </a:cubicBezTo>
                  <a:cubicBezTo>
                    <a:pt x="12599" y="2253"/>
                    <a:pt x="12620" y="2296"/>
                    <a:pt x="12669" y="2296"/>
                  </a:cubicBezTo>
                  <a:cubicBezTo>
                    <a:pt x="12691" y="2296"/>
                    <a:pt x="12734" y="2253"/>
                    <a:pt x="12734" y="2226"/>
                  </a:cubicBezTo>
                  <a:cubicBezTo>
                    <a:pt x="12734" y="2182"/>
                    <a:pt x="12691" y="2161"/>
                    <a:pt x="12669" y="2161"/>
                  </a:cubicBezTo>
                  <a:close/>
                  <a:moveTo>
                    <a:pt x="12939" y="2161"/>
                  </a:moveTo>
                  <a:cubicBezTo>
                    <a:pt x="12891" y="2161"/>
                    <a:pt x="12869" y="2182"/>
                    <a:pt x="12869" y="2226"/>
                  </a:cubicBezTo>
                  <a:cubicBezTo>
                    <a:pt x="12869" y="2253"/>
                    <a:pt x="12891" y="2296"/>
                    <a:pt x="12939" y="2296"/>
                  </a:cubicBezTo>
                  <a:cubicBezTo>
                    <a:pt x="12961" y="2296"/>
                    <a:pt x="13004" y="2253"/>
                    <a:pt x="13004" y="2226"/>
                  </a:cubicBezTo>
                  <a:cubicBezTo>
                    <a:pt x="13004" y="2182"/>
                    <a:pt x="12961" y="2161"/>
                    <a:pt x="12939" y="2161"/>
                  </a:cubicBezTo>
                  <a:close/>
                  <a:moveTo>
                    <a:pt x="13209" y="2161"/>
                  </a:moveTo>
                  <a:cubicBezTo>
                    <a:pt x="13161" y="2161"/>
                    <a:pt x="13139" y="2182"/>
                    <a:pt x="13139" y="2226"/>
                  </a:cubicBezTo>
                  <a:cubicBezTo>
                    <a:pt x="13139" y="2253"/>
                    <a:pt x="13161" y="2296"/>
                    <a:pt x="13209" y="2296"/>
                  </a:cubicBezTo>
                  <a:cubicBezTo>
                    <a:pt x="13231" y="2296"/>
                    <a:pt x="13274" y="2253"/>
                    <a:pt x="13274" y="2226"/>
                  </a:cubicBezTo>
                  <a:cubicBezTo>
                    <a:pt x="13274" y="2182"/>
                    <a:pt x="13231" y="2161"/>
                    <a:pt x="13209" y="2161"/>
                  </a:cubicBezTo>
                  <a:close/>
                  <a:moveTo>
                    <a:pt x="13479" y="2161"/>
                  </a:moveTo>
                  <a:cubicBezTo>
                    <a:pt x="13431" y="2161"/>
                    <a:pt x="13409" y="2182"/>
                    <a:pt x="13409" y="2226"/>
                  </a:cubicBezTo>
                  <a:cubicBezTo>
                    <a:pt x="13409" y="2253"/>
                    <a:pt x="13431" y="2296"/>
                    <a:pt x="13479" y="2296"/>
                  </a:cubicBezTo>
                  <a:cubicBezTo>
                    <a:pt x="13501" y="2296"/>
                    <a:pt x="13544" y="2253"/>
                    <a:pt x="13544" y="2226"/>
                  </a:cubicBezTo>
                  <a:cubicBezTo>
                    <a:pt x="13544" y="2182"/>
                    <a:pt x="13501" y="2161"/>
                    <a:pt x="13479" y="2161"/>
                  </a:cubicBezTo>
                  <a:close/>
                  <a:moveTo>
                    <a:pt x="13749" y="2161"/>
                  </a:moveTo>
                  <a:cubicBezTo>
                    <a:pt x="13701" y="2161"/>
                    <a:pt x="13679" y="2182"/>
                    <a:pt x="13679" y="2226"/>
                  </a:cubicBezTo>
                  <a:cubicBezTo>
                    <a:pt x="13679" y="2253"/>
                    <a:pt x="13701" y="2296"/>
                    <a:pt x="13749" y="2296"/>
                  </a:cubicBezTo>
                  <a:cubicBezTo>
                    <a:pt x="13771" y="2296"/>
                    <a:pt x="13814" y="2253"/>
                    <a:pt x="13814" y="2226"/>
                  </a:cubicBezTo>
                  <a:cubicBezTo>
                    <a:pt x="13814" y="2182"/>
                    <a:pt x="13771" y="2161"/>
                    <a:pt x="13749" y="2161"/>
                  </a:cubicBezTo>
                  <a:close/>
                  <a:moveTo>
                    <a:pt x="14019" y="2161"/>
                  </a:moveTo>
                  <a:cubicBezTo>
                    <a:pt x="13971" y="2161"/>
                    <a:pt x="13949" y="2182"/>
                    <a:pt x="13949" y="2226"/>
                  </a:cubicBezTo>
                  <a:cubicBezTo>
                    <a:pt x="13949" y="2253"/>
                    <a:pt x="13971" y="2296"/>
                    <a:pt x="14019" y="2296"/>
                  </a:cubicBezTo>
                  <a:cubicBezTo>
                    <a:pt x="14041" y="2296"/>
                    <a:pt x="14084" y="2253"/>
                    <a:pt x="14084" y="2226"/>
                  </a:cubicBezTo>
                  <a:cubicBezTo>
                    <a:pt x="14084" y="2182"/>
                    <a:pt x="14041" y="2161"/>
                    <a:pt x="14019" y="2161"/>
                  </a:cubicBezTo>
                  <a:close/>
                  <a:moveTo>
                    <a:pt x="14289" y="2161"/>
                  </a:moveTo>
                  <a:cubicBezTo>
                    <a:pt x="14241" y="2161"/>
                    <a:pt x="14219" y="2182"/>
                    <a:pt x="14219" y="2226"/>
                  </a:cubicBezTo>
                  <a:cubicBezTo>
                    <a:pt x="14219" y="2253"/>
                    <a:pt x="14241" y="2296"/>
                    <a:pt x="14289" y="2296"/>
                  </a:cubicBezTo>
                  <a:cubicBezTo>
                    <a:pt x="14311" y="2296"/>
                    <a:pt x="14354" y="2253"/>
                    <a:pt x="14354" y="2226"/>
                  </a:cubicBezTo>
                  <a:cubicBezTo>
                    <a:pt x="14354" y="2182"/>
                    <a:pt x="14311" y="2161"/>
                    <a:pt x="14289" y="2161"/>
                  </a:cubicBezTo>
                  <a:close/>
                  <a:moveTo>
                    <a:pt x="14559" y="2161"/>
                  </a:moveTo>
                  <a:cubicBezTo>
                    <a:pt x="14511" y="2161"/>
                    <a:pt x="14489" y="2182"/>
                    <a:pt x="14489" y="2226"/>
                  </a:cubicBezTo>
                  <a:cubicBezTo>
                    <a:pt x="14489" y="2253"/>
                    <a:pt x="14511" y="2296"/>
                    <a:pt x="14559" y="2296"/>
                  </a:cubicBezTo>
                  <a:cubicBezTo>
                    <a:pt x="14581" y="2296"/>
                    <a:pt x="14624" y="2253"/>
                    <a:pt x="14624" y="2226"/>
                  </a:cubicBezTo>
                  <a:cubicBezTo>
                    <a:pt x="14624" y="2182"/>
                    <a:pt x="14581" y="2161"/>
                    <a:pt x="14559" y="2161"/>
                  </a:cubicBezTo>
                  <a:close/>
                  <a:moveTo>
                    <a:pt x="14829" y="2161"/>
                  </a:moveTo>
                  <a:cubicBezTo>
                    <a:pt x="14781" y="2161"/>
                    <a:pt x="14759" y="2182"/>
                    <a:pt x="14759" y="2226"/>
                  </a:cubicBezTo>
                  <a:cubicBezTo>
                    <a:pt x="14759" y="2253"/>
                    <a:pt x="14781" y="2296"/>
                    <a:pt x="14829" y="2296"/>
                  </a:cubicBezTo>
                  <a:cubicBezTo>
                    <a:pt x="14851" y="2296"/>
                    <a:pt x="14894" y="2253"/>
                    <a:pt x="14894" y="2226"/>
                  </a:cubicBezTo>
                  <a:cubicBezTo>
                    <a:pt x="14894" y="2182"/>
                    <a:pt x="14851" y="2161"/>
                    <a:pt x="14829" y="2161"/>
                  </a:cubicBezTo>
                  <a:close/>
                  <a:moveTo>
                    <a:pt x="15099" y="2161"/>
                  </a:moveTo>
                  <a:cubicBezTo>
                    <a:pt x="15051" y="2161"/>
                    <a:pt x="15029" y="2182"/>
                    <a:pt x="15029" y="2226"/>
                  </a:cubicBezTo>
                  <a:cubicBezTo>
                    <a:pt x="15029" y="2253"/>
                    <a:pt x="15051" y="2296"/>
                    <a:pt x="15099" y="2296"/>
                  </a:cubicBezTo>
                  <a:cubicBezTo>
                    <a:pt x="15121" y="2296"/>
                    <a:pt x="15164" y="2253"/>
                    <a:pt x="15164" y="2226"/>
                  </a:cubicBezTo>
                  <a:cubicBezTo>
                    <a:pt x="15164" y="2182"/>
                    <a:pt x="15121" y="2161"/>
                    <a:pt x="15099" y="2161"/>
                  </a:cubicBezTo>
                  <a:close/>
                  <a:moveTo>
                    <a:pt x="15369" y="2161"/>
                  </a:moveTo>
                  <a:cubicBezTo>
                    <a:pt x="15321" y="2161"/>
                    <a:pt x="15299" y="2182"/>
                    <a:pt x="15299" y="2226"/>
                  </a:cubicBezTo>
                  <a:cubicBezTo>
                    <a:pt x="15299" y="2253"/>
                    <a:pt x="15321" y="2296"/>
                    <a:pt x="15369" y="2296"/>
                  </a:cubicBezTo>
                  <a:cubicBezTo>
                    <a:pt x="15391" y="2296"/>
                    <a:pt x="15434" y="2253"/>
                    <a:pt x="15434" y="2226"/>
                  </a:cubicBezTo>
                  <a:cubicBezTo>
                    <a:pt x="15434" y="2182"/>
                    <a:pt x="15391" y="2161"/>
                    <a:pt x="15369" y="2161"/>
                  </a:cubicBezTo>
                  <a:close/>
                  <a:moveTo>
                    <a:pt x="15639" y="2161"/>
                  </a:moveTo>
                  <a:cubicBezTo>
                    <a:pt x="15591" y="2161"/>
                    <a:pt x="15569" y="2182"/>
                    <a:pt x="15569" y="2226"/>
                  </a:cubicBezTo>
                  <a:cubicBezTo>
                    <a:pt x="15569" y="2253"/>
                    <a:pt x="15591" y="2296"/>
                    <a:pt x="15639" y="2296"/>
                  </a:cubicBezTo>
                  <a:cubicBezTo>
                    <a:pt x="15661" y="2296"/>
                    <a:pt x="15704" y="2253"/>
                    <a:pt x="15704" y="2226"/>
                  </a:cubicBezTo>
                  <a:cubicBezTo>
                    <a:pt x="15704" y="2182"/>
                    <a:pt x="15661" y="2161"/>
                    <a:pt x="15639" y="2161"/>
                  </a:cubicBezTo>
                  <a:close/>
                  <a:moveTo>
                    <a:pt x="15909" y="2161"/>
                  </a:moveTo>
                  <a:cubicBezTo>
                    <a:pt x="15861" y="2161"/>
                    <a:pt x="15839" y="2182"/>
                    <a:pt x="15839" y="2226"/>
                  </a:cubicBezTo>
                  <a:cubicBezTo>
                    <a:pt x="15839" y="2253"/>
                    <a:pt x="15861" y="2296"/>
                    <a:pt x="15909" y="2296"/>
                  </a:cubicBezTo>
                  <a:cubicBezTo>
                    <a:pt x="15931" y="2296"/>
                    <a:pt x="15974" y="2253"/>
                    <a:pt x="15974" y="2226"/>
                  </a:cubicBezTo>
                  <a:cubicBezTo>
                    <a:pt x="15974" y="2182"/>
                    <a:pt x="15931" y="2161"/>
                    <a:pt x="15909" y="2161"/>
                  </a:cubicBezTo>
                  <a:close/>
                  <a:moveTo>
                    <a:pt x="11162" y="2274"/>
                  </a:moveTo>
                  <a:cubicBezTo>
                    <a:pt x="11135" y="2274"/>
                    <a:pt x="11092" y="2317"/>
                    <a:pt x="11092" y="2339"/>
                  </a:cubicBezTo>
                  <a:cubicBezTo>
                    <a:pt x="11092" y="2388"/>
                    <a:pt x="11135" y="2409"/>
                    <a:pt x="11162" y="2409"/>
                  </a:cubicBezTo>
                  <a:cubicBezTo>
                    <a:pt x="11206" y="2409"/>
                    <a:pt x="11227" y="2388"/>
                    <a:pt x="11227" y="2339"/>
                  </a:cubicBezTo>
                  <a:cubicBezTo>
                    <a:pt x="11227" y="2317"/>
                    <a:pt x="11206" y="2274"/>
                    <a:pt x="11162" y="2274"/>
                  </a:cubicBezTo>
                  <a:close/>
                  <a:moveTo>
                    <a:pt x="11162" y="2544"/>
                  </a:moveTo>
                  <a:cubicBezTo>
                    <a:pt x="11135" y="2544"/>
                    <a:pt x="11092" y="2587"/>
                    <a:pt x="11092" y="2609"/>
                  </a:cubicBezTo>
                  <a:cubicBezTo>
                    <a:pt x="11092" y="2658"/>
                    <a:pt x="11135" y="2679"/>
                    <a:pt x="11162" y="2679"/>
                  </a:cubicBezTo>
                  <a:cubicBezTo>
                    <a:pt x="11206" y="2679"/>
                    <a:pt x="11227" y="2658"/>
                    <a:pt x="11227" y="2609"/>
                  </a:cubicBezTo>
                  <a:cubicBezTo>
                    <a:pt x="11227" y="2587"/>
                    <a:pt x="11206" y="2544"/>
                    <a:pt x="11162" y="2544"/>
                  </a:cubicBezTo>
                  <a:close/>
                  <a:moveTo>
                    <a:pt x="11162" y="2814"/>
                  </a:moveTo>
                  <a:cubicBezTo>
                    <a:pt x="11135" y="2814"/>
                    <a:pt x="11092" y="2857"/>
                    <a:pt x="11092" y="2879"/>
                  </a:cubicBezTo>
                  <a:cubicBezTo>
                    <a:pt x="11092" y="2928"/>
                    <a:pt x="11135" y="2949"/>
                    <a:pt x="11162" y="2949"/>
                  </a:cubicBezTo>
                  <a:cubicBezTo>
                    <a:pt x="11206" y="2949"/>
                    <a:pt x="11227" y="2928"/>
                    <a:pt x="11227" y="2879"/>
                  </a:cubicBezTo>
                  <a:cubicBezTo>
                    <a:pt x="11227" y="2857"/>
                    <a:pt x="11206" y="2814"/>
                    <a:pt x="11162" y="2814"/>
                  </a:cubicBezTo>
                  <a:close/>
                  <a:moveTo>
                    <a:pt x="11162" y="3084"/>
                  </a:moveTo>
                  <a:cubicBezTo>
                    <a:pt x="11135" y="3084"/>
                    <a:pt x="11092" y="3127"/>
                    <a:pt x="11092" y="3149"/>
                  </a:cubicBezTo>
                  <a:cubicBezTo>
                    <a:pt x="11092" y="3198"/>
                    <a:pt x="11135" y="3219"/>
                    <a:pt x="11162" y="3219"/>
                  </a:cubicBezTo>
                  <a:cubicBezTo>
                    <a:pt x="11206" y="3219"/>
                    <a:pt x="11227" y="3198"/>
                    <a:pt x="11227" y="3149"/>
                  </a:cubicBezTo>
                  <a:cubicBezTo>
                    <a:pt x="11227" y="3127"/>
                    <a:pt x="11206" y="3084"/>
                    <a:pt x="11162" y="3084"/>
                  </a:cubicBezTo>
                  <a:close/>
                  <a:moveTo>
                    <a:pt x="11162" y="3354"/>
                  </a:moveTo>
                  <a:cubicBezTo>
                    <a:pt x="11135" y="3354"/>
                    <a:pt x="11092" y="3398"/>
                    <a:pt x="11092" y="3419"/>
                  </a:cubicBezTo>
                  <a:cubicBezTo>
                    <a:pt x="11092" y="3468"/>
                    <a:pt x="11135" y="3489"/>
                    <a:pt x="11162" y="3489"/>
                  </a:cubicBezTo>
                  <a:cubicBezTo>
                    <a:pt x="11206" y="3489"/>
                    <a:pt x="11227" y="3468"/>
                    <a:pt x="11227" y="3419"/>
                  </a:cubicBezTo>
                  <a:cubicBezTo>
                    <a:pt x="11227" y="3398"/>
                    <a:pt x="11206" y="3354"/>
                    <a:pt x="11162" y="3354"/>
                  </a:cubicBezTo>
                  <a:close/>
                  <a:moveTo>
                    <a:pt x="11162" y="3624"/>
                  </a:moveTo>
                  <a:cubicBezTo>
                    <a:pt x="11135" y="3624"/>
                    <a:pt x="11092" y="3668"/>
                    <a:pt x="11092" y="3689"/>
                  </a:cubicBezTo>
                  <a:cubicBezTo>
                    <a:pt x="11092" y="3738"/>
                    <a:pt x="11135" y="3759"/>
                    <a:pt x="11162" y="3759"/>
                  </a:cubicBezTo>
                  <a:cubicBezTo>
                    <a:pt x="11206" y="3759"/>
                    <a:pt x="11227" y="3738"/>
                    <a:pt x="11227" y="3689"/>
                  </a:cubicBezTo>
                  <a:cubicBezTo>
                    <a:pt x="11227" y="3668"/>
                    <a:pt x="11206" y="3624"/>
                    <a:pt x="11162" y="3624"/>
                  </a:cubicBezTo>
                  <a:close/>
                  <a:moveTo>
                    <a:pt x="11162" y="3894"/>
                  </a:moveTo>
                  <a:cubicBezTo>
                    <a:pt x="11135" y="3894"/>
                    <a:pt x="11092" y="3938"/>
                    <a:pt x="11092" y="3959"/>
                  </a:cubicBezTo>
                  <a:cubicBezTo>
                    <a:pt x="11092" y="4008"/>
                    <a:pt x="11135" y="4029"/>
                    <a:pt x="11162" y="4029"/>
                  </a:cubicBezTo>
                  <a:cubicBezTo>
                    <a:pt x="11206" y="4029"/>
                    <a:pt x="11227" y="4008"/>
                    <a:pt x="11227" y="3959"/>
                  </a:cubicBezTo>
                  <a:cubicBezTo>
                    <a:pt x="11227" y="3938"/>
                    <a:pt x="11206" y="3894"/>
                    <a:pt x="11162" y="3894"/>
                  </a:cubicBezTo>
                  <a:close/>
                  <a:moveTo>
                    <a:pt x="11162" y="4164"/>
                  </a:moveTo>
                  <a:cubicBezTo>
                    <a:pt x="11135" y="4164"/>
                    <a:pt x="11092" y="4208"/>
                    <a:pt x="11092" y="4229"/>
                  </a:cubicBezTo>
                  <a:cubicBezTo>
                    <a:pt x="11092" y="4278"/>
                    <a:pt x="11135" y="4299"/>
                    <a:pt x="11162" y="4299"/>
                  </a:cubicBezTo>
                  <a:cubicBezTo>
                    <a:pt x="11206" y="4299"/>
                    <a:pt x="11227" y="4278"/>
                    <a:pt x="11227" y="4229"/>
                  </a:cubicBezTo>
                  <a:cubicBezTo>
                    <a:pt x="11227" y="4208"/>
                    <a:pt x="11206" y="4164"/>
                    <a:pt x="11162" y="4164"/>
                  </a:cubicBezTo>
                  <a:close/>
                  <a:moveTo>
                    <a:pt x="11162" y="4434"/>
                  </a:moveTo>
                  <a:cubicBezTo>
                    <a:pt x="11135" y="4434"/>
                    <a:pt x="11092" y="4478"/>
                    <a:pt x="11092" y="4499"/>
                  </a:cubicBezTo>
                  <a:cubicBezTo>
                    <a:pt x="11092" y="4548"/>
                    <a:pt x="11135" y="4569"/>
                    <a:pt x="11162" y="4569"/>
                  </a:cubicBezTo>
                  <a:cubicBezTo>
                    <a:pt x="11206" y="4569"/>
                    <a:pt x="11227" y="4548"/>
                    <a:pt x="11227" y="4499"/>
                  </a:cubicBezTo>
                  <a:cubicBezTo>
                    <a:pt x="11227" y="4478"/>
                    <a:pt x="11206" y="4434"/>
                    <a:pt x="11162" y="4434"/>
                  </a:cubicBezTo>
                  <a:close/>
                  <a:moveTo>
                    <a:pt x="11162" y="4704"/>
                  </a:moveTo>
                  <a:cubicBezTo>
                    <a:pt x="11135" y="4704"/>
                    <a:pt x="11092" y="4748"/>
                    <a:pt x="11092" y="4769"/>
                  </a:cubicBezTo>
                  <a:cubicBezTo>
                    <a:pt x="11092" y="4818"/>
                    <a:pt x="11135" y="4839"/>
                    <a:pt x="11162" y="4839"/>
                  </a:cubicBezTo>
                  <a:cubicBezTo>
                    <a:pt x="11206" y="4839"/>
                    <a:pt x="11227" y="4818"/>
                    <a:pt x="11227" y="4769"/>
                  </a:cubicBezTo>
                  <a:cubicBezTo>
                    <a:pt x="11227" y="4748"/>
                    <a:pt x="11206" y="4704"/>
                    <a:pt x="11162" y="4704"/>
                  </a:cubicBezTo>
                  <a:close/>
                  <a:moveTo>
                    <a:pt x="11162" y="4974"/>
                  </a:moveTo>
                  <a:cubicBezTo>
                    <a:pt x="11135" y="4974"/>
                    <a:pt x="11092" y="5018"/>
                    <a:pt x="11092" y="5039"/>
                  </a:cubicBezTo>
                  <a:cubicBezTo>
                    <a:pt x="11092" y="5088"/>
                    <a:pt x="11135" y="5109"/>
                    <a:pt x="11162" y="5109"/>
                  </a:cubicBezTo>
                  <a:cubicBezTo>
                    <a:pt x="11206" y="5109"/>
                    <a:pt x="11227" y="5088"/>
                    <a:pt x="11227" y="5039"/>
                  </a:cubicBezTo>
                  <a:cubicBezTo>
                    <a:pt x="11227" y="5018"/>
                    <a:pt x="11206" y="4974"/>
                    <a:pt x="11162" y="4974"/>
                  </a:cubicBezTo>
                  <a:close/>
                  <a:moveTo>
                    <a:pt x="11162" y="5244"/>
                  </a:moveTo>
                  <a:cubicBezTo>
                    <a:pt x="11135" y="5244"/>
                    <a:pt x="11092" y="5288"/>
                    <a:pt x="11092" y="5309"/>
                  </a:cubicBezTo>
                  <a:cubicBezTo>
                    <a:pt x="11092" y="5358"/>
                    <a:pt x="11135" y="5379"/>
                    <a:pt x="11162" y="5379"/>
                  </a:cubicBezTo>
                  <a:cubicBezTo>
                    <a:pt x="11206" y="5379"/>
                    <a:pt x="11227" y="5358"/>
                    <a:pt x="11227" y="5309"/>
                  </a:cubicBezTo>
                  <a:cubicBezTo>
                    <a:pt x="11227" y="5288"/>
                    <a:pt x="11206" y="5244"/>
                    <a:pt x="11162" y="5244"/>
                  </a:cubicBezTo>
                  <a:close/>
                  <a:moveTo>
                    <a:pt x="11162" y="5514"/>
                  </a:moveTo>
                  <a:cubicBezTo>
                    <a:pt x="11135" y="5514"/>
                    <a:pt x="11092" y="5558"/>
                    <a:pt x="11092" y="5579"/>
                  </a:cubicBezTo>
                  <a:cubicBezTo>
                    <a:pt x="11092" y="5628"/>
                    <a:pt x="11135" y="5649"/>
                    <a:pt x="11162" y="5649"/>
                  </a:cubicBezTo>
                  <a:cubicBezTo>
                    <a:pt x="11206" y="5649"/>
                    <a:pt x="11227" y="5628"/>
                    <a:pt x="11227" y="5579"/>
                  </a:cubicBezTo>
                  <a:cubicBezTo>
                    <a:pt x="11227" y="5558"/>
                    <a:pt x="11206" y="5514"/>
                    <a:pt x="11162" y="5514"/>
                  </a:cubicBezTo>
                  <a:close/>
                  <a:moveTo>
                    <a:pt x="11162" y="5784"/>
                  </a:moveTo>
                  <a:cubicBezTo>
                    <a:pt x="11135" y="5784"/>
                    <a:pt x="11092" y="5828"/>
                    <a:pt x="11092" y="5849"/>
                  </a:cubicBezTo>
                  <a:cubicBezTo>
                    <a:pt x="11092" y="5898"/>
                    <a:pt x="11135" y="5919"/>
                    <a:pt x="11162" y="5919"/>
                  </a:cubicBezTo>
                  <a:cubicBezTo>
                    <a:pt x="11206" y="5919"/>
                    <a:pt x="11227" y="5898"/>
                    <a:pt x="11227" y="5849"/>
                  </a:cubicBezTo>
                  <a:cubicBezTo>
                    <a:pt x="11227" y="5828"/>
                    <a:pt x="11206" y="5784"/>
                    <a:pt x="11162" y="5784"/>
                  </a:cubicBezTo>
                  <a:close/>
                  <a:moveTo>
                    <a:pt x="11162" y="6054"/>
                  </a:moveTo>
                  <a:cubicBezTo>
                    <a:pt x="11135" y="6054"/>
                    <a:pt x="11092" y="6098"/>
                    <a:pt x="11092" y="6119"/>
                  </a:cubicBezTo>
                  <a:cubicBezTo>
                    <a:pt x="11092" y="6168"/>
                    <a:pt x="11135" y="6189"/>
                    <a:pt x="11162" y="6189"/>
                  </a:cubicBezTo>
                  <a:cubicBezTo>
                    <a:pt x="11206" y="6189"/>
                    <a:pt x="11227" y="6168"/>
                    <a:pt x="11227" y="6119"/>
                  </a:cubicBezTo>
                  <a:cubicBezTo>
                    <a:pt x="11227" y="6098"/>
                    <a:pt x="11206" y="6054"/>
                    <a:pt x="11162" y="6054"/>
                  </a:cubicBezTo>
                  <a:close/>
                  <a:moveTo>
                    <a:pt x="11162" y="6324"/>
                  </a:moveTo>
                  <a:cubicBezTo>
                    <a:pt x="11135" y="6324"/>
                    <a:pt x="11092" y="6368"/>
                    <a:pt x="11092" y="6389"/>
                  </a:cubicBezTo>
                  <a:cubicBezTo>
                    <a:pt x="11092" y="6438"/>
                    <a:pt x="11135" y="6459"/>
                    <a:pt x="11162" y="6459"/>
                  </a:cubicBezTo>
                  <a:cubicBezTo>
                    <a:pt x="11206" y="6459"/>
                    <a:pt x="11227" y="6438"/>
                    <a:pt x="11227" y="6389"/>
                  </a:cubicBezTo>
                  <a:cubicBezTo>
                    <a:pt x="11227" y="6368"/>
                    <a:pt x="11206" y="6324"/>
                    <a:pt x="11162" y="6324"/>
                  </a:cubicBezTo>
                  <a:close/>
                  <a:moveTo>
                    <a:pt x="11162" y="6594"/>
                  </a:moveTo>
                  <a:cubicBezTo>
                    <a:pt x="11135" y="6594"/>
                    <a:pt x="11092" y="6638"/>
                    <a:pt x="11092" y="6659"/>
                  </a:cubicBezTo>
                  <a:cubicBezTo>
                    <a:pt x="11092" y="6708"/>
                    <a:pt x="11135" y="6729"/>
                    <a:pt x="11162" y="6729"/>
                  </a:cubicBezTo>
                  <a:cubicBezTo>
                    <a:pt x="11206" y="6729"/>
                    <a:pt x="11227" y="6708"/>
                    <a:pt x="11227" y="6659"/>
                  </a:cubicBezTo>
                  <a:cubicBezTo>
                    <a:pt x="11227" y="6638"/>
                    <a:pt x="11206" y="6594"/>
                    <a:pt x="11162" y="6594"/>
                  </a:cubicBezTo>
                  <a:close/>
                  <a:moveTo>
                    <a:pt x="11162" y="6864"/>
                  </a:moveTo>
                  <a:cubicBezTo>
                    <a:pt x="11135" y="6864"/>
                    <a:pt x="11092" y="6908"/>
                    <a:pt x="11092" y="6929"/>
                  </a:cubicBezTo>
                  <a:cubicBezTo>
                    <a:pt x="11092" y="6978"/>
                    <a:pt x="11135" y="6999"/>
                    <a:pt x="11162" y="6999"/>
                  </a:cubicBezTo>
                  <a:cubicBezTo>
                    <a:pt x="11206" y="6999"/>
                    <a:pt x="11227" y="6978"/>
                    <a:pt x="11227" y="6929"/>
                  </a:cubicBezTo>
                  <a:cubicBezTo>
                    <a:pt x="11227" y="6908"/>
                    <a:pt x="11206" y="6864"/>
                    <a:pt x="11162" y="6864"/>
                  </a:cubicBezTo>
                  <a:close/>
                  <a:moveTo>
                    <a:pt x="11162" y="7134"/>
                  </a:moveTo>
                  <a:cubicBezTo>
                    <a:pt x="11135" y="7134"/>
                    <a:pt x="11092" y="7178"/>
                    <a:pt x="11092" y="7199"/>
                  </a:cubicBezTo>
                  <a:cubicBezTo>
                    <a:pt x="11092" y="7248"/>
                    <a:pt x="11135" y="7269"/>
                    <a:pt x="11162" y="7269"/>
                  </a:cubicBezTo>
                  <a:cubicBezTo>
                    <a:pt x="11206" y="7269"/>
                    <a:pt x="11227" y="7248"/>
                    <a:pt x="11227" y="7199"/>
                  </a:cubicBezTo>
                  <a:cubicBezTo>
                    <a:pt x="11227" y="7178"/>
                    <a:pt x="11206" y="7134"/>
                    <a:pt x="11162" y="7134"/>
                  </a:cubicBezTo>
                  <a:close/>
                  <a:moveTo>
                    <a:pt x="11162" y="7404"/>
                  </a:moveTo>
                  <a:cubicBezTo>
                    <a:pt x="11135" y="7404"/>
                    <a:pt x="11092" y="7448"/>
                    <a:pt x="11092" y="7469"/>
                  </a:cubicBezTo>
                  <a:cubicBezTo>
                    <a:pt x="11092" y="7518"/>
                    <a:pt x="11135" y="7539"/>
                    <a:pt x="11162" y="7539"/>
                  </a:cubicBezTo>
                  <a:cubicBezTo>
                    <a:pt x="11206" y="7539"/>
                    <a:pt x="11227" y="7518"/>
                    <a:pt x="11227" y="7469"/>
                  </a:cubicBezTo>
                  <a:cubicBezTo>
                    <a:pt x="11227" y="7448"/>
                    <a:pt x="11206" y="7404"/>
                    <a:pt x="11162" y="7404"/>
                  </a:cubicBezTo>
                  <a:close/>
                  <a:moveTo>
                    <a:pt x="11162" y="7674"/>
                  </a:moveTo>
                  <a:cubicBezTo>
                    <a:pt x="11135" y="7674"/>
                    <a:pt x="11092" y="7718"/>
                    <a:pt x="11092" y="7739"/>
                  </a:cubicBezTo>
                  <a:cubicBezTo>
                    <a:pt x="11092" y="7788"/>
                    <a:pt x="11135" y="7809"/>
                    <a:pt x="11162" y="7809"/>
                  </a:cubicBezTo>
                  <a:cubicBezTo>
                    <a:pt x="11206" y="7809"/>
                    <a:pt x="11227" y="7788"/>
                    <a:pt x="11227" y="7739"/>
                  </a:cubicBezTo>
                  <a:cubicBezTo>
                    <a:pt x="11227" y="7718"/>
                    <a:pt x="11206" y="7674"/>
                    <a:pt x="11162" y="7674"/>
                  </a:cubicBezTo>
                  <a:close/>
                  <a:moveTo>
                    <a:pt x="11162" y="7944"/>
                  </a:moveTo>
                  <a:cubicBezTo>
                    <a:pt x="11135" y="7944"/>
                    <a:pt x="11092" y="7988"/>
                    <a:pt x="11092" y="8009"/>
                  </a:cubicBezTo>
                  <a:cubicBezTo>
                    <a:pt x="11092" y="8058"/>
                    <a:pt x="11135" y="8080"/>
                    <a:pt x="11162" y="8080"/>
                  </a:cubicBezTo>
                  <a:cubicBezTo>
                    <a:pt x="11206" y="8080"/>
                    <a:pt x="11227" y="8058"/>
                    <a:pt x="11227" y="8009"/>
                  </a:cubicBezTo>
                  <a:cubicBezTo>
                    <a:pt x="11227" y="7988"/>
                    <a:pt x="11206" y="7944"/>
                    <a:pt x="11162" y="7944"/>
                  </a:cubicBezTo>
                  <a:close/>
                  <a:moveTo>
                    <a:pt x="11162" y="8215"/>
                  </a:moveTo>
                  <a:cubicBezTo>
                    <a:pt x="11135" y="8215"/>
                    <a:pt x="11092" y="8258"/>
                    <a:pt x="11092" y="8279"/>
                  </a:cubicBezTo>
                  <a:cubicBezTo>
                    <a:pt x="11092" y="8328"/>
                    <a:pt x="11135" y="8350"/>
                    <a:pt x="11162" y="8350"/>
                  </a:cubicBezTo>
                  <a:cubicBezTo>
                    <a:pt x="11206" y="8350"/>
                    <a:pt x="11227" y="8328"/>
                    <a:pt x="11227" y="8279"/>
                  </a:cubicBezTo>
                  <a:cubicBezTo>
                    <a:pt x="11227" y="8258"/>
                    <a:pt x="11206" y="8215"/>
                    <a:pt x="11162" y="8215"/>
                  </a:cubicBezTo>
                  <a:close/>
                  <a:moveTo>
                    <a:pt x="65" y="8463"/>
                  </a:moveTo>
                  <a:cubicBezTo>
                    <a:pt x="65" y="8485"/>
                    <a:pt x="43" y="8485"/>
                    <a:pt x="22" y="8485"/>
                  </a:cubicBezTo>
                  <a:cubicBezTo>
                    <a:pt x="22" y="8485"/>
                    <a:pt x="0" y="8506"/>
                    <a:pt x="0" y="8528"/>
                  </a:cubicBezTo>
                  <a:cubicBezTo>
                    <a:pt x="0" y="8571"/>
                    <a:pt x="22" y="8598"/>
                    <a:pt x="65" y="8598"/>
                  </a:cubicBezTo>
                  <a:cubicBezTo>
                    <a:pt x="113" y="8598"/>
                    <a:pt x="135" y="8571"/>
                    <a:pt x="135" y="8528"/>
                  </a:cubicBezTo>
                  <a:cubicBezTo>
                    <a:pt x="135" y="8506"/>
                    <a:pt x="113" y="8463"/>
                    <a:pt x="65" y="8463"/>
                  </a:cubicBezTo>
                  <a:close/>
                  <a:moveTo>
                    <a:pt x="335" y="8463"/>
                  </a:moveTo>
                  <a:cubicBezTo>
                    <a:pt x="292" y="8463"/>
                    <a:pt x="270" y="8485"/>
                    <a:pt x="270" y="8528"/>
                  </a:cubicBezTo>
                  <a:cubicBezTo>
                    <a:pt x="270" y="8571"/>
                    <a:pt x="292" y="8598"/>
                    <a:pt x="335" y="8598"/>
                  </a:cubicBezTo>
                  <a:cubicBezTo>
                    <a:pt x="383" y="8598"/>
                    <a:pt x="405" y="8571"/>
                    <a:pt x="405" y="8528"/>
                  </a:cubicBezTo>
                  <a:cubicBezTo>
                    <a:pt x="405" y="8485"/>
                    <a:pt x="383" y="8463"/>
                    <a:pt x="335" y="8463"/>
                  </a:cubicBezTo>
                  <a:close/>
                  <a:moveTo>
                    <a:pt x="605" y="8463"/>
                  </a:moveTo>
                  <a:cubicBezTo>
                    <a:pt x="562" y="8463"/>
                    <a:pt x="540" y="8485"/>
                    <a:pt x="540" y="8528"/>
                  </a:cubicBezTo>
                  <a:cubicBezTo>
                    <a:pt x="540" y="8571"/>
                    <a:pt x="562" y="8598"/>
                    <a:pt x="605" y="8598"/>
                  </a:cubicBezTo>
                  <a:cubicBezTo>
                    <a:pt x="653" y="8598"/>
                    <a:pt x="675" y="8571"/>
                    <a:pt x="675" y="8528"/>
                  </a:cubicBezTo>
                  <a:cubicBezTo>
                    <a:pt x="675" y="8485"/>
                    <a:pt x="653" y="8463"/>
                    <a:pt x="605" y="8463"/>
                  </a:cubicBezTo>
                  <a:close/>
                  <a:moveTo>
                    <a:pt x="875" y="8463"/>
                  </a:moveTo>
                  <a:cubicBezTo>
                    <a:pt x="832" y="8463"/>
                    <a:pt x="810" y="8485"/>
                    <a:pt x="810" y="8528"/>
                  </a:cubicBezTo>
                  <a:cubicBezTo>
                    <a:pt x="810" y="8571"/>
                    <a:pt x="832" y="8598"/>
                    <a:pt x="875" y="8598"/>
                  </a:cubicBezTo>
                  <a:cubicBezTo>
                    <a:pt x="923" y="8598"/>
                    <a:pt x="945" y="8571"/>
                    <a:pt x="945" y="8528"/>
                  </a:cubicBezTo>
                  <a:cubicBezTo>
                    <a:pt x="945" y="8485"/>
                    <a:pt x="923" y="8463"/>
                    <a:pt x="875" y="8463"/>
                  </a:cubicBezTo>
                  <a:close/>
                  <a:moveTo>
                    <a:pt x="1145" y="8463"/>
                  </a:moveTo>
                  <a:cubicBezTo>
                    <a:pt x="1102" y="8463"/>
                    <a:pt x="1080" y="8485"/>
                    <a:pt x="1080" y="8528"/>
                  </a:cubicBezTo>
                  <a:cubicBezTo>
                    <a:pt x="1080" y="8571"/>
                    <a:pt x="1102" y="8598"/>
                    <a:pt x="1145" y="8598"/>
                  </a:cubicBezTo>
                  <a:cubicBezTo>
                    <a:pt x="1194" y="8598"/>
                    <a:pt x="1215" y="8571"/>
                    <a:pt x="1215" y="8528"/>
                  </a:cubicBezTo>
                  <a:cubicBezTo>
                    <a:pt x="1215" y="8485"/>
                    <a:pt x="1194" y="8463"/>
                    <a:pt x="1145" y="8463"/>
                  </a:cubicBezTo>
                  <a:close/>
                  <a:moveTo>
                    <a:pt x="1415" y="8463"/>
                  </a:moveTo>
                  <a:cubicBezTo>
                    <a:pt x="1372" y="8463"/>
                    <a:pt x="1350" y="8485"/>
                    <a:pt x="1350" y="8528"/>
                  </a:cubicBezTo>
                  <a:cubicBezTo>
                    <a:pt x="1350" y="8571"/>
                    <a:pt x="1372" y="8598"/>
                    <a:pt x="1415" y="8598"/>
                  </a:cubicBezTo>
                  <a:cubicBezTo>
                    <a:pt x="1464" y="8598"/>
                    <a:pt x="1485" y="8571"/>
                    <a:pt x="1485" y="8528"/>
                  </a:cubicBezTo>
                  <a:cubicBezTo>
                    <a:pt x="1485" y="8485"/>
                    <a:pt x="1464" y="8463"/>
                    <a:pt x="1415" y="8463"/>
                  </a:cubicBezTo>
                  <a:close/>
                  <a:moveTo>
                    <a:pt x="1685" y="8463"/>
                  </a:moveTo>
                  <a:cubicBezTo>
                    <a:pt x="1642" y="8463"/>
                    <a:pt x="1620" y="8485"/>
                    <a:pt x="1620" y="8528"/>
                  </a:cubicBezTo>
                  <a:cubicBezTo>
                    <a:pt x="1620" y="8571"/>
                    <a:pt x="1642" y="8598"/>
                    <a:pt x="1685" y="8598"/>
                  </a:cubicBezTo>
                  <a:cubicBezTo>
                    <a:pt x="1734" y="8598"/>
                    <a:pt x="1755" y="8571"/>
                    <a:pt x="1755" y="8528"/>
                  </a:cubicBezTo>
                  <a:cubicBezTo>
                    <a:pt x="1755" y="8485"/>
                    <a:pt x="1734" y="8463"/>
                    <a:pt x="1685" y="8463"/>
                  </a:cubicBezTo>
                  <a:close/>
                  <a:moveTo>
                    <a:pt x="1955" y="8463"/>
                  </a:moveTo>
                  <a:cubicBezTo>
                    <a:pt x="1912" y="8463"/>
                    <a:pt x="1890" y="8485"/>
                    <a:pt x="1890" y="8528"/>
                  </a:cubicBezTo>
                  <a:cubicBezTo>
                    <a:pt x="1890" y="8571"/>
                    <a:pt x="1912" y="8598"/>
                    <a:pt x="1955" y="8598"/>
                  </a:cubicBezTo>
                  <a:cubicBezTo>
                    <a:pt x="2004" y="8598"/>
                    <a:pt x="2025" y="8571"/>
                    <a:pt x="2025" y="8528"/>
                  </a:cubicBezTo>
                  <a:cubicBezTo>
                    <a:pt x="2025" y="8485"/>
                    <a:pt x="2004" y="8463"/>
                    <a:pt x="1955" y="8463"/>
                  </a:cubicBezTo>
                  <a:close/>
                  <a:moveTo>
                    <a:pt x="2225" y="8463"/>
                  </a:moveTo>
                  <a:cubicBezTo>
                    <a:pt x="2182" y="8463"/>
                    <a:pt x="2160" y="8485"/>
                    <a:pt x="2160" y="8528"/>
                  </a:cubicBezTo>
                  <a:cubicBezTo>
                    <a:pt x="2160" y="8571"/>
                    <a:pt x="2182" y="8598"/>
                    <a:pt x="2225" y="8598"/>
                  </a:cubicBezTo>
                  <a:cubicBezTo>
                    <a:pt x="2274" y="8598"/>
                    <a:pt x="2295" y="8571"/>
                    <a:pt x="2295" y="8528"/>
                  </a:cubicBezTo>
                  <a:cubicBezTo>
                    <a:pt x="2295" y="8485"/>
                    <a:pt x="2274" y="8463"/>
                    <a:pt x="2225" y="8463"/>
                  </a:cubicBezTo>
                  <a:close/>
                  <a:moveTo>
                    <a:pt x="2495" y="8463"/>
                  </a:moveTo>
                  <a:cubicBezTo>
                    <a:pt x="2452" y="8463"/>
                    <a:pt x="2430" y="8485"/>
                    <a:pt x="2430" y="8528"/>
                  </a:cubicBezTo>
                  <a:cubicBezTo>
                    <a:pt x="2430" y="8571"/>
                    <a:pt x="2452" y="8598"/>
                    <a:pt x="2495" y="8598"/>
                  </a:cubicBezTo>
                  <a:cubicBezTo>
                    <a:pt x="2544" y="8598"/>
                    <a:pt x="2565" y="8571"/>
                    <a:pt x="2565" y="8528"/>
                  </a:cubicBezTo>
                  <a:cubicBezTo>
                    <a:pt x="2565" y="8485"/>
                    <a:pt x="2544" y="8463"/>
                    <a:pt x="2495" y="8463"/>
                  </a:cubicBezTo>
                  <a:close/>
                  <a:moveTo>
                    <a:pt x="2765" y="8463"/>
                  </a:moveTo>
                  <a:cubicBezTo>
                    <a:pt x="2722" y="8463"/>
                    <a:pt x="2700" y="8485"/>
                    <a:pt x="2700" y="8528"/>
                  </a:cubicBezTo>
                  <a:cubicBezTo>
                    <a:pt x="2700" y="8571"/>
                    <a:pt x="2722" y="8598"/>
                    <a:pt x="2765" y="8598"/>
                  </a:cubicBezTo>
                  <a:cubicBezTo>
                    <a:pt x="2814" y="8598"/>
                    <a:pt x="2835" y="8571"/>
                    <a:pt x="2835" y="8528"/>
                  </a:cubicBezTo>
                  <a:cubicBezTo>
                    <a:pt x="2835" y="8485"/>
                    <a:pt x="2814" y="8463"/>
                    <a:pt x="2765" y="8463"/>
                  </a:cubicBezTo>
                  <a:close/>
                  <a:moveTo>
                    <a:pt x="3035" y="8463"/>
                  </a:moveTo>
                  <a:cubicBezTo>
                    <a:pt x="2992" y="8463"/>
                    <a:pt x="2970" y="8485"/>
                    <a:pt x="2970" y="8528"/>
                  </a:cubicBezTo>
                  <a:cubicBezTo>
                    <a:pt x="2970" y="8571"/>
                    <a:pt x="2992" y="8598"/>
                    <a:pt x="3035" y="8598"/>
                  </a:cubicBezTo>
                  <a:cubicBezTo>
                    <a:pt x="3084" y="8598"/>
                    <a:pt x="3105" y="8571"/>
                    <a:pt x="3105" y="8528"/>
                  </a:cubicBezTo>
                  <a:cubicBezTo>
                    <a:pt x="3105" y="8485"/>
                    <a:pt x="3084" y="8463"/>
                    <a:pt x="3035" y="8463"/>
                  </a:cubicBezTo>
                  <a:close/>
                  <a:moveTo>
                    <a:pt x="3305" y="8463"/>
                  </a:moveTo>
                  <a:cubicBezTo>
                    <a:pt x="3262" y="8463"/>
                    <a:pt x="3240" y="8485"/>
                    <a:pt x="3240" y="8528"/>
                  </a:cubicBezTo>
                  <a:cubicBezTo>
                    <a:pt x="3240" y="8571"/>
                    <a:pt x="3262" y="8598"/>
                    <a:pt x="3305" y="8598"/>
                  </a:cubicBezTo>
                  <a:cubicBezTo>
                    <a:pt x="3354" y="8598"/>
                    <a:pt x="3375" y="8571"/>
                    <a:pt x="3375" y="8528"/>
                  </a:cubicBezTo>
                  <a:cubicBezTo>
                    <a:pt x="3375" y="8485"/>
                    <a:pt x="3354" y="8463"/>
                    <a:pt x="3305" y="8463"/>
                  </a:cubicBezTo>
                  <a:close/>
                  <a:moveTo>
                    <a:pt x="3575" y="8463"/>
                  </a:moveTo>
                  <a:cubicBezTo>
                    <a:pt x="3532" y="8463"/>
                    <a:pt x="3510" y="8485"/>
                    <a:pt x="3510" y="8528"/>
                  </a:cubicBezTo>
                  <a:cubicBezTo>
                    <a:pt x="3510" y="8571"/>
                    <a:pt x="3532" y="8598"/>
                    <a:pt x="3575" y="8598"/>
                  </a:cubicBezTo>
                  <a:cubicBezTo>
                    <a:pt x="3624" y="8598"/>
                    <a:pt x="3645" y="8571"/>
                    <a:pt x="3645" y="8528"/>
                  </a:cubicBezTo>
                  <a:cubicBezTo>
                    <a:pt x="3645" y="8485"/>
                    <a:pt x="3624" y="8463"/>
                    <a:pt x="3575" y="8463"/>
                  </a:cubicBezTo>
                  <a:close/>
                  <a:moveTo>
                    <a:pt x="3845" y="8463"/>
                  </a:moveTo>
                  <a:cubicBezTo>
                    <a:pt x="3802" y="8463"/>
                    <a:pt x="3780" y="8485"/>
                    <a:pt x="3780" y="8528"/>
                  </a:cubicBezTo>
                  <a:cubicBezTo>
                    <a:pt x="3780" y="8571"/>
                    <a:pt x="3802" y="8598"/>
                    <a:pt x="3845" y="8598"/>
                  </a:cubicBezTo>
                  <a:cubicBezTo>
                    <a:pt x="3894" y="8598"/>
                    <a:pt x="3915" y="8571"/>
                    <a:pt x="3915" y="8528"/>
                  </a:cubicBezTo>
                  <a:cubicBezTo>
                    <a:pt x="3915" y="8485"/>
                    <a:pt x="3894" y="8463"/>
                    <a:pt x="3845" y="8463"/>
                  </a:cubicBezTo>
                  <a:close/>
                  <a:moveTo>
                    <a:pt x="4115" y="8463"/>
                  </a:moveTo>
                  <a:cubicBezTo>
                    <a:pt x="4072" y="8463"/>
                    <a:pt x="4050" y="8485"/>
                    <a:pt x="4050" y="8528"/>
                  </a:cubicBezTo>
                  <a:cubicBezTo>
                    <a:pt x="4050" y="8571"/>
                    <a:pt x="4072" y="8598"/>
                    <a:pt x="4115" y="8598"/>
                  </a:cubicBezTo>
                  <a:cubicBezTo>
                    <a:pt x="4164" y="8598"/>
                    <a:pt x="4185" y="8571"/>
                    <a:pt x="4185" y="8528"/>
                  </a:cubicBezTo>
                  <a:cubicBezTo>
                    <a:pt x="4185" y="8485"/>
                    <a:pt x="4164" y="8463"/>
                    <a:pt x="4115" y="8463"/>
                  </a:cubicBezTo>
                  <a:close/>
                  <a:moveTo>
                    <a:pt x="4385" y="8463"/>
                  </a:moveTo>
                  <a:cubicBezTo>
                    <a:pt x="4342" y="8463"/>
                    <a:pt x="4320" y="8485"/>
                    <a:pt x="4320" y="8528"/>
                  </a:cubicBezTo>
                  <a:cubicBezTo>
                    <a:pt x="4320" y="8571"/>
                    <a:pt x="4342" y="8598"/>
                    <a:pt x="4385" y="8598"/>
                  </a:cubicBezTo>
                  <a:cubicBezTo>
                    <a:pt x="4434" y="8598"/>
                    <a:pt x="4455" y="8571"/>
                    <a:pt x="4455" y="8528"/>
                  </a:cubicBezTo>
                  <a:cubicBezTo>
                    <a:pt x="4455" y="8485"/>
                    <a:pt x="4434" y="8463"/>
                    <a:pt x="4385" y="8463"/>
                  </a:cubicBezTo>
                  <a:close/>
                  <a:moveTo>
                    <a:pt x="4655" y="8463"/>
                  </a:moveTo>
                  <a:cubicBezTo>
                    <a:pt x="4612" y="8463"/>
                    <a:pt x="4590" y="8485"/>
                    <a:pt x="4590" y="8528"/>
                  </a:cubicBezTo>
                  <a:cubicBezTo>
                    <a:pt x="4590" y="8571"/>
                    <a:pt x="4612" y="8598"/>
                    <a:pt x="4655" y="8598"/>
                  </a:cubicBezTo>
                  <a:cubicBezTo>
                    <a:pt x="4704" y="8598"/>
                    <a:pt x="4725" y="8571"/>
                    <a:pt x="4725" y="8528"/>
                  </a:cubicBezTo>
                  <a:cubicBezTo>
                    <a:pt x="4725" y="8485"/>
                    <a:pt x="4704" y="8463"/>
                    <a:pt x="4655" y="8463"/>
                  </a:cubicBezTo>
                  <a:close/>
                  <a:moveTo>
                    <a:pt x="4925" y="8463"/>
                  </a:moveTo>
                  <a:cubicBezTo>
                    <a:pt x="4882" y="8463"/>
                    <a:pt x="4860" y="8485"/>
                    <a:pt x="4860" y="8528"/>
                  </a:cubicBezTo>
                  <a:cubicBezTo>
                    <a:pt x="4860" y="8571"/>
                    <a:pt x="4882" y="8598"/>
                    <a:pt x="4925" y="8598"/>
                  </a:cubicBezTo>
                  <a:cubicBezTo>
                    <a:pt x="4974" y="8598"/>
                    <a:pt x="4995" y="8571"/>
                    <a:pt x="4995" y="8528"/>
                  </a:cubicBezTo>
                  <a:cubicBezTo>
                    <a:pt x="4995" y="8485"/>
                    <a:pt x="4974" y="8463"/>
                    <a:pt x="4925" y="8463"/>
                  </a:cubicBezTo>
                  <a:close/>
                  <a:moveTo>
                    <a:pt x="5195" y="8463"/>
                  </a:moveTo>
                  <a:cubicBezTo>
                    <a:pt x="5152" y="8463"/>
                    <a:pt x="5130" y="8485"/>
                    <a:pt x="5130" y="8528"/>
                  </a:cubicBezTo>
                  <a:cubicBezTo>
                    <a:pt x="5130" y="8571"/>
                    <a:pt x="5152" y="8598"/>
                    <a:pt x="5195" y="8598"/>
                  </a:cubicBezTo>
                  <a:cubicBezTo>
                    <a:pt x="5244" y="8598"/>
                    <a:pt x="5265" y="8571"/>
                    <a:pt x="5265" y="8528"/>
                  </a:cubicBezTo>
                  <a:cubicBezTo>
                    <a:pt x="5265" y="8485"/>
                    <a:pt x="5244" y="8463"/>
                    <a:pt x="5195" y="8463"/>
                  </a:cubicBezTo>
                  <a:close/>
                  <a:moveTo>
                    <a:pt x="5465" y="8463"/>
                  </a:moveTo>
                  <a:cubicBezTo>
                    <a:pt x="5422" y="8463"/>
                    <a:pt x="5400" y="8485"/>
                    <a:pt x="5400" y="8528"/>
                  </a:cubicBezTo>
                  <a:cubicBezTo>
                    <a:pt x="5400" y="8571"/>
                    <a:pt x="5422" y="8598"/>
                    <a:pt x="5465" y="8598"/>
                  </a:cubicBezTo>
                  <a:cubicBezTo>
                    <a:pt x="5514" y="8598"/>
                    <a:pt x="5535" y="8571"/>
                    <a:pt x="5535" y="8528"/>
                  </a:cubicBezTo>
                  <a:cubicBezTo>
                    <a:pt x="5535" y="8485"/>
                    <a:pt x="5514" y="8463"/>
                    <a:pt x="5465" y="8463"/>
                  </a:cubicBezTo>
                  <a:close/>
                  <a:moveTo>
                    <a:pt x="5735" y="8463"/>
                  </a:moveTo>
                  <a:cubicBezTo>
                    <a:pt x="5692" y="8463"/>
                    <a:pt x="5670" y="8485"/>
                    <a:pt x="5670" y="8528"/>
                  </a:cubicBezTo>
                  <a:cubicBezTo>
                    <a:pt x="5670" y="8571"/>
                    <a:pt x="5692" y="8598"/>
                    <a:pt x="5735" y="8598"/>
                  </a:cubicBezTo>
                  <a:cubicBezTo>
                    <a:pt x="5784" y="8598"/>
                    <a:pt x="5805" y="8571"/>
                    <a:pt x="5805" y="8528"/>
                  </a:cubicBezTo>
                  <a:cubicBezTo>
                    <a:pt x="5805" y="8485"/>
                    <a:pt x="5784" y="8463"/>
                    <a:pt x="5735" y="8463"/>
                  </a:cubicBezTo>
                  <a:close/>
                  <a:moveTo>
                    <a:pt x="6005" y="8463"/>
                  </a:moveTo>
                  <a:cubicBezTo>
                    <a:pt x="5962" y="8463"/>
                    <a:pt x="5940" y="8485"/>
                    <a:pt x="5940" y="8528"/>
                  </a:cubicBezTo>
                  <a:cubicBezTo>
                    <a:pt x="5940" y="8571"/>
                    <a:pt x="5962" y="8598"/>
                    <a:pt x="6005" y="8598"/>
                  </a:cubicBezTo>
                  <a:cubicBezTo>
                    <a:pt x="6054" y="8598"/>
                    <a:pt x="6075" y="8571"/>
                    <a:pt x="6075" y="8528"/>
                  </a:cubicBezTo>
                  <a:cubicBezTo>
                    <a:pt x="6075" y="8485"/>
                    <a:pt x="6054" y="8463"/>
                    <a:pt x="6005" y="8463"/>
                  </a:cubicBezTo>
                  <a:close/>
                  <a:moveTo>
                    <a:pt x="6275" y="8463"/>
                  </a:moveTo>
                  <a:cubicBezTo>
                    <a:pt x="6232" y="8463"/>
                    <a:pt x="6210" y="8485"/>
                    <a:pt x="6210" y="8528"/>
                  </a:cubicBezTo>
                  <a:cubicBezTo>
                    <a:pt x="6210" y="8571"/>
                    <a:pt x="6232" y="8598"/>
                    <a:pt x="6275" y="8598"/>
                  </a:cubicBezTo>
                  <a:cubicBezTo>
                    <a:pt x="6324" y="8598"/>
                    <a:pt x="6345" y="8571"/>
                    <a:pt x="6345" y="8528"/>
                  </a:cubicBezTo>
                  <a:cubicBezTo>
                    <a:pt x="6345" y="8485"/>
                    <a:pt x="6324" y="8463"/>
                    <a:pt x="6275" y="8463"/>
                  </a:cubicBezTo>
                  <a:close/>
                  <a:moveTo>
                    <a:pt x="6545" y="8463"/>
                  </a:moveTo>
                  <a:cubicBezTo>
                    <a:pt x="6502" y="8463"/>
                    <a:pt x="6480" y="8485"/>
                    <a:pt x="6480" y="8528"/>
                  </a:cubicBezTo>
                  <a:cubicBezTo>
                    <a:pt x="6480" y="8571"/>
                    <a:pt x="6502" y="8598"/>
                    <a:pt x="6545" y="8598"/>
                  </a:cubicBezTo>
                  <a:cubicBezTo>
                    <a:pt x="6594" y="8598"/>
                    <a:pt x="6615" y="8571"/>
                    <a:pt x="6615" y="8528"/>
                  </a:cubicBezTo>
                  <a:cubicBezTo>
                    <a:pt x="6615" y="8485"/>
                    <a:pt x="6594" y="8463"/>
                    <a:pt x="6545" y="8463"/>
                  </a:cubicBezTo>
                  <a:close/>
                  <a:moveTo>
                    <a:pt x="6815" y="8463"/>
                  </a:moveTo>
                  <a:cubicBezTo>
                    <a:pt x="6772" y="8463"/>
                    <a:pt x="6750" y="8485"/>
                    <a:pt x="6750" y="8528"/>
                  </a:cubicBezTo>
                  <a:cubicBezTo>
                    <a:pt x="6750" y="8571"/>
                    <a:pt x="6772" y="8598"/>
                    <a:pt x="6815" y="8598"/>
                  </a:cubicBezTo>
                  <a:cubicBezTo>
                    <a:pt x="6864" y="8598"/>
                    <a:pt x="6885" y="8571"/>
                    <a:pt x="6885" y="8528"/>
                  </a:cubicBezTo>
                  <a:cubicBezTo>
                    <a:pt x="6885" y="8485"/>
                    <a:pt x="6864" y="8463"/>
                    <a:pt x="6815" y="8463"/>
                  </a:cubicBezTo>
                  <a:close/>
                  <a:moveTo>
                    <a:pt x="7085" y="8463"/>
                  </a:moveTo>
                  <a:cubicBezTo>
                    <a:pt x="7042" y="8463"/>
                    <a:pt x="7020" y="8485"/>
                    <a:pt x="7020" y="8528"/>
                  </a:cubicBezTo>
                  <a:cubicBezTo>
                    <a:pt x="7020" y="8571"/>
                    <a:pt x="7042" y="8598"/>
                    <a:pt x="7085" y="8598"/>
                  </a:cubicBezTo>
                  <a:cubicBezTo>
                    <a:pt x="7134" y="8598"/>
                    <a:pt x="7155" y="8571"/>
                    <a:pt x="7155" y="8528"/>
                  </a:cubicBezTo>
                  <a:cubicBezTo>
                    <a:pt x="7155" y="8485"/>
                    <a:pt x="7134" y="8463"/>
                    <a:pt x="7085" y="8463"/>
                  </a:cubicBezTo>
                  <a:close/>
                  <a:moveTo>
                    <a:pt x="7355" y="8463"/>
                  </a:moveTo>
                  <a:cubicBezTo>
                    <a:pt x="7312" y="8463"/>
                    <a:pt x="7290" y="8485"/>
                    <a:pt x="7290" y="8528"/>
                  </a:cubicBezTo>
                  <a:cubicBezTo>
                    <a:pt x="7290" y="8571"/>
                    <a:pt x="7312" y="8598"/>
                    <a:pt x="7355" y="8598"/>
                  </a:cubicBezTo>
                  <a:cubicBezTo>
                    <a:pt x="7404" y="8598"/>
                    <a:pt x="7425" y="8571"/>
                    <a:pt x="7425" y="8528"/>
                  </a:cubicBezTo>
                  <a:cubicBezTo>
                    <a:pt x="7425" y="8485"/>
                    <a:pt x="7404" y="8463"/>
                    <a:pt x="7355" y="8463"/>
                  </a:cubicBezTo>
                  <a:close/>
                  <a:moveTo>
                    <a:pt x="7625" y="8463"/>
                  </a:moveTo>
                  <a:cubicBezTo>
                    <a:pt x="7582" y="8463"/>
                    <a:pt x="7560" y="8485"/>
                    <a:pt x="7560" y="8528"/>
                  </a:cubicBezTo>
                  <a:cubicBezTo>
                    <a:pt x="7560" y="8571"/>
                    <a:pt x="7582" y="8598"/>
                    <a:pt x="7625" y="8598"/>
                  </a:cubicBezTo>
                  <a:cubicBezTo>
                    <a:pt x="7674" y="8598"/>
                    <a:pt x="7695" y="8571"/>
                    <a:pt x="7695" y="8528"/>
                  </a:cubicBezTo>
                  <a:cubicBezTo>
                    <a:pt x="7695" y="8485"/>
                    <a:pt x="7674" y="8463"/>
                    <a:pt x="7625" y="8463"/>
                  </a:cubicBezTo>
                  <a:close/>
                  <a:moveTo>
                    <a:pt x="7895" y="8463"/>
                  </a:moveTo>
                  <a:cubicBezTo>
                    <a:pt x="7852" y="8463"/>
                    <a:pt x="7830" y="8485"/>
                    <a:pt x="7830" y="8528"/>
                  </a:cubicBezTo>
                  <a:cubicBezTo>
                    <a:pt x="7830" y="8571"/>
                    <a:pt x="7852" y="8598"/>
                    <a:pt x="7895" y="8598"/>
                  </a:cubicBezTo>
                  <a:cubicBezTo>
                    <a:pt x="7944" y="8598"/>
                    <a:pt x="7965" y="8571"/>
                    <a:pt x="7965" y="8528"/>
                  </a:cubicBezTo>
                  <a:cubicBezTo>
                    <a:pt x="7965" y="8485"/>
                    <a:pt x="7944" y="8463"/>
                    <a:pt x="7895" y="8463"/>
                  </a:cubicBezTo>
                  <a:close/>
                  <a:moveTo>
                    <a:pt x="8165" y="8463"/>
                  </a:moveTo>
                  <a:cubicBezTo>
                    <a:pt x="8122" y="8463"/>
                    <a:pt x="8100" y="8485"/>
                    <a:pt x="8100" y="8528"/>
                  </a:cubicBezTo>
                  <a:cubicBezTo>
                    <a:pt x="8100" y="8571"/>
                    <a:pt x="8122" y="8598"/>
                    <a:pt x="8165" y="8598"/>
                  </a:cubicBezTo>
                  <a:cubicBezTo>
                    <a:pt x="8214" y="8598"/>
                    <a:pt x="8235" y="8571"/>
                    <a:pt x="8235" y="8528"/>
                  </a:cubicBezTo>
                  <a:cubicBezTo>
                    <a:pt x="8235" y="8485"/>
                    <a:pt x="8214" y="8463"/>
                    <a:pt x="8165" y="8463"/>
                  </a:cubicBezTo>
                  <a:close/>
                  <a:moveTo>
                    <a:pt x="8435" y="8463"/>
                  </a:moveTo>
                  <a:cubicBezTo>
                    <a:pt x="8392" y="8463"/>
                    <a:pt x="8370" y="8485"/>
                    <a:pt x="8370" y="8528"/>
                  </a:cubicBezTo>
                  <a:cubicBezTo>
                    <a:pt x="8370" y="8571"/>
                    <a:pt x="8392" y="8598"/>
                    <a:pt x="8435" y="8598"/>
                  </a:cubicBezTo>
                  <a:cubicBezTo>
                    <a:pt x="8484" y="8598"/>
                    <a:pt x="8505" y="8571"/>
                    <a:pt x="8505" y="8528"/>
                  </a:cubicBezTo>
                  <a:cubicBezTo>
                    <a:pt x="8505" y="8485"/>
                    <a:pt x="8484" y="8463"/>
                    <a:pt x="8435" y="8463"/>
                  </a:cubicBezTo>
                  <a:close/>
                  <a:moveTo>
                    <a:pt x="8705" y="8463"/>
                  </a:moveTo>
                  <a:cubicBezTo>
                    <a:pt x="8662" y="8463"/>
                    <a:pt x="8640" y="8485"/>
                    <a:pt x="8640" y="8528"/>
                  </a:cubicBezTo>
                  <a:cubicBezTo>
                    <a:pt x="8640" y="8571"/>
                    <a:pt x="8662" y="8598"/>
                    <a:pt x="8705" y="8598"/>
                  </a:cubicBezTo>
                  <a:cubicBezTo>
                    <a:pt x="8754" y="8598"/>
                    <a:pt x="8775" y="8571"/>
                    <a:pt x="8775" y="8528"/>
                  </a:cubicBezTo>
                  <a:cubicBezTo>
                    <a:pt x="8775" y="8485"/>
                    <a:pt x="8754" y="8463"/>
                    <a:pt x="8705" y="8463"/>
                  </a:cubicBezTo>
                  <a:close/>
                  <a:moveTo>
                    <a:pt x="8975" y="8463"/>
                  </a:moveTo>
                  <a:cubicBezTo>
                    <a:pt x="8932" y="8463"/>
                    <a:pt x="8911" y="8485"/>
                    <a:pt x="8911" y="8528"/>
                  </a:cubicBezTo>
                  <a:cubicBezTo>
                    <a:pt x="8911" y="8571"/>
                    <a:pt x="8932" y="8598"/>
                    <a:pt x="8975" y="8598"/>
                  </a:cubicBezTo>
                  <a:cubicBezTo>
                    <a:pt x="9024" y="8598"/>
                    <a:pt x="9046" y="8571"/>
                    <a:pt x="9046" y="8528"/>
                  </a:cubicBezTo>
                  <a:cubicBezTo>
                    <a:pt x="9046" y="8485"/>
                    <a:pt x="9024" y="8463"/>
                    <a:pt x="8975" y="8463"/>
                  </a:cubicBezTo>
                  <a:close/>
                  <a:moveTo>
                    <a:pt x="9245" y="8463"/>
                  </a:moveTo>
                  <a:cubicBezTo>
                    <a:pt x="9202" y="8463"/>
                    <a:pt x="9181" y="8485"/>
                    <a:pt x="9181" y="8528"/>
                  </a:cubicBezTo>
                  <a:cubicBezTo>
                    <a:pt x="9181" y="8571"/>
                    <a:pt x="9202" y="8598"/>
                    <a:pt x="9245" y="8598"/>
                  </a:cubicBezTo>
                  <a:cubicBezTo>
                    <a:pt x="9294" y="8598"/>
                    <a:pt x="9316" y="8571"/>
                    <a:pt x="9316" y="8528"/>
                  </a:cubicBezTo>
                  <a:cubicBezTo>
                    <a:pt x="9316" y="8485"/>
                    <a:pt x="9294" y="8463"/>
                    <a:pt x="9245" y="8463"/>
                  </a:cubicBezTo>
                  <a:close/>
                  <a:moveTo>
                    <a:pt x="9515" y="8463"/>
                  </a:moveTo>
                  <a:cubicBezTo>
                    <a:pt x="9472" y="8463"/>
                    <a:pt x="9451" y="8485"/>
                    <a:pt x="9451" y="8528"/>
                  </a:cubicBezTo>
                  <a:cubicBezTo>
                    <a:pt x="9451" y="8571"/>
                    <a:pt x="9472" y="8598"/>
                    <a:pt x="9515" y="8598"/>
                  </a:cubicBezTo>
                  <a:cubicBezTo>
                    <a:pt x="9564" y="8598"/>
                    <a:pt x="9586" y="8571"/>
                    <a:pt x="9586" y="8528"/>
                  </a:cubicBezTo>
                  <a:cubicBezTo>
                    <a:pt x="9586" y="8485"/>
                    <a:pt x="9564" y="8463"/>
                    <a:pt x="9515" y="8463"/>
                  </a:cubicBezTo>
                  <a:close/>
                  <a:moveTo>
                    <a:pt x="9785" y="8463"/>
                  </a:moveTo>
                  <a:cubicBezTo>
                    <a:pt x="9742" y="8463"/>
                    <a:pt x="9721" y="8485"/>
                    <a:pt x="9721" y="8528"/>
                  </a:cubicBezTo>
                  <a:cubicBezTo>
                    <a:pt x="9721" y="8571"/>
                    <a:pt x="9742" y="8598"/>
                    <a:pt x="9785" y="8598"/>
                  </a:cubicBezTo>
                  <a:cubicBezTo>
                    <a:pt x="9834" y="8598"/>
                    <a:pt x="9856" y="8571"/>
                    <a:pt x="9856" y="8528"/>
                  </a:cubicBezTo>
                  <a:cubicBezTo>
                    <a:pt x="9856" y="8485"/>
                    <a:pt x="9834" y="8463"/>
                    <a:pt x="9785" y="8463"/>
                  </a:cubicBezTo>
                  <a:close/>
                  <a:moveTo>
                    <a:pt x="10055" y="8463"/>
                  </a:moveTo>
                  <a:cubicBezTo>
                    <a:pt x="10012" y="8463"/>
                    <a:pt x="9991" y="8485"/>
                    <a:pt x="9991" y="8528"/>
                  </a:cubicBezTo>
                  <a:cubicBezTo>
                    <a:pt x="9991" y="8571"/>
                    <a:pt x="10012" y="8598"/>
                    <a:pt x="10055" y="8598"/>
                  </a:cubicBezTo>
                  <a:cubicBezTo>
                    <a:pt x="10104" y="8598"/>
                    <a:pt x="10126" y="8571"/>
                    <a:pt x="10126" y="8528"/>
                  </a:cubicBezTo>
                  <a:cubicBezTo>
                    <a:pt x="10126" y="8485"/>
                    <a:pt x="10104" y="8463"/>
                    <a:pt x="10055" y="8463"/>
                  </a:cubicBezTo>
                  <a:close/>
                  <a:moveTo>
                    <a:pt x="10325" y="8463"/>
                  </a:moveTo>
                  <a:cubicBezTo>
                    <a:pt x="10282" y="8463"/>
                    <a:pt x="10261" y="8485"/>
                    <a:pt x="10261" y="8528"/>
                  </a:cubicBezTo>
                  <a:cubicBezTo>
                    <a:pt x="10261" y="8571"/>
                    <a:pt x="10282" y="8598"/>
                    <a:pt x="10325" y="8598"/>
                  </a:cubicBezTo>
                  <a:cubicBezTo>
                    <a:pt x="10374" y="8598"/>
                    <a:pt x="10396" y="8571"/>
                    <a:pt x="10396" y="8528"/>
                  </a:cubicBezTo>
                  <a:cubicBezTo>
                    <a:pt x="10396" y="8485"/>
                    <a:pt x="10374" y="8463"/>
                    <a:pt x="10325" y="8463"/>
                  </a:cubicBezTo>
                  <a:close/>
                  <a:moveTo>
                    <a:pt x="10595" y="8463"/>
                  </a:moveTo>
                  <a:cubicBezTo>
                    <a:pt x="10552" y="8463"/>
                    <a:pt x="10531" y="8485"/>
                    <a:pt x="10531" y="8528"/>
                  </a:cubicBezTo>
                  <a:cubicBezTo>
                    <a:pt x="10531" y="8571"/>
                    <a:pt x="10552" y="8598"/>
                    <a:pt x="10595" y="8598"/>
                  </a:cubicBezTo>
                  <a:cubicBezTo>
                    <a:pt x="10644" y="8598"/>
                    <a:pt x="10666" y="8571"/>
                    <a:pt x="10666" y="8528"/>
                  </a:cubicBezTo>
                  <a:cubicBezTo>
                    <a:pt x="10666" y="8485"/>
                    <a:pt x="10644" y="8463"/>
                    <a:pt x="10595" y="8463"/>
                  </a:cubicBezTo>
                  <a:close/>
                  <a:moveTo>
                    <a:pt x="10865" y="8463"/>
                  </a:moveTo>
                  <a:cubicBezTo>
                    <a:pt x="10822" y="8463"/>
                    <a:pt x="10801" y="8485"/>
                    <a:pt x="10801" y="8528"/>
                  </a:cubicBezTo>
                  <a:cubicBezTo>
                    <a:pt x="10801" y="8571"/>
                    <a:pt x="10822" y="8598"/>
                    <a:pt x="10865" y="8598"/>
                  </a:cubicBezTo>
                  <a:cubicBezTo>
                    <a:pt x="10914" y="8598"/>
                    <a:pt x="10936" y="8571"/>
                    <a:pt x="10936" y="8528"/>
                  </a:cubicBezTo>
                  <a:cubicBezTo>
                    <a:pt x="10936" y="8485"/>
                    <a:pt x="10914" y="8463"/>
                    <a:pt x="10865" y="8463"/>
                  </a:cubicBezTo>
                  <a:close/>
                  <a:moveTo>
                    <a:pt x="11135" y="8463"/>
                  </a:moveTo>
                  <a:cubicBezTo>
                    <a:pt x="11092" y="8463"/>
                    <a:pt x="11071" y="8485"/>
                    <a:pt x="11071" y="8528"/>
                  </a:cubicBezTo>
                  <a:cubicBezTo>
                    <a:pt x="11071" y="8571"/>
                    <a:pt x="11092" y="8598"/>
                    <a:pt x="11135" y="8598"/>
                  </a:cubicBezTo>
                  <a:cubicBezTo>
                    <a:pt x="11184" y="8598"/>
                    <a:pt x="11206" y="8571"/>
                    <a:pt x="11206" y="8528"/>
                  </a:cubicBezTo>
                  <a:cubicBezTo>
                    <a:pt x="11206" y="8485"/>
                    <a:pt x="11184" y="8463"/>
                    <a:pt x="11135" y="8463"/>
                  </a:cubicBezTo>
                  <a:close/>
                </a:path>
              </a:pathLst>
            </a:custGeom>
            <a:solidFill>
              <a:srgbClr val="FFFFFF">
                <a:alpha val="211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g3f131e4dc8c_0_5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131e4dc8c_0_4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f131e4dc8c_0_4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f131e4dc8c_0_4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15.jpg"/><Relationship Id="rId6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3.jpg"/><Relationship Id="rId5" Type="http://schemas.openxmlformats.org/officeDocument/2006/relationships/image" Target="../media/image16.jpg"/><Relationship Id="rId6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 txBox="1"/>
          <p:nvPr>
            <p:ph type="ctrTitle"/>
          </p:nvPr>
        </p:nvSpPr>
        <p:spPr>
          <a:xfrm>
            <a:off x="341875" y="879300"/>
            <a:ext cx="4955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Title:</a:t>
            </a:r>
            <a:r>
              <a:rPr lang="en"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Lightweight Interpretable GNN with API Abstraction for Android Malware Detection</a:t>
            </a:r>
            <a:endParaRPr sz="1900">
              <a:solidFill>
                <a:srgbClr val="0C343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3" name="Google Shape;1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0685" y="2873262"/>
            <a:ext cx="1727309" cy="139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9950" y="2513475"/>
            <a:ext cx="1277100" cy="177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"/>
          <p:cNvGrpSpPr/>
          <p:nvPr/>
        </p:nvGrpSpPr>
        <p:grpSpPr>
          <a:xfrm>
            <a:off x="7237558" y="3894750"/>
            <a:ext cx="371766" cy="179195"/>
            <a:chOff x="3611929" y="2047735"/>
            <a:chExt cx="957172" cy="461367"/>
          </a:xfrm>
        </p:grpSpPr>
        <p:sp>
          <p:nvSpPr>
            <p:cNvPr id="126" name="Google Shape;126;p1"/>
            <p:cNvSpPr/>
            <p:nvPr/>
          </p:nvSpPr>
          <p:spPr>
            <a:xfrm>
              <a:off x="3611929" y="2047735"/>
              <a:ext cx="957172" cy="461367"/>
            </a:xfrm>
            <a:custGeom>
              <a:rect b="b" l="l" r="r" t="t"/>
              <a:pathLst>
                <a:path extrusionOk="0" h="5131" w="10645">
                  <a:moveTo>
                    <a:pt x="10509" y="114"/>
                  </a:moveTo>
                  <a:cubicBezTo>
                    <a:pt x="10439" y="1"/>
                    <a:pt x="10304" y="71"/>
                    <a:pt x="10239" y="136"/>
                  </a:cubicBezTo>
                  <a:cubicBezTo>
                    <a:pt x="9991" y="362"/>
                    <a:pt x="9764" y="654"/>
                    <a:pt x="9543" y="902"/>
                  </a:cubicBezTo>
                  <a:cubicBezTo>
                    <a:pt x="9224" y="1308"/>
                    <a:pt x="8911" y="1713"/>
                    <a:pt x="8619" y="2118"/>
                  </a:cubicBezTo>
                  <a:cubicBezTo>
                    <a:pt x="8598" y="2096"/>
                    <a:pt x="8598" y="2096"/>
                    <a:pt x="8598" y="2074"/>
                  </a:cubicBezTo>
                  <a:cubicBezTo>
                    <a:pt x="8598" y="2074"/>
                    <a:pt x="8571" y="2047"/>
                    <a:pt x="8571" y="2074"/>
                  </a:cubicBezTo>
                  <a:cubicBezTo>
                    <a:pt x="8484" y="2161"/>
                    <a:pt x="8371" y="2274"/>
                    <a:pt x="8236" y="2317"/>
                  </a:cubicBezTo>
                  <a:cubicBezTo>
                    <a:pt x="8122" y="2344"/>
                    <a:pt x="7944" y="2274"/>
                    <a:pt x="7944" y="2118"/>
                  </a:cubicBezTo>
                  <a:cubicBezTo>
                    <a:pt x="7944" y="2118"/>
                    <a:pt x="7923" y="2096"/>
                    <a:pt x="7923" y="2118"/>
                  </a:cubicBezTo>
                  <a:cubicBezTo>
                    <a:pt x="7788" y="2209"/>
                    <a:pt x="7653" y="2296"/>
                    <a:pt x="7491" y="2366"/>
                  </a:cubicBezTo>
                  <a:cubicBezTo>
                    <a:pt x="7469" y="2317"/>
                    <a:pt x="7469" y="2253"/>
                    <a:pt x="7447" y="2209"/>
                  </a:cubicBezTo>
                  <a:cubicBezTo>
                    <a:pt x="7447" y="2182"/>
                    <a:pt x="7426" y="2182"/>
                    <a:pt x="7426" y="2182"/>
                  </a:cubicBezTo>
                  <a:cubicBezTo>
                    <a:pt x="7291" y="2317"/>
                    <a:pt x="7134" y="2409"/>
                    <a:pt x="6978" y="2452"/>
                  </a:cubicBezTo>
                  <a:cubicBezTo>
                    <a:pt x="6907" y="2479"/>
                    <a:pt x="6794" y="2523"/>
                    <a:pt x="6729" y="2501"/>
                  </a:cubicBezTo>
                  <a:cubicBezTo>
                    <a:pt x="6659" y="2479"/>
                    <a:pt x="6681" y="2253"/>
                    <a:pt x="6681" y="2209"/>
                  </a:cubicBezTo>
                  <a:cubicBezTo>
                    <a:pt x="6681" y="2182"/>
                    <a:pt x="6659" y="2182"/>
                    <a:pt x="6637" y="2182"/>
                  </a:cubicBezTo>
                  <a:cubicBezTo>
                    <a:pt x="6459" y="2452"/>
                    <a:pt x="6211" y="2636"/>
                    <a:pt x="5941" y="2722"/>
                  </a:cubicBezTo>
                  <a:cubicBezTo>
                    <a:pt x="5941" y="2544"/>
                    <a:pt x="5962" y="2366"/>
                    <a:pt x="5984" y="2182"/>
                  </a:cubicBezTo>
                  <a:cubicBezTo>
                    <a:pt x="5984" y="2161"/>
                    <a:pt x="5962" y="2161"/>
                    <a:pt x="5962" y="2161"/>
                  </a:cubicBezTo>
                  <a:cubicBezTo>
                    <a:pt x="5671" y="2409"/>
                    <a:pt x="5401" y="2658"/>
                    <a:pt x="5109" y="2906"/>
                  </a:cubicBezTo>
                  <a:cubicBezTo>
                    <a:pt x="5109" y="2679"/>
                    <a:pt x="5222" y="2452"/>
                    <a:pt x="5401" y="2317"/>
                  </a:cubicBezTo>
                  <a:cubicBezTo>
                    <a:pt x="5422" y="2317"/>
                    <a:pt x="5401" y="2296"/>
                    <a:pt x="5379" y="2296"/>
                  </a:cubicBezTo>
                  <a:cubicBezTo>
                    <a:pt x="5330" y="2317"/>
                    <a:pt x="5287" y="2344"/>
                    <a:pt x="5222" y="2366"/>
                  </a:cubicBezTo>
                  <a:cubicBezTo>
                    <a:pt x="5357" y="2096"/>
                    <a:pt x="5465" y="1804"/>
                    <a:pt x="5557" y="1486"/>
                  </a:cubicBezTo>
                  <a:cubicBezTo>
                    <a:pt x="5649" y="1216"/>
                    <a:pt x="5692" y="924"/>
                    <a:pt x="5692" y="654"/>
                  </a:cubicBezTo>
                  <a:cubicBezTo>
                    <a:pt x="5671" y="541"/>
                    <a:pt x="5671" y="384"/>
                    <a:pt x="5627" y="292"/>
                  </a:cubicBezTo>
                  <a:cubicBezTo>
                    <a:pt x="5579" y="227"/>
                    <a:pt x="5465" y="206"/>
                    <a:pt x="5379" y="206"/>
                  </a:cubicBezTo>
                  <a:cubicBezTo>
                    <a:pt x="5152" y="227"/>
                    <a:pt x="4952" y="362"/>
                    <a:pt x="4769" y="497"/>
                  </a:cubicBezTo>
                  <a:cubicBezTo>
                    <a:pt x="4547" y="654"/>
                    <a:pt x="4364" y="859"/>
                    <a:pt x="4164" y="1059"/>
                  </a:cubicBezTo>
                  <a:cubicBezTo>
                    <a:pt x="3916" y="1308"/>
                    <a:pt x="3689" y="1578"/>
                    <a:pt x="3467" y="1848"/>
                  </a:cubicBezTo>
                  <a:cubicBezTo>
                    <a:pt x="3511" y="1621"/>
                    <a:pt x="3532" y="1421"/>
                    <a:pt x="3489" y="1216"/>
                  </a:cubicBezTo>
                  <a:cubicBezTo>
                    <a:pt x="3419" y="967"/>
                    <a:pt x="3197" y="859"/>
                    <a:pt x="2971" y="902"/>
                  </a:cubicBezTo>
                  <a:cubicBezTo>
                    <a:pt x="2679" y="946"/>
                    <a:pt x="2474" y="1216"/>
                    <a:pt x="2317" y="1421"/>
                  </a:cubicBezTo>
                  <a:cubicBezTo>
                    <a:pt x="1869" y="1961"/>
                    <a:pt x="1415" y="2501"/>
                    <a:pt x="1010" y="3063"/>
                  </a:cubicBezTo>
                  <a:cubicBezTo>
                    <a:pt x="767" y="3376"/>
                    <a:pt x="519" y="3694"/>
                    <a:pt x="335" y="4029"/>
                  </a:cubicBezTo>
                  <a:cubicBezTo>
                    <a:pt x="179" y="4321"/>
                    <a:pt x="65" y="4661"/>
                    <a:pt x="157" y="4974"/>
                  </a:cubicBezTo>
                  <a:cubicBezTo>
                    <a:pt x="157" y="4996"/>
                    <a:pt x="200" y="4996"/>
                    <a:pt x="200" y="4974"/>
                  </a:cubicBezTo>
                  <a:cubicBezTo>
                    <a:pt x="0" y="4369"/>
                    <a:pt x="540" y="3781"/>
                    <a:pt x="875" y="3311"/>
                  </a:cubicBezTo>
                  <a:cubicBezTo>
                    <a:pt x="1259" y="2793"/>
                    <a:pt x="1664" y="2274"/>
                    <a:pt x="2069" y="1777"/>
                  </a:cubicBezTo>
                  <a:cubicBezTo>
                    <a:pt x="2160" y="1642"/>
                    <a:pt x="2274" y="1507"/>
                    <a:pt x="2387" y="1399"/>
                  </a:cubicBezTo>
                  <a:cubicBezTo>
                    <a:pt x="2452" y="1286"/>
                    <a:pt x="2544" y="1172"/>
                    <a:pt x="2657" y="1081"/>
                  </a:cubicBezTo>
                  <a:cubicBezTo>
                    <a:pt x="2879" y="902"/>
                    <a:pt x="3284" y="811"/>
                    <a:pt x="3419" y="1151"/>
                  </a:cubicBezTo>
                  <a:cubicBezTo>
                    <a:pt x="3532" y="1372"/>
                    <a:pt x="3467" y="1669"/>
                    <a:pt x="3397" y="1891"/>
                  </a:cubicBezTo>
                  <a:cubicBezTo>
                    <a:pt x="3284" y="2047"/>
                    <a:pt x="3149" y="2209"/>
                    <a:pt x="3014" y="2366"/>
                  </a:cubicBezTo>
                  <a:cubicBezTo>
                    <a:pt x="2836" y="2587"/>
                    <a:pt x="2679" y="2814"/>
                    <a:pt x="2495" y="3041"/>
                  </a:cubicBezTo>
                  <a:cubicBezTo>
                    <a:pt x="2339" y="3262"/>
                    <a:pt x="2160" y="3511"/>
                    <a:pt x="2069" y="3759"/>
                  </a:cubicBezTo>
                  <a:cubicBezTo>
                    <a:pt x="2025" y="3873"/>
                    <a:pt x="2004" y="4008"/>
                    <a:pt x="2025" y="4121"/>
                  </a:cubicBezTo>
                  <a:cubicBezTo>
                    <a:pt x="2047" y="4143"/>
                    <a:pt x="2047" y="4143"/>
                    <a:pt x="2069" y="4143"/>
                  </a:cubicBezTo>
                  <a:cubicBezTo>
                    <a:pt x="2522" y="3781"/>
                    <a:pt x="2879" y="3311"/>
                    <a:pt x="3127" y="2793"/>
                  </a:cubicBezTo>
                  <a:cubicBezTo>
                    <a:pt x="3262" y="2544"/>
                    <a:pt x="3354" y="2274"/>
                    <a:pt x="3419" y="2004"/>
                  </a:cubicBezTo>
                  <a:cubicBezTo>
                    <a:pt x="3419" y="1961"/>
                    <a:pt x="3440" y="1939"/>
                    <a:pt x="3440" y="1912"/>
                  </a:cubicBezTo>
                  <a:cubicBezTo>
                    <a:pt x="3554" y="1756"/>
                    <a:pt x="3689" y="1621"/>
                    <a:pt x="3824" y="1486"/>
                  </a:cubicBezTo>
                  <a:cubicBezTo>
                    <a:pt x="4007" y="1286"/>
                    <a:pt x="4186" y="1081"/>
                    <a:pt x="4364" y="902"/>
                  </a:cubicBezTo>
                  <a:cubicBezTo>
                    <a:pt x="4547" y="724"/>
                    <a:pt x="4726" y="541"/>
                    <a:pt x="4925" y="427"/>
                  </a:cubicBezTo>
                  <a:cubicBezTo>
                    <a:pt x="5109" y="319"/>
                    <a:pt x="5536" y="92"/>
                    <a:pt x="5627" y="384"/>
                  </a:cubicBezTo>
                  <a:cubicBezTo>
                    <a:pt x="5692" y="654"/>
                    <a:pt x="5649" y="967"/>
                    <a:pt x="5579" y="1237"/>
                  </a:cubicBezTo>
                  <a:cubicBezTo>
                    <a:pt x="5492" y="1621"/>
                    <a:pt x="5357" y="2026"/>
                    <a:pt x="5174" y="2388"/>
                  </a:cubicBezTo>
                  <a:cubicBezTo>
                    <a:pt x="4342" y="2793"/>
                    <a:pt x="3624" y="3397"/>
                    <a:pt x="3062" y="4143"/>
                  </a:cubicBezTo>
                  <a:cubicBezTo>
                    <a:pt x="2927" y="4342"/>
                    <a:pt x="2765" y="4548"/>
                    <a:pt x="2657" y="4774"/>
                  </a:cubicBezTo>
                  <a:cubicBezTo>
                    <a:pt x="2587" y="4931"/>
                    <a:pt x="2609" y="5131"/>
                    <a:pt x="2836" y="5131"/>
                  </a:cubicBezTo>
                  <a:cubicBezTo>
                    <a:pt x="2949" y="5131"/>
                    <a:pt x="3062" y="5088"/>
                    <a:pt x="3149" y="5044"/>
                  </a:cubicBezTo>
                  <a:cubicBezTo>
                    <a:pt x="3262" y="4996"/>
                    <a:pt x="3376" y="4953"/>
                    <a:pt x="3467" y="4882"/>
                  </a:cubicBezTo>
                  <a:cubicBezTo>
                    <a:pt x="3667" y="4747"/>
                    <a:pt x="3845" y="4591"/>
                    <a:pt x="4007" y="4413"/>
                  </a:cubicBezTo>
                  <a:cubicBezTo>
                    <a:pt x="4364" y="4029"/>
                    <a:pt x="4612" y="3581"/>
                    <a:pt x="4861" y="3127"/>
                  </a:cubicBezTo>
                  <a:cubicBezTo>
                    <a:pt x="4996" y="2906"/>
                    <a:pt x="5109" y="2658"/>
                    <a:pt x="5195" y="2431"/>
                  </a:cubicBezTo>
                  <a:cubicBezTo>
                    <a:pt x="5222" y="2409"/>
                    <a:pt x="5266" y="2388"/>
                    <a:pt x="5287" y="2388"/>
                  </a:cubicBezTo>
                  <a:cubicBezTo>
                    <a:pt x="5131" y="2523"/>
                    <a:pt x="5060" y="2722"/>
                    <a:pt x="5060" y="2928"/>
                  </a:cubicBezTo>
                  <a:cubicBezTo>
                    <a:pt x="5087" y="2949"/>
                    <a:pt x="5087" y="2949"/>
                    <a:pt x="5109" y="2949"/>
                  </a:cubicBezTo>
                  <a:cubicBezTo>
                    <a:pt x="5379" y="2701"/>
                    <a:pt x="5671" y="2452"/>
                    <a:pt x="5941" y="2209"/>
                  </a:cubicBezTo>
                  <a:cubicBezTo>
                    <a:pt x="5941" y="2388"/>
                    <a:pt x="5919" y="2566"/>
                    <a:pt x="5897" y="2749"/>
                  </a:cubicBezTo>
                  <a:cubicBezTo>
                    <a:pt x="5897" y="2749"/>
                    <a:pt x="5897" y="2771"/>
                    <a:pt x="5919" y="2771"/>
                  </a:cubicBezTo>
                  <a:cubicBezTo>
                    <a:pt x="6211" y="2679"/>
                    <a:pt x="6459" y="2501"/>
                    <a:pt x="6637" y="2253"/>
                  </a:cubicBezTo>
                  <a:cubicBezTo>
                    <a:pt x="6637" y="2344"/>
                    <a:pt x="6659" y="2431"/>
                    <a:pt x="6659" y="2501"/>
                  </a:cubicBezTo>
                  <a:cubicBezTo>
                    <a:pt x="6659" y="2523"/>
                    <a:pt x="6659" y="2523"/>
                    <a:pt x="6681" y="2523"/>
                  </a:cubicBezTo>
                  <a:cubicBezTo>
                    <a:pt x="6951" y="2544"/>
                    <a:pt x="7221" y="2431"/>
                    <a:pt x="7426" y="2231"/>
                  </a:cubicBezTo>
                  <a:cubicBezTo>
                    <a:pt x="7426" y="2296"/>
                    <a:pt x="7447" y="2344"/>
                    <a:pt x="7469" y="2388"/>
                  </a:cubicBezTo>
                  <a:cubicBezTo>
                    <a:pt x="7469" y="2409"/>
                    <a:pt x="7469" y="2409"/>
                    <a:pt x="7491" y="2409"/>
                  </a:cubicBezTo>
                  <a:cubicBezTo>
                    <a:pt x="7626" y="2344"/>
                    <a:pt x="7788" y="2253"/>
                    <a:pt x="7923" y="2161"/>
                  </a:cubicBezTo>
                  <a:cubicBezTo>
                    <a:pt x="7923" y="2274"/>
                    <a:pt x="8031" y="2344"/>
                    <a:pt x="8166" y="2366"/>
                  </a:cubicBezTo>
                  <a:cubicBezTo>
                    <a:pt x="8328" y="2366"/>
                    <a:pt x="8463" y="2231"/>
                    <a:pt x="8571" y="2118"/>
                  </a:cubicBezTo>
                  <a:lnTo>
                    <a:pt x="8598" y="2139"/>
                  </a:lnTo>
                  <a:cubicBezTo>
                    <a:pt x="8484" y="2274"/>
                    <a:pt x="8392" y="2431"/>
                    <a:pt x="8301" y="2566"/>
                  </a:cubicBezTo>
                  <a:cubicBezTo>
                    <a:pt x="7852" y="3219"/>
                    <a:pt x="7469" y="3894"/>
                    <a:pt x="7113" y="4612"/>
                  </a:cubicBezTo>
                  <a:cubicBezTo>
                    <a:pt x="7113" y="4639"/>
                    <a:pt x="7134" y="4661"/>
                    <a:pt x="7134" y="4639"/>
                  </a:cubicBezTo>
                  <a:cubicBezTo>
                    <a:pt x="7561" y="3781"/>
                    <a:pt x="8058" y="2949"/>
                    <a:pt x="8619" y="2182"/>
                  </a:cubicBezTo>
                  <a:cubicBezTo>
                    <a:pt x="8733" y="2296"/>
                    <a:pt x="8911" y="2296"/>
                    <a:pt x="9067" y="2274"/>
                  </a:cubicBezTo>
                  <a:cubicBezTo>
                    <a:pt x="9337" y="2209"/>
                    <a:pt x="9586" y="2047"/>
                    <a:pt x="9786" y="1891"/>
                  </a:cubicBezTo>
                  <a:cubicBezTo>
                    <a:pt x="10191" y="1534"/>
                    <a:pt x="10488" y="1016"/>
                    <a:pt x="10531" y="454"/>
                  </a:cubicBezTo>
                  <a:cubicBezTo>
                    <a:pt x="10553" y="362"/>
                    <a:pt x="10574" y="206"/>
                    <a:pt x="10509" y="114"/>
                  </a:cubicBezTo>
                  <a:close/>
                  <a:moveTo>
                    <a:pt x="3149" y="2701"/>
                  </a:moveTo>
                  <a:cubicBezTo>
                    <a:pt x="2900" y="3241"/>
                    <a:pt x="2522" y="3716"/>
                    <a:pt x="2069" y="4099"/>
                  </a:cubicBezTo>
                  <a:cubicBezTo>
                    <a:pt x="2025" y="3802"/>
                    <a:pt x="2204" y="3559"/>
                    <a:pt x="2339" y="3333"/>
                  </a:cubicBezTo>
                  <a:cubicBezTo>
                    <a:pt x="2495" y="3127"/>
                    <a:pt x="2657" y="2906"/>
                    <a:pt x="2814" y="2701"/>
                  </a:cubicBezTo>
                  <a:cubicBezTo>
                    <a:pt x="2992" y="2452"/>
                    <a:pt x="3197" y="2209"/>
                    <a:pt x="3397" y="1961"/>
                  </a:cubicBezTo>
                  <a:cubicBezTo>
                    <a:pt x="3332" y="2231"/>
                    <a:pt x="3241" y="2479"/>
                    <a:pt x="3149" y="2701"/>
                  </a:cubicBezTo>
                  <a:close/>
                  <a:moveTo>
                    <a:pt x="4996" y="2771"/>
                  </a:moveTo>
                  <a:cubicBezTo>
                    <a:pt x="4790" y="3219"/>
                    <a:pt x="4547" y="3646"/>
                    <a:pt x="4250" y="4051"/>
                  </a:cubicBezTo>
                  <a:cubicBezTo>
                    <a:pt x="4007" y="4413"/>
                    <a:pt x="3667" y="4747"/>
                    <a:pt x="3262" y="4953"/>
                  </a:cubicBezTo>
                  <a:cubicBezTo>
                    <a:pt x="3149" y="5017"/>
                    <a:pt x="3062" y="5066"/>
                    <a:pt x="2949" y="5088"/>
                  </a:cubicBezTo>
                  <a:cubicBezTo>
                    <a:pt x="2879" y="5109"/>
                    <a:pt x="2792" y="5109"/>
                    <a:pt x="2722" y="5088"/>
                  </a:cubicBezTo>
                  <a:cubicBezTo>
                    <a:pt x="2657" y="5044"/>
                    <a:pt x="2657" y="4931"/>
                    <a:pt x="2679" y="4861"/>
                  </a:cubicBezTo>
                  <a:cubicBezTo>
                    <a:pt x="2701" y="4747"/>
                    <a:pt x="2765" y="4661"/>
                    <a:pt x="2814" y="4569"/>
                  </a:cubicBezTo>
                  <a:cubicBezTo>
                    <a:pt x="2879" y="4456"/>
                    <a:pt x="2949" y="4369"/>
                    <a:pt x="3014" y="4256"/>
                  </a:cubicBezTo>
                  <a:cubicBezTo>
                    <a:pt x="3575" y="3489"/>
                    <a:pt x="4321" y="2857"/>
                    <a:pt x="5152" y="2452"/>
                  </a:cubicBezTo>
                  <a:cubicBezTo>
                    <a:pt x="5109" y="2566"/>
                    <a:pt x="5060" y="2658"/>
                    <a:pt x="4996" y="2771"/>
                  </a:cubicBezTo>
                  <a:close/>
                  <a:moveTo>
                    <a:pt x="10418" y="881"/>
                  </a:moveTo>
                  <a:cubicBezTo>
                    <a:pt x="10326" y="1151"/>
                    <a:pt x="10191" y="1372"/>
                    <a:pt x="10034" y="1578"/>
                  </a:cubicBezTo>
                  <a:cubicBezTo>
                    <a:pt x="9834" y="1804"/>
                    <a:pt x="9607" y="2004"/>
                    <a:pt x="9337" y="2139"/>
                  </a:cubicBezTo>
                  <a:cubicBezTo>
                    <a:pt x="9159" y="2209"/>
                    <a:pt x="8776" y="2344"/>
                    <a:pt x="8641" y="2139"/>
                  </a:cubicBezTo>
                  <a:cubicBezTo>
                    <a:pt x="8797" y="1912"/>
                    <a:pt x="8954" y="1713"/>
                    <a:pt x="9138" y="1486"/>
                  </a:cubicBezTo>
                  <a:cubicBezTo>
                    <a:pt x="9316" y="1237"/>
                    <a:pt x="9516" y="1016"/>
                    <a:pt x="9721" y="767"/>
                  </a:cubicBezTo>
                  <a:cubicBezTo>
                    <a:pt x="9813" y="654"/>
                    <a:pt x="9921" y="541"/>
                    <a:pt x="10012" y="427"/>
                  </a:cubicBezTo>
                  <a:cubicBezTo>
                    <a:pt x="10083" y="362"/>
                    <a:pt x="10126" y="319"/>
                    <a:pt x="10169" y="249"/>
                  </a:cubicBezTo>
                  <a:cubicBezTo>
                    <a:pt x="10239" y="206"/>
                    <a:pt x="10304" y="114"/>
                    <a:pt x="10374" y="92"/>
                  </a:cubicBezTo>
                  <a:cubicBezTo>
                    <a:pt x="10644" y="49"/>
                    <a:pt x="10461" y="767"/>
                    <a:pt x="10418" y="8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4115460" y="2341042"/>
              <a:ext cx="101607" cy="20501"/>
            </a:xfrm>
            <a:custGeom>
              <a:rect b="b" l="l" r="r" t="t"/>
              <a:pathLst>
                <a:path extrusionOk="0" h="228" w="1130">
                  <a:moveTo>
                    <a:pt x="1108" y="27"/>
                  </a:moveTo>
                  <a:cubicBezTo>
                    <a:pt x="746" y="0"/>
                    <a:pt x="362" y="49"/>
                    <a:pt x="27" y="184"/>
                  </a:cubicBezTo>
                  <a:cubicBezTo>
                    <a:pt x="0" y="184"/>
                    <a:pt x="0" y="227"/>
                    <a:pt x="27" y="206"/>
                  </a:cubicBezTo>
                  <a:cubicBezTo>
                    <a:pt x="384" y="92"/>
                    <a:pt x="746" y="27"/>
                    <a:pt x="1108" y="71"/>
                  </a:cubicBezTo>
                  <a:cubicBezTo>
                    <a:pt x="1129" y="71"/>
                    <a:pt x="1129" y="27"/>
                    <a:pt x="1108" y="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"/>
          <p:cNvGrpSpPr/>
          <p:nvPr/>
        </p:nvGrpSpPr>
        <p:grpSpPr>
          <a:xfrm>
            <a:off x="7761771" y="3820474"/>
            <a:ext cx="364571" cy="306493"/>
            <a:chOff x="5750408" y="1983175"/>
            <a:chExt cx="938649" cy="789116"/>
          </a:xfrm>
        </p:grpSpPr>
        <p:sp>
          <p:nvSpPr>
            <p:cNvPr id="129" name="Google Shape;129;p1"/>
            <p:cNvSpPr/>
            <p:nvPr/>
          </p:nvSpPr>
          <p:spPr>
            <a:xfrm>
              <a:off x="5750408" y="1983175"/>
              <a:ext cx="938649" cy="789116"/>
            </a:xfrm>
            <a:custGeom>
              <a:rect b="b" l="l" r="r" t="t"/>
              <a:pathLst>
                <a:path extrusionOk="0" h="8776" w="10439">
                  <a:moveTo>
                    <a:pt x="10396" y="1145"/>
                  </a:moveTo>
                  <a:cubicBezTo>
                    <a:pt x="10396" y="1124"/>
                    <a:pt x="10353" y="1124"/>
                    <a:pt x="10353" y="1145"/>
                  </a:cubicBezTo>
                  <a:cubicBezTo>
                    <a:pt x="9969" y="2047"/>
                    <a:pt x="9677" y="2971"/>
                    <a:pt x="9429" y="3916"/>
                  </a:cubicBezTo>
                  <a:cubicBezTo>
                    <a:pt x="9067" y="4207"/>
                    <a:pt x="8619" y="4385"/>
                    <a:pt x="8144" y="4229"/>
                  </a:cubicBezTo>
                  <a:lnTo>
                    <a:pt x="8101" y="4250"/>
                  </a:lnTo>
                  <a:cubicBezTo>
                    <a:pt x="7922" y="4499"/>
                    <a:pt x="7561" y="4612"/>
                    <a:pt x="7269" y="4520"/>
                  </a:cubicBezTo>
                  <a:cubicBezTo>
                    <a:pt x="7312" y="4456"/>
                    <a:pt x="7334" y="4385"/>
                    <a:pt x="7334" y="4299"/>
                  </a:cubicBezTo>
                  <a:cubicBezTo>
                    <a:pt x="7361" y="4277"/>
                    <a:pt x="7334" y="4277"/>
                    <a:pt x="7312" y="4277"/>
                  </a:cubicBezTo>
                  <a:cubicBezTo>
                    <a:pt x="7199" y="4250"/>
                    <a:pt x="7091" y="4321"/>
                    <a:pt x="7021" y="4434"/>
                  </a:cubicBezTo>
                  <a:cubicBezTo>
                    <a:pt x="7021" y="4456"/>
                    <a:pt x="7021" y="4456"/>
                    <a:pt x="7042" y="4477"/>
                  </a:cubicBezTo>
                  <a:cubicBezTo>
                    <a:pt x="7091" y="4499"/>
                    <a:pt x="7134" y="4520"/>
                    <a:pt x="7177" y="4547"/>
                  </a:cubicBezTo>
                  <a:cubicBezTo>
                    <a:pt x="7042" y="4726"/>
                    <a:pt x="6821" y="4839"/>
                    <a:pt x="6594" y="4817"/>
                  </a:cubicBezTo>
                  <a:cubicBezTo>
                    <a:pt x="6254" y="4769"/>
                    <a:pt x="6032" y="4434"/>
                    <a:pt x="6076" y="4094"/>
                  </a:cubicBezTo>
                  <a:cubicBezTo>
                    <a:pt x="6076" y="4072"/>
                    <a:pt x="6032" y="4072"/>
                    <a:pt x="6011" y="4094"/>
                  </a:cubicBezTo>
                  <a:cubicBezTo>
                    <a:pt x="5897" y="4299"/>
                    <a:pt x="5714" y="4477"/>
                    <a:pt x="5535" y="4634"/>
                  </a:cubicBezTo>
                  <a:cubicBezTo>
                    <a:pt x="5492" y="4434"/>
                    <a:pt x="5471" y="4229"/>
                    <a:pt x="5422" y="4051"/>
                  </a:cubicBezTo>
                  <a:cubicBezTo>
                    <a:pt x="5422" y="4007"/>
                    <a:pt x="5379" y="4029"/>
                    <a:pt x="5379" y="4051"/>
                  </a:cubicBezTo>
                  <a:cubicBezTo>
                    <a:pt x="5152" y="4769"/>
                    <a:pt x="4682" y="5401"/>
                    <a:pt x="4050" y="5849"/>
                  </a:cubicBezTo>
                  <a:cubicBezTo>
                    <a:pt x="4164" y="5109"/>
                    <a:pt x="4299" y="4385"/>
                    <a:pt x="4499" y="3667"/>
                  </a:cubicBezTo>
                  <a:cubicBezTo>
                    <a:pt x="4882" y="3440"/>
                    <a:pt x="5201" y="3106"/>
                    <a:pt x="5357" y="2679"/>
                  </a:cubicBezTo>
                  <a:cubicBezTo>
                    <a:pt x="5557" y="2139"/>
                    <a:pt x="5422" y="1577"/>
                    <a:pt x="5130" y="1102"/>
                  </a:cubicBezTo>
                  <a:cubicBezTo>
                    <a:pt x="4974" y="832"/>
                    <a:pt x="4769" y="605"/>
                    <a:pt x="4569" y="405"/>
                  </a:cubicBezTo>
                  <a:cubicBezTo>
                    <a:pt x="4364" y="227"/>
                    <a:pt x="4164" y="44"/>
                    <a:pt x="3894" y="22"/>
                  </a:cubicBezTo>
                  <a:cubicBezTo>
                    <a:pt x="3419" y="0"/>
                    <a:pt x="3149" y="427"/>
                    <a:pt x="3014" y="789"/>
                  </a:cubicBezTo>
                  <a:cubicBezTo>
                    <a:pt x="2927" y="1080"/>
                    <a:pt x="2879" y="1372"/>
                    <a:pt x="2835" y="1664"/>
                  </a:cubicBezTo>
                  <a:cubicBezTo>
                    <a:pt x="2792" y="2004"/>
                    <a:pt x="2744" y="2360"/>
                    <a:pt x="2722" y="2701"/>
                  </a:cubicBezTo>
                  <a:cubicBezTo>
                    <a:pt x="2657" y="3219"/>
                    <a:pt x="2609" y="3737"/>
                    <a:pt x="2565" y="4250"/>
                  </a:cubicBezTo>
                  <a:cubicBezTo>
                    <a:pt x="2501" y="4250"/>
                    <a:pt x="2452" y="4277"/>
                    <a:pt x="2387" y="4299"/>
                  </a:cubicBezTo>
                  <a:cubicBezTo>
                    <a:pt x="1599" y="4456"/>
                    <a:pt x="810" y="4634"/>
                    <a:pt x="43" y="4790"/>
                  </a:cubicBezTo>
                  <a:cubicBezTo>
                    <a:pt x="22" y="4817"/>
                    <a:pt x="0" y="4839"/>
                    <a:pt x="22" y="4839"/>
                  </a:cubicBezTo>
                  <a:cubicBezTo>
                    <a:pt x="767" y="5309"/>
                    <a:pt x="1555" y="5600"/>
                    <a:pt x="2387" y="5870"/>
                  </a:cubicBezTo>
                  <a:cubicBezTo>
                    <a:pt x="2339" y="6119"/>
                    <a:pt x="2295" y="6346"/>
                    <a:pt x="2252" y="6594"/>
                  </a:cubicBezTo>
                  <a:cubicBezTo>
                    <a:pt x="2047" y="6907"/>
                    <a:pt x="1847" y="7221"/>
                    <a:pt x="1663" y="7518"/>
                  </a:cubicBezTo>
                  <a:cubicBezTo>
                    <a:pt x="1507" y="7739"/>
                    <a:pt x="1372" y="7944"/>
                    <a:pt x="1237" y="8166"/>
                  </a:cubicBezTo>
                  <a:cubicBezTo>
                    <a:pt x="1123" y="8349"/>
                    <a:pt x="1037" y="8527"/>
                    <a:pt x="1015" y="8754"/>
                  </a:cubicBezTo>
                  <a:cubicBezTo>
                    <a:pt x="1015" y="8776"/>
                    <a:pt x="1037" y="8776"/>
                    <a:pt x="1037" y="8776"/>
                  </a:cubicBezTo>
                  <a:cubicBezTo>
                    <a:pt x="1485" y="8598"/>
                    <a:pt x="1777" y="8214"/>
                    <a:pt x="1960" y="7788"/>
                  </a:cubicBezTo>
                  <a:cubicBezTo>
                    <a:pt x="2117" y="7404"/>
                    <a:pt x="2231" y="7021"/>
                    <a:pt x="2295" y="6616"/>
                  </a:cubicBezTo>
                  <a:cubicBezTo>
                    <a:pt x="2339" y="6546"/>
                    <a:pt x="2387" y="6481"/>
                    <a:pt x="2430" y="6438"/>
                  </a:cubicBezTo>
                  <a:cubicBezTo>
                    <a:pt x="2522" y="6276"/>
                    <a:pt x="2609" y="6119"/>
                    <a:pt x="2722" y="5962"/>
                  </a:cubicBezTo>
                  <a:cubicBezTo>
                    <a:pt x="3667" y="6254"/>
                    <a:pt x="4661" y="6502"/>
                    <a:pt x="5579" y="6864"/>
                  </a:cubicBezTo>
                  <a:cubicBezTo>
                    <a:pt x="6119" y="7064"/>
                    <a:pt x="6637" y="7312"/>
                    <a:pt x="7112" y="7626"/>
                  </a:cubicBezTo>
                  <a:cubicBezTo>
                    <a:pt x="7134" y="7653"/>
                    <a:pt x="7177" y="7604"/>
                    <a:pt x="7134" y="7582"/>
                  </a:cubicBezTo>
                  <a:cubicBezTo>
                    <a:pt x="5805" y="6708"/>
                    <a:pt x="4256" y="6367"/>
                    <a:pt x="2744" y="5919"/>
                  </a:cubicBezTo>
                  <a:cubicBezTo>
                    <a:pt x="3127" y="5309"/>
                    <a:pt x="3532" y="4726"/>
                    <a:pt x="3915" y="4115"/>
                  </a:cubicBezTo>
                  <a:cubicBezTo>
                    <a:pt x="3959" y="4051"/>
                    <a:pt x="4007" y="3959"/>
                    <a:pt x="4050" y="3894"/>
                  </a:cubicBezTo>
                  <a:cubicBezTo>
                    <a:pt x="4121" y="3872"/>
                    <a:pt x="4164" y="3845"/>
                    <a:pt x="4229" y="3824"/>
                  </a:cubicBezTo>
                  <a:cubicBezTo>
                    <a:pt x="4299" y="3781"/>
                    <a:pt x="4364" y="3759"/>
                    <a:pt x="4434" y="3710"/>
                  </a:cubicBezTo>
                  <a:cubicBezTo>
                    <a:pt x="4229" y="4434"/>
                    <a:pt x="4094" y="5152"/>
                    <a:pt x="4007" y="5897"/>
                  </a:cubicBezTo>
                  <a:cubicBezTo>
                    <a:pt x="4007" y="5919"/>
                    <a:pt x="4029" y="5941"/>
                    <a:pt x="4050" y="5919"/>
                  </a:cubicBezTo>
                  <a:cubicBezTo>
                    <a:pt x="4661" y="5492"/>
                    <a:pt x="5130" y="4861"/>
                    <a:pt x="5400" y="4164"/>
                  </a:cubicBezTo>
                  <a:cubicBezTo>
                    <a:pt x="5422" y="4321"/>
                    <a:pt x="5444" y="4499"/>
                    <a:pt x="5492" y="4682"/>
                  </a:cubicBezTo>
                  <a:cubicBezTo>
                    <a:pt x="5492" y="4704"/>
                    <a:pt x="5514" y="4704"/>
                    <a:pt x="5514" y="4704"/>
                  </a:cubicBezTo>
                  <a:cubicBezTo>
                    <a:pt x="5714" y="4569"/>
                    <a:pt x="5876" y="4385"/>
                    <a:pt x="6011" y="4207"/>
                  </a:cubicBezTo>
                  <a:cubicBezTo>
                    <a:pt x="6032" y="4520"/>
                    <a:pt x="6254" y="4817"/>
                    <a:pt x="6594" y="4861"/>
                  </a:cubicBezTo>
                  <a:cubicBezTo>
                    <a:pt x="6842" y="4904"/>
                    <a:pt x="7091" y="4769"/>
                    <a:pt x="7247" y="4569"/>
                  </a:cubicBezTo>
                  <a:cubicBezTo>
                    <a:pt x="7447" y="4634"/>
                    <a:pt x="7696" y="4612"/>
                    <a:pt x="7901" y="4499"/>
                  </a:cubicBezTo>
                  <a:cubicBezTo>
                    <a:pt x="7966" y="4456"/>
                    <a:pt x="8036" y="4412"/>
                    <a:pt x="8079" y="4364"/>
                  </a:cubicBezTo>
                  <a:cubicBezTo>
                    <a:pt x="8122" y="4321"/>
                    <a:pt x="8122" y="4299"/>
                    <a:pt x="8171" y="4299"/>
                  </a:cubicBezTo>
                  <a:cubicBezTo>
                    <a:pt x="8236" y="4321"/>
                    <a:pt x="8279" y="4342"/>
                    <a:pt x="8327" y="4342"/>
                  </a:cubicBezTo>
                  <a:cubicBezTo>
                    <a:pt x="8484" y="4364"/>
                    <a:pt x="8641" y="4342"/>
                    <a:pt x="8797" y="4321"/>
                  </a:cubicBezTo>
                  <a:cubicBezTo>
                    <a:pt x="9024" y="4250"/>
                    <a:pt x="9224" y="4142"/>
                    <a:pt x="9386" y="4007"/>
                  </a:cubicBezTo>
                  <a:cubicBezTo>
                    <a:pt x="9202" y="4726"/>
                    <a:pt x="9046" y="5465"/>
                    <a:pt x="8932" y="6211"/>
                  </a:cubicBezTo>
                  <a:cubicBezTo>
                    <a:pt x="8846" y="6681"/>
                    <a:pt x="8797" y="7177"/>
                    <a:pt x="8754" y="7653"/>
                  </a:cubicBezTo>
                  <a:cubicBezTo>
                    <a:pt x="8754" y="7696"/>
                    <a:pt x="8797" y="7696"/>
                    <a:pt x="8797" y="7653"/>
                  </a:cubicBezTo>
                  <a:cubicBezTo>
                    <a:pt x="8911" y="6411"/>
                    <a:pt x="9137" y="5152"/>
                    <a:pt x="9451" y="3959"/>
                  </a:cubicBezTo>
                  <a:cubicBezTo>
                    <a:pt x="9834" y="3624"/>
                    <a:pt x="10104" y="3149"/>
                    <a:pt x="10239" y="2679"/>
                  </a:cubicBezTo>
                  <a:cubicBezTo>
                    <a:pt x="10396" y="2182"/>
                    <a:pt x="10439" y="1664"/>
                    <a:pt x="10396" y="1145"/>
                  </a:cubicBezTo>
                  <a:close/>
                  <a:moveTo>
                    <a:pt x="2857" y="2004"/>
                  </a:moveTo>
                  <a:cubicBezTo>
                    <a:pt x="2927" y="1485"/>
                    <a:pt x="2949" y="854"/>
                    <a:pt x="3284" y="405"/>
                  </a:cubicBezTo>
                  <a:cubicBezTo>
                    <a:pt x="3419" y="200"/>
                    <a:pt x="3624" y="44"/>
                    <a:pt x="3894" y="65"/>
                  </a:cubicBezTo>
                  <a:cubicBezTo>
                    <a:pt x="4207" y="92"/>
                    <a:pt x="4455" y="362"/>
                    <a:pt x="4682" y="584"/>
                  </a:cubicBezTo>
                  <a:cubicBezTo>
                    <a:pt x="5087" y="1010"/>
                    <a:pt x="5422" y="1599"/>
                    <a:pt x="5400" y="2204"/>
                  </a:cubicBezTo>
                  <a:cubicBezTo>
                    <a:pt x="5379" y="2792"/>
                    <a:pt x="4995" y="3284"/>
                    <a:pt x="4499" y="3602"/>
                  </a:cubicBezTo>
                  <a:cubicBezTo>
                    <a:pt x="4590" y="3332"/>
                    <a:pt x="4661" y="3084"/>
                    <a:pt x="4747" y="2814"/>
                  </a:cubicBezTo>
                  <a:cubicBezTo>
                    <a:pt x="4747" y="2792"/>
                    <a:pt x="4725" y="2765"/>
                    <a:pt x="4704" y="2792"/>
                  </a:cubicBezTo>
                  <a:cubicBezTo>
                    <a:pt x="4477" y="3149"/>
                    <a:pt x="4229" y="3511"/>
                    <a:pt x="4007" y="3872"/>
                  </a:cubicBezTo>
                  <a:cubicBezTo>
                    <a:pt x="3581" y="4051"/>
                    <a:pt x="3084" y="4142"/>
                    <a:pt x="2636" y="4229"/>
                  </a:cubicBezTo>
                  <a:cubicBezTo>
                    <a:pt x="2700" y="3489"/>
                    <a:pt x="2771" y="2744"/>
                    <a:pt x="2857" y="2004"/>
                  </a:cubicBezTo>
                  <a:close/>
                  <a:moveTo>
                    <a:pt x="1599" y="5557"/>
                  </a:moveTo>
                  <a:cubicBezTo>
                    <a:pt x="1080" y="5357"/>
                    <a:pt x="583" y="5131"/>
                    <a:pt x="114" y="4839"/>
                  </a:cubicBezTo>
                  <a:cubicBezTo>
                    <a:pt x="832" y="4682"/>
                    <a:pt x="1555" y="4520"/>
                    <a:pt x="2274" y="4364"/>
                  </a:cubicBezTo>
                  <a:cubicBezTo>
                    <a:pt x="2366" y="4342"/>
                    <a:pt x="2474" y="4321"/>
                    <a:pt x="2565" y="4299"/>
                  </a:cubicBezTo>
                  <a:cubicBezTo>
                    <a:pt x="2544" y="4477"/>
                    <a:pt x="2522" y="4682"/>
                    <a:pt x="2522" y="4861"/>
                  </a:cubicBezTo>
                  <a:cubicBezTo>
                    <a:pt x="2474" y="5174"/>
                    <a:pt x="2430" y="5492"/>
                    <a:pt x="2387" y="5806"/>
                  </a:cubicBezTo>
                  <a:cubicBezTo>
                    <a:pt x="2117" y="5735"/>
                    <a:pt x="1869" y="5649"/>
                    <a:pt x="1599" y="5557"/>
                  </a:cubicBezTo>
                  <a:close/>
                  <a:moveTo>
                    <a:pt x="2095" y="7221"/>
                  </a:moveTo>
                  <a:cubicBezTo>
                    <a:pt x="1933" y="7809"/>
                    <a:pt x="1663" y="8463"/>
                    <a:pt x="1080" y="8706"/>
                  </a:cubicBezTo>
                  <a:cubicBezTo>
                    <a:pt x="1102" y="8506"/>
                    <a:pt x="1215" y="8328"/>
                    <a:pt x="1329" y="8144"/>
                  </a:cubicBezTo>
                  <a:cubicBezTo>
                    <a:pt x="1442" y="7944"/>
                    <a:pt x="1577" y="7761"/>
                    <a:pt x="1690" y="7561"/>
                  </a:cubicBezTo>
                  <a:cubicBezTo>
                    <a:pt x="1869" y="7291"/>
                    <a:pt x="2047" y="7021"/>
                    <a:pt x="2231" y="6751"/>
                  </a:cubicBezTo>
                  <a:cubicBezTo>
                    <a:pt x="2182" y="6907"/>
                    <a:pt x="2139" y="7064"/>
                    <a:pt x="2095" y="7221"/>
                  </a:cubicBezTo>
                  <a:close/>
                  <a:moveTo>
                    <a:pt x="2317" y="6481"/>
                  </a:moveTo>
                  <a:cubicBezTo>
                    <a:pt x="2366" y="6346"/>
                    <a:pt x="2387" y="6189"/>
                    <a:pt x="2409" y="6054"/>
                  </a:cubicBezTo>
                  <a:cubicBezTo>
                    <a:pt x="2409" y="6005"/>
                    <a:pt x="2430" y="5941"/>
                    <a:pt x="2430" y="5870"/>
                  </a:cubicBezTo>
                  <a:cubicBezTo>
                    <a:pt x="2501" y="5897"/>
                    <a:pt x="2587" y="5941"/>
                    <a:pt x="2657" y="5962"/>
                  </a:cubicBezTo>
                  <a:cubicBezTo>
                    <a:pt x="2544" y="6119"/>
                    <a:pt x="2430" y="6303"/>
                    <a:pt x="2317" y="6481"/>
                  </a:cubicBezTo>
                  <a:close/>
                  <a:moveTo>
                    <a:pt x="2700" y="5919"/>
                  </a:moveTo>
                  <a:cubicBezTo>
                    <a:pt x="2609" y="5870"/>
                    <a:pt x="2522" y="5849"/>
                    <a:pt x="2430" y="5827"/>
                  </a:cubicBezTo>
                  <a:cubicBezTo>
                    <a:pt x="2522" y="5309"/>
                    <a:pt x="2565" y="4817"/>
                    <a:pt x="2609" y="4299"/>
                  </a:cubicBezTo>
                  <a:cubicBezTo>
                    <a:pt x="3084" y="4207"/>
                    <a:pt x="3532" y="4094"/>
                    <a:pt x="3959" y="3937"/>
                  </a:cubicBezTo>
                  <a:cubicBezTo>
                    <a:pt x="3532" y="4591"/>
                    <a:pt x="3127" y="5244"/>
                    <a:pt x="2700" y="5919"/>
                  </a:cubicBezTo>
                  <a:close/>
                  <a:moveTo>
                    <a:pt x="4094" y="3824"/>
                  </a:moveTo>
                  <a:cubicBezTo>
                    <a:pt x="4277" y="3532"/>
                    <a:pt x="4455" y="3262"/>
                    <a:pt x="4634" y="2971"/>
                  </a:cubicBezTo>
                  <a:cubicBezTo>
                    <a:pt x="4569" y="3197"/>
                    <a:pt x="4499" y="3419"/>
                    <a:pt x="4455" y="3646"/>
                  </a:cubicBezTo>
                  <a:cubicBezTo>
                    <a:pt x="4342" y="3710"/>
                    <a:pt x="4207" y="3781"/>
                    <a:pt x="4094" y="3824"/>
                  </a:cubicBezTo>
                  <a:close/>
                  <a:moveTo>
                    <a:pt x="7091" y="4434"/>
                  </a:moveTo>
                  <a:cubicBezTo>
                    <a:pt x="7134" y="4364"/>
                    <a:pt x="7199" y="4321"/>
                    <a:pt x="7291" y="4321"/>
                  </a:cubicBezTo>
                  <a:cubicBezTo>
                    <a:pt x="7269" y="4385"/>
                    <a:pt x="7247" y="4456"/>
                    <a:pt x="7226" y="4499"/>
                  </a:cubicBezTo>
                  <a:cubicBezTo>
                    <a:pt x="7177" y="4477"/>
                    <a:pt x="7134" y="4456"/>
                    <a:pt x="7091" y="4434"/>
                  </a:cubicBezTo>
                  <a:close/>
                  <a:moveTo>
                    <a:pt x="9856" y="3397"/>
                  </a:moveTo>
                  <a:cubicBezTo>
                    <a:pt x="9764" y="3554"/>
                    <a:pt x="9629" y="3710"/>
                    <a:pt x="9494" y="3845"/>
                  </a:cubicBezTo>
                  <a:cubicBezTo>
                    <a:pt x="9607" y="3397"/>
                    <a:pt x="9742" y="2971"/>
                    <a:pt x="9877" y="2544"/>
                  </a:cubicBezTo>
                  <a:cubicBezTo>
                    <a:pt x="10034" y="2117"/>
                    <a:pt x="10196" y="1685"/>
                    <a:pt x="10353" y="1259"/>
                  </a:cubicBezTo>
                  <a:cubicBezTo>
                    <a:pt x="10396" y="2004"/>
                    <a:pt x="10261" y="2792"/>
                    <a:pt x="9856" y="33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6389892" y="2474568"/>
              <a:ext cx="36507" cy="16635"/>
            </a:xfrm>
            <a:custGeom>
              <a:rect b="b" l="l" r="r" t="t"/>
              <a:pathLst>
                <a:path extrusionOk="0" h="185" w="406">
                  <a:moveTo>
                    <a:pt x="357" y="49"/>
                  </a:moveTo>
                  <a:cubicBezTo>
                    <a:pt x="249" y="0"/>
                    <a:pt x="114" y="49"/>
                    <a:pt x="22" y="135"/>
                  </a:cubicBezTo>
                  <a:cubicBezTo>
                    <a:pt x="0" y="162"/>
                    <a:pt x="44" y="184"/>
                    <a:pt x="65" y="162"/>
                  </a:cubicBezTo>
                  <a:cubicBezTo>
                    <a:pt x="135" y="92"/>
                    <a:pt x="249" y="71"/>
                    <a:pt x="357" y="92"/>
                  </a:cubicBezTo>
                  <a:cubicBezTo>
                    <a:pt x="384" y="114"/>
                    <a:pt x="405" y="71"/>
                    <a:pt x="35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1" name="Google Shape;131;p1"/>
          <p:cNvPicPr preferRelativeResize="0"/>
          <p:nvPr/>
        </p:nvPicPr>
        <p:blipFill rotWithShape="1">
          <a:blip r:embed="rId5">
            <a:alphaModFix/>
          </a:blip>
          <a:srcRect b="4921" l="6101" r="6101" t="4913"/>
          <a:stretch/>
        </p:blipFill>
        <p:spPr>
          <a:xfrm>
            <a:off x="5297125" y="1163363"/>
            <a:ext cx="2821099" cy="245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"/>
          <p:cNvSpPr txBox="1"/>
          <p:nvPr>
            <p:ph idx="4294967295" type="subTitle"/>
          </p:nvPr>
        </p:nvSpPr>
        <p:spPr>
          <a:xfrm>
            <a:off x="426250" y="3249775"/>
            <a:ext cx="3657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Author: Afsun Al Mayen</a:t>
            </a:r>
            <a:b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ID: 011201339</a:t>
            </a:r>
            <a:endParaRPr b="1" i="0" sz="1300" u="none" cap="none" strike="noStrike">
              <a:solidFill>
                <a:srgbClr val="026D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</a:pPr>
            <a: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Institution: United International University</a:t>
            </a:r>
            <a:endParaRPr b="1" i="0" sz="1500" u="none" cap="none" strike="noStrike">
              <a:solidFill>
                <a:srgbClr val="026D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>
            <p:ph idx="4294967295" type="subTitle"/>
          </p:nvPr>
        </p:nvSpPr>
        <p:spPr>
          <a:xfrm>
            <a:off x="426250" y="2261000"/>
            <a:ext cx="3657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Author: </a:t>
            </a:r>
            <a:r>
              <a:rPr b="1" lang="en" sz="1300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Mushfiqur Rahman</a:t>
            </a:r>
            <a:b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ID: </a:t>
            </a:r>
            <a:r>
              <a:rPr b="1" lang="en" sz="1300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011212083</a:t>
            </a:r>
            <a:endParaRPr b="1" i="0" sz="1300" u="none" cap="none" strike="noStrike">
              <a:solidFill>
                <a:srgbClr val="026D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</a:pPr>
            <a:r>
              <a:rPr b="1" i="0" lang="en" sz="1300" u="none" cap="none" strike="noStrike">
                <a:solidFill>
                  <a:srgbClr val="026DAB"/>
                </a:solidFill>
                <a:latin typeface="Arial"/>
                <a:ea typeface="Arial"/>
                <a:cs typeface="Arial"/>
                <a:sym typeface="Arial"/>
              </a:rPr>
              <a:t>Institution: United International University</a:t>
            </a:r>
            <a:endParaRPr b="1" i="0" sz="1500" u="none" cap="none" strike="noStrike">
              <a:solidFill>
                <a:srgbClr val="026DA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033E80"/>
                </a:solidFill>
              </a:rPr>
              <a:t>Problem Statement</a:t>
            </a:r>
            <a:endParaRPr>
              <a:solidFill>
                <a:srgbClr val="033E80"/>
              </a:solidFill>
            </a:endParaRPr>
          </a:p>
        </p:txBody>
      </p:sp>
      <p:sp>
        <p:nvSpPr>
          <p:cNvPr id="139" name="Google Shape;139;p2"/>
          <p:cNvSpPr txBox="1"/>
          <p:nvPr>
            <p:ph idx="2" type="subTitle"/>
          </p:nvPr>
        </p:nvSpPr>
        <p:spPr>
          <a:xfrm>
            <a:off x="195725" y="1170025"/>
            <a:ext cx="6158400" cy="3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34343"/>
                </a:solidFill>
              </a:rPr>
              <a:t>The Problem: Malware is Hiding in Plain Sight</a:t>
            </a:r>
            <a:endParaRPr b="1" sz="1700">
              <a:solidFill>
                <a:srgbClr val="434343"/>
              </a:solidFill>
            </a:endParaRPr>
          </a:p>
          <a:p>
            <a:pPr indent="-4000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" sz="1500">
                <a:solidFill>
                  <a:srgbClr val="434343"/>
                </a:solidFill>
              </a:rPr>
              <a:t>Code Disguising: Malware developers constantly change API names and "scramble" their code to bypass traditional security.</a:t>
            </a:r>
            <a:endParaRPr b="1" sz="1700">
              <a:solidFill>
                <a:srgbClr val="434343"/>
              </a:solidFill>
            </a:endParaRPr>
          </a:p>
          <a:p>
            <a:pPr indent="-4000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" sz="1500">
                <a:solidFill>
                  <a:srgbClr val="434343"/>
                </a:solidFill>
              </a:rPr>
              <a:t>Literal Detection: Existing systems look at exact names (like "sendSMS"). If the name is changed, the system fails.</a:t>
            </a:r>
            <a:endParaRPr b="1" sz="1500">
              <a:solidFill>
                <a:srgbClr val="434343"/>
              </a:solidFill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" sz="1500">
                <a:solidFill>
                  <a:srgbClr val="434343"/>
                </a:solidFill>
              </a:rPr>
              <a:t>The Gap: There is a lack of focus on the meaning of the actions, making current antivirus tools fragile and easily fooled by new tricks.</a:t>
            </a:r>
            <a:endParaRPr b="1" sz="1700">
              <a:solidFill>
                <a:srgbClr val="434343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700">
              <a:solidFill>
                <a:srgbClr val="434343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700">
              <a:solidFill>
                <a:srgbClr val="434343"/>
              </a:solidFill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0" y="-564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"/>
          <p:cNvGrpSpPr/>
          <p:nvPr/>
        </p:nvGrpSpPr>
        <p:grpSpPr>
          <a:xfrm>
            <a:off x="6914015" y="1962139"/>
            <a:ext cx="1970768" cy="1528779"/>
            <a:chOff x="7617850" y="2063282"/>
            <a:chExt cx="799565" cy="670282"/>
          </a:xfrm>
        </p:grpSpPr>
        <p:cxnSp>
          <p:nvCxnSpPr>
            <p:cNvPr id="142" name="Google Shape;142;p2"/>
            <p:cNvCxnSpPr/>
            <p:nvPr/>
          </p:nvCxnSpPr>
          <p:spPr>
            <a:xfrm flipH="1" rot="5400000">
              <a:off x="7629118" y="2104714"/>
              <a:ext cx="129900" cy="111300"/>
            </a:xfrm>
            <a:prstGeom prst="bentConnector3">
              <a:avLst>
                <a:gd fmla="val 25103" name="adj1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2"/>
            <p:cNvCxnSpPr/>
            <p:nvPr/>
          </p:nvCxnSpPr>
          <p:spPr>
            <a:xfrm rot="-5400000">
              <a:off x="8276270" y="2104714"/>
              <a:ext cx="129900" cy="111300"/>
            </a:xfrm>
            <a:prstGeom prst="bentConnector3">
              <a:avLst>
                <a:gd fmla="val 25103" name="adj1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2"/>
            <p:cNvCxnSpPr/>
            <p:nvPr/>
          </p:nvCxnSpPr>
          <p:spPr>
            <a:xfrm rot="5400000">
              <a:off x="7629118" y="2612964"/>
              <a:ext cx="129900" cy="111300"/>
            </a:xfrm>
            <a:prstGeom prst="bentConnector3">
              <a:avLst>
                <a:gd fmla="val -241153" name="adj1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"/>
            <p:cNvCxnSpPr/>
            <p:nvPr/>
          </p:nvCxnSpPr>
          <p:spPr>
            <a:xfrm flipH="1" rot="-5400000">
              <a:off x="8276270" y="2612964"/>
              <a:ext cx="129900" cy="111300"/>
            </a:xfrm>
            <a:prstGeom prst="bentConnector3">
              <a:avLst>
                <a:gd fmla="val -241153" name="adj1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"/>
            <p:cNvCxnSpPr/>
            <p:nvPr/>
          </p:nvCxnSpPr>
          <p:spPr>
            <a:xfrm rot="10800000">
              <a:off x="7617850" y="2393356"/>
              <a:ext cx="83400" cy="0"/>
            </a:xfrm>
            <a:prstGeom prst="straightConnector1">
              <a:avLst/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"/>
            <p:cNvCxnSpPr/>
            <p:nvPr/>
          </p:nvCxnSpPr>
          <p:spPr>
            <a:xfrm rot="10800000">
              <a:off x="8334015" y="2393356"/>
              <a:ext cx="83400" cy="0"/>
            </a:xfrm>
            <a:prstGeom prst="straightConnector1">
              <a:avLst/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8" name="Google Shape;148;p2"/>
            <p:cNvGrpSpPr/>
            <p:nvPr/>
          </p:nvGrpSpPr>
          <p:grpSpPr>
            <a:xfrm>
              <a:off x="7734309" y="2063282"/>
              <a:ext cx="570957" cy="620096"/>
              <a:chOff x="7734309" y="2063282"/>
              <a:chExt cx="570957" cy="620096"/>
            </a:xfrm>
          </p:grpSpPr>
          <p:grpSp>
            <p:nvGrpSpPr>
              <p:cNvPr id="149" name="Google Shape;149;p2"/>
              <p:cNvGrpSpPr/>
              <p:nvPr/>
            </p:nvGrpSpPr>
            <p:grpSpPr>
              <a:xfrm>
                <a:off x="8031573" y="2063282"/>
                <a:ext cx="273693" cy="620096"/>
                <a:chOff x="8031573" y="2063282"/>
                <a:chExt cx="273693" cy="620096"/>
              </a:xfrm>
            </p:grpSpPr>
            <p:sp>
              <p:nvSpPr>
                <p:cNvPr id="150" name="Google Shape;150;p2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rect b="b" l="l" r="r" t="t"/>
                  <a:pathLst>
                    <a:path extrusionOk="0" h="14712" w="17944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151;p2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rect b="b" l="l" r="r" t="t"/>
                  <a:pathLst>
                    <a:path extrusionOk="0" h="18243" w="19963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2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rect b="b" l="l" r="r" t="t"/>
                  <a:pathLst>
                    <a:path extrusionOk="0" h="10396" w="12933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2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rect b="b" l="l" r="r" t="t"/>
                  <a:pathLst>
                    <a:path extrusionOk="0" h="12904" w="16142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4" name="Google Shape;154;p2"/>
              <p:cNvGrpSpPr/>
              <p:nvPr/>
            </p:nvGrpSpPr>
            <p:grpSpPr>
              <a:xfrm flipH="1">
                <a:off x="7734309" y="2063282"/>
                <a:ext cx="273693" cy="620096"/>
                <a:chOff x="8031573" y="2063282"/>
                <a:chExt cx="273693" cy="620096"/>
              </a:xfrm>
            </p:grpSpPr>
            <p:sp>
              <p:nvSpPr>
                <p:cNvPr id="155" name="Google Shape;155;p2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rect b="b" l="l" r="r" t="t"/>
                  <a:pathLst>
                    <a:path extrusionOk="0" h="14712" w="17944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" name="Google Shape;156;p2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rect b="b" l="l" r="r" t="t"/>
                  <a:pathLst>
                    <a:path extrusionOk="0" h="18243" w="19963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2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rect b="b" l="l" r="r" t="t"/>
                  <a:pathLst>
                    <a:path extrusionOk="0" h="10396" w="12933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2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rect b="b" l="l" r="r" t="t"/>
                  <a:pathLst>
                    <a:path extrusionOk="0" h="12904" w="16142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33E8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59" name="Google Shape;159;p2"/>
          <p:cNvSpPr txBox="1"/>
          <p:nvPr>
            <p:ph idx="12" type="sldNum"/>
          </p:nvPr>
        </p:nvSpPr>
        <p:spPr>
          <a:xfrm>
            <a:off x="8749778" y="4749850"/>
            <a:ext cx="3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en" sz="2000">
                <a:solidFill>
                  <a:schemeClr val="dk2"/>
                </a:solidFill>
              </a:rPr>
              <a:t>‹#›</a:t>
            </a:fld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7"/>
          <p:cNvGraphicFramePr/>
          <p:nvPr/>
        </p:nvGraphicFramePr>
        <p:xfrm>
          <a:off x="184675" y="66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{D1D8F5BD-78CC-466D-B756-105AFBB3A759}</a:tableStyleId>
              </a:tblPr>
              <a:tblGrid>
                <a:gridCol w="1762400"/>
                <a:gridCol w="5200900"/>
                <a:gridCol w="810875"/>
                <a:gridCol w="934075"/>
              </a:tblGrid>
              <a:tr h="44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055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Contributions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055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Year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055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Algorithm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05555"/>
                    </a:solidFill>
                  </a:tcPr>
                </a:tc>
              </a:tr>
              <a:tr h="40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GNN-based Android Malware Detection Framework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This framework addresses the problem of advanced hidden malware by extracting deep semantic meanings from code. It treats detection as a graph classification task to capture complex behavioral patterns.Methodology: Uses CodeBERT and TextCNN to create opcode embeddings, which are then processed using GraphSage and SAGPooling on an API call graph.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2022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Exploring GNN-LRP for Android Malware Detection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Focuses on the "Black Box" problem of AI by making GNN decisions interpretable. It identifies which specific code paths or sensitive APIs actually triggered the "malware" label.Methodology: Applies Layer-wise Relevance Propagation (GNN-LRP) to assign scores to nodes and edges within subgraphs generated by the MsDroid framework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2022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NF-GNN: Network Flow Graph Neural Networks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Moves away from looking at code to looking at network traffic. It models the entire communication flow between devices as a graph to detect malicious data-sharing patterns.Methodology: Extracts Network Flow Graphs from traffic data and uses a specialized GNN that treats edge features (connection metadata) as primary data for classification</a:t>
                      </a:r>
                      <a:endParaRPr sz="800" u="none" cap="none" strike="noStrike">
                        <a:solidFill>
                          <a:srgbClr val="191919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2021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Ransomware Detection Based on Adaptive GNN Learning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Specifically designed to catch ransomware by identifying "global" relationships between distant API calls. It prevents the model from missing malicious steps that are hidden far apart in the code.Methodology: Utilizes a Text Graph Convolutional Network (TextGCN) with Adaptive Diffusion Convolution (ADC) to automatically learn the best connections between sensitive API nodes.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2023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Network Traffic Graph for 5G Mobile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Targeted at 5G and IoT environments where traffic is dense and complex. it identifies malware by analyzing the structural relationships between different traffic flows rather than just single data packets.Methodology: Converts pcap network packets into vector-based traffic graphs and processes them through a custom Graph Neural Network architecture designed for high-density IoT data.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2023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</a:t>
                      </a:r>
                      <a:endParaRPr sz="800" u="none" cap="none" strike="noStrike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5555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>
            <p:ph idx="4294967295" type="title"/>
          </p:nvPr>
        </p:nvSpPr>
        <p:spPr>
          <a:xfrm>
            <a:off x="3558372" y="78650"/>
            <a:ext cx="206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solidFill>
                  <a:schemeClr val="dk2"/>
                </a:solidFill>
              </a:rPr>
              <a:t>Literature Review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33E80"/>
              </a:solidFill>
            </a:endParaRPr>
          </a:p>
        </p:txBody>
      </p:sp>
      <p:grpSp>
        <p:nvGrpSpPr>
          <p:cNvPr id="167" name="Google Shape;167;p7"/>
          <p:cNvGrpSpPr/>
          <p:nvPr/>
        </p:nvGrpSpPr>
        <p:grpSpPr>
          <a:xfrm>
            <a:off x="5406382" y="175731"/>
            <a:ext cx="216538" cy="210355"/>
            <a:chOff x="946175" y="3253275"/>
            <a:chExt cx="298550" cy="296150"/>
          </a:xfrm>
        </p:grpSpPr>
        <p:sp>
          <p:nvSpPr>
            <p:cNvPr id="168" name="Google Shape;168;p7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300" lIns="41300" spcFirstLastPara="1" rIns="41300" wrap="square" tIns="4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t/>
              </a:r>
              <a:endParaRPr b="0" i="0" sz="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300" lIns="41300" spcFirstLastPara="1" rIns="41300" wrap="square" tIns="4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t/>
              </a:r>
              <a:endParaRPr b="0" i="0" sz="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300" lIns="41300" spcFirstLastPara="1" rIns="41300" wrap="square" tIns="4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t/>
              </a:r>
              <a:endParaRPr b="0" i="0" sz="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300" lIns="41300" spcFirstLastPara="1" rIns="41300" wrap="square" tIns="4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t/>
              </a:r>
              <a:endParaRPr b="0" i="0" sz="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300" lIns="41300" spcFirstLastPara="1" rIns="41300" wrap="square" tIns="41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3"/>
                <a:buFont typeface="Arial"/>
                <a:buNone/>
              </a:pPr>
              <a:r>
                <a:t/>
              </a:r>
              <a:endParaRPr b="0" i="0" sz="6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type="title"/>
          </p:nvPr>
        </p:nvSpPr>
        <p:spPr>
          <a:xfrm>
            <a:off x="1999050" y="923425"/>
            <a:ext cx="524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033E80"/>
                </a:solidFill>
              </a:rPr>
              <a:t>Gaps</a:t>
            </a:r>
            <a:r>
              <a:rPr lang="en">
                <a:solidFill>
                  <a:srgbClr val="033E80"/>
                </a:solidFill>
              </a:rPr>
              <a:t> in existing research</a:t>
            </a:r>
            <a:endParaRPr>
              <a:solidFill>
                <a:srgbClr val="033E80"/>
              </a:solidFill>
            </a:endParaRPr>
          </a:p>
        </p:txBody>
      </p:sp>
      <p:sp>
        <p:nvSpPr>
          <p:cNvPr id="178" name="Google Shape;178;p5"/>
          <p:cNvSpPr txBox="1"/>
          <p:nvPr>
            <p:ph idx="12" type="sldNum"/>
          </p:nvPr>
        </p:nvSpPr>
        <p:spPr>
          <a:xfrm>
            <a:off x="8749778" y="4749850"/>
            <a:ext cx="3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1" lang="en" sz="2000">
                <a:solidFill>
                  <a:schemeClr val="dk2"/>
                </a:solidFill>
              </a:rPr>
              <a:t>‹#›</a:t>
            </a:fld>
            <a:endParaRPr b="1" sz="2000">
              <a:solidFill>
                <a:schemeClr val="dk2"/>
              </a:solidFill>
            </a:endParaRPr>
          </a:p>
        </p:txBody>
      </p:sp>
      <p:sp>
        <p:nvSpPr>
          <p:cNvPr id="179" name="Google Shape;179;p5"/>
          <p:cNvSpPr txBox="1"/>
          <p:nvPr>
            <p:ph idx="6" type="subTitle"/>
          </p:nvPr>
        </p:nvSpPr>
        <p:spPr>
          <a:xfrm>
            <a:off x="1948800" y="1551150"/>
            <a:ext cx="5246400" cy="16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" sz="1300">
                <a:solidFill>
                  <a:srgbClr val="005F94"/>
                </a:solidFill>
              </a:rPr>
              <a:t>Existing models focus too literally on API names, making them fragile against modern hiding techniques (obfuscation). Furthermore, current graph-based systems are often too computationally heavy for mobile devices and act as 'black boxes' that fail to explain the behavioral intent behind their decisions.</a:t>
            </a:r>
            <a:endParaRPr sz="1200">
              <a:solidFill>
                <a:srgbClr val="005F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ab82ec56f_0_0"/>
          <p:cNvSpPr/>
          <p:nvPr/>
        </p:nvSpPr>
        <p:spPr>
          <a:xfrm rot="5400000">
            <a:off x="5011825" y="1665825"/>
            <a:ext cx="3168300" cy="135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g37ab82ec56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7ab82ec56f_0_0"/>
          <p:cNvSpPr txBox="1"/>
          <p:nvPr>
            <p:ph idx="4294967295" type="title"/>
          </p:nvPr>
        </p:nvSpPr>
        <p:spPr>
          <a:xfrm>
            <a:off x="3615000" y="205725"/>
            <a:ext cx="191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solidFill>
                  <a:schemeClr val="dk2"/>
                </a:solidFill>
              </a:rPr>
              <a:t>Gap Analysis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33E80"/>
              </a:solidFill>
            </a:endParaRPr>
          </a:p>
        </p:txBody>
      </p:sp>
      <p:graphicFrame>
        <p:nvGraphicFramePr>
          <p:cNvPr id="187" name="Google Shape;187;g37ab82ec56f_0_0"/>
          <p:cNvGraphicFramePr/>
          <p:nvPr/>
        </p:nvGraphicFramePr>
        <p:xfrm>
          <a:off x="1857375" y="75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{11495EC8-7859-48A8-AD97-587E8D441E25}</a:tableStyleId>
              </a:tblPr>
              <a:tblGrid>
                <a:gridCol w="1357325"/>
                <a:gridCol w="1357325"/>
                <a:gridCol w="1357325"/>
                <a:gridCol w="1357325"/>
              </a:tblGrid>
              <a:tr h="4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Paper Title </a:t>
                      </a:r>
                      <a:endParaRPr b="1" sz="1000">
                        <a:solidFill>
                          <a:srgbClr val="434343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</a:rPr>
                        <a:t>Primary Approach</a:t>
                      </a:r>
                      <a:endParaRPr b="1" sz="1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</a:rPr>
                        <a:t>The GAP</a:t>
                      </a:r>
                      <a:endParaRPr b="1" sz="1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Proposed Solution 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GNN-based Android Malware Detection Framework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CodeBERT Semantics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Too heavy for mobile, relies on exact opcode sequences.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Lightweight API Categories (Fast &amp; Efficient)</a:t>
                      </a:r>
                      <a:endParaRPr sz="800">
                        <a:solidFill>
                          <a:schemeClr val="lt1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Exploring GNN-LRP for Android Malware Detection</a:t>
                      </a:r>
                      <a:endParaRPr sz="800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Explainable AI (XAI)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Uses complex math, hard for normal users to understand.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Behavioral Labels (e.g. "Sends Data to Web") for clear logic.</a:t>
                      </a:r>
                      <a:endParaRPr sz="800">
                        <a:solidFill>
                          <a:schemeClr val="lt1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NF-GNN: Network Flow Graph Neural Networks</a:t>
                      </a:r>
                      <a:endParaRPr sz="800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Network Flow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Ignores the app's code, only sees data traffic.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Analyzes App Intent before the data is even sent.</a:t>
                      </a:r>
                      <a:endParaRPr sz="800">
                        <a:solidFill>
                          <a:schemeClr val="lt1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Ransomware Detection Based on Adaptive GNN Learning</a:t>
                      </a:r>
                      <a:endParaRPr sz="800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Global Correlation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Struggles with renamed/hidden API calls (obfuscation).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Abstraction Layer that sees the "meaning" not the name.</a:t>
                      </a:r>
                      <a:endParaRPr sz="800">
                        <a:solidFill>
                          <a:schemeClr val="lt1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Network Traffic Graph for 5G Mobile</a:t>
                      </a:r>
                      <a:endParaRPr sz="800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434343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5G IoT complexity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34343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Focuses on environment, not the specific malicious behavior.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Focuses on the Action Flow inside the application.</a:t>
                      </a:r>
                      <a:endParaRPr sz="800">
                        <a:solidFill>
                          <a:schemeClr val="lt1"/>
                        </a:solidFill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type="title"/>
          </p:nvPr>
        </p:nvSpPr>
        <p:spPr>
          <a:xfrm>
            <a:off x="1999050" y="923425"/>
            <a:ext cx="60909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solidFill>
                  <a:srgbClr val="033E80"/>
                </a:solidFill>
              </a:rPr>
              <a:t>What’s New? (Our Project Scope)</a:t>
            </a:r>
            <a:endParaRPr sz="2700">
              <a:solidFill>
                <a:srgbClr val="033E80"/>
              </a:solidFill>
            </a:endParaRPr>
          </a:p>
        </p:txBody>
      </p:sp>
      <p:sp>
        <p:nvSpPr>
          <p:cNvPr id="193" name="Google Shape;193;p6"/>
          <p:cNvSpPr txBox="1"/>
          <p:nvPr>
            <p:ph idx="12" type="sldNum"/>
          </p:nvPr>
        </p:nvSpPr>
        <p:spPr>
          <a:xfrm>
            <a:off x="8749778" y="4749850"/>
            <a:ext cx="3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6"/>
          <p:cNvSpPr txBox="1"/>
          <p:nvPr>
            <p:ph idx="6" type="subTitle"/>
          </p:nvPr>
        </p:nvSpPr>
        <p:spPr>
          <a:xfrm>
            <a:off x="1948800" y="2018425"/>
            <a:ext cx="5246400" cy="14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300">
                <a:solidFill>
                  <a:srgbClr val="005F94"/>
                </a:solidFill>
              </a:rPr>
              <a:t>Our project introduces a Behavioral Abstraction Layer that translates scrambled API names into clear intent categories before they reach the AI. By using a lightweight GNN on these simplified patterns, we achieve a system that is not only harder to fool but also fast enough for mobile devices and easy for humans to understand.</a:t>
            </a:r>
            <a:endParaRPr sz="1200">
              <a:solidFill>
                <a:srgbClr val="005F9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131e4dc8c_0_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131e4dc8c_0_11"/>
          <p:cNvSpPr txBox="1"/>
          <p:nvPr>
            <p:ph idx="1" type="subTitle"/>
          </p:nvPr>
        </p:nvSpPr>
        <p:spPr>
          <a:xfrm>
            <a:off x="720000" y="2334473"/>
            <a:ext cx="24066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131e4dc8c_0_11"/>
          <p:cNvSpPr txBox="1"/>
          <p:nvPr>
            <p:ph idx="2" type="subTitle"/>
          </p:nvPr>
        </p:nvSpPr>
        <p:spPr>
          <a:xfrm>
            <a:off x="3368758" y="2334473"/>
            <a:ext cx="24066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131e4dc8c_0_11"/>
          <p:cNvSpPr txBox="1"/>
          <p:nvPr>
            <p:ph idx="3" type="subTitle"/>
          </p:nvPr>
        </p:nvSpPr>
        <p:spPr>
          <a:xfrm>
            <a:off x="6017524" y="2334473"/>
            <a:ext cx="24066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131e4dc8c_0_11"/>
          <p:cNvSpPr txBox="1"/>
          <p:nvPr>
            <p:ph idx="4" type="subTitle"/>
          </p:nvPr>
        </p:nvSpPr>
        <p:spPr>
          <a:xfrm>
            <a:off x="720000" y="1900375"/>
            <a:ext cx="2406600" cy="4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131e4dc8c_0_11"/>
          <p:cNvSpPr txBox="1"/>
          <p:nvPr>
            <p:ph idx="5" type="subTitle"/>
          </p:nvPr>
        </p:nvSpPr>
        <p:spPr>
          <a:xfrm>
            <a:off x="3368762" y="1900375"/>
            <a:ext cx="2406600" cy="4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131e4dc8c_0_11"/>
          <p:cNvSpPr txBox="1"/>
          <p:nvPr>
            <p:ph idx="6" type="subTitle"/>
          </p:nvPr>
        </p:nvSpPr>
        <p:spPr>
          <a:xfrm>
            <a:off x="6017525" y="1900375"/>
            <a:ext cx="2406600" cy="4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131e4dc8c_0_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g3f131e4dc8c_0_11" title="metho.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0"/>
            <a:ext cx="9143999" cy="55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134c35322_1_2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134c35322_1_2"/>
          <p:cNvSpPr/>
          <p:nvPr/>
        </p:nvSpPr>
        <p:spPr>
          <a:xfrm>
            <a:off x="320040" y="0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134c35322_1_2"/>
          <p:cNvSpPr/>
          <p:nvPr/>
        </p:nvSpPr>
        <p:spPr>
          <a:xfrm>
            <a:off x="320140" y="182775"/>
            <a:ext cx="850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134c35322_1_2"/>
          <p:cNvSpPr/>
          <p:nvPr/>
        </p:nvSpPr>
        <p:spPr>
          <a:xfrm>
            <a:off x="164592" y="768096"/>
            <a:ext cx="320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chemeClr val="dk1"/>
                </a:solidFill>
              </a:rPr>
              <a:t>DATASETS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17" name="Google Shape;217;g3f134c35322_1_2"/>
          <p:cNvSpPr/>
          <p:nvPr/>
        </p:nvSpPr>
        <p:spPr>
          <a:xfrm>
            <a:off x="164592" y="987552"/>
            <a:ext cx="2697600" cy="969300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134c35322_1_2"/>
          <p:cNvSpPr/>
          <p:nvPr/>
        </p:nvSpPr>
        <p:spPr>
          <a:xfrm>
            <a:off x="292608" y="1042416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Drebin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134c35322_1_2"/>
          <p:cNvSpPr/>
          <p:nvPr/>
        </p:nvSpPr>
        <p:spPr>
          <a:xfrm>
            <a:off x="1627632" y="1060704"/>
            <a:ext cx="822900" cy="1830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134c35322_1_2"/>
          <p:cNvSpPr/>
          <p:nvPr/>
        </p:nvSpPr>
        <p:spPr>
          <a:xfrm>
            <a:off x="1627632" y="1060704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f134c35322_1_2"/>
          <p:cNvCxnSpPr/>
          <p:nvPr/>
        </p:nvCxnSpPr>
        <p:spPr>
          <a:xfrm>
            <a:off x="256032" y="1335024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g3f134c35322_1_2"/>
          <p:cNvSpPr/>
          <p:nvPr/>
        </p:nvSpPr>
        <p:spPr>
          <a:xfrm>
            <a:off x="292608" y="1371600"/>
            <a:ext cx="148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Malicious APKs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134c35322_1_2"/>
          <p:cNvSpPr/>
          <p:nvPr/>
        </p:nvSpPr>
        <p:spPr>
          <a:xfrm>
            <a:off x="1648206" y="1371600"/>
            <a:ext cx="107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5,560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f134c35322_1_2"/>
          <p:cNvCxnSpPr/>
          <p:nvPr/>
        </p:nvCxnSpPr>
        <p:spPr>
          <a:xfrm>
            <a:off x="256032" y="1609344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g3f134c35322_1_2"/>
          <p:cNvSpPr/>
          <p:nvPr/>
        </p:nvSpPr>
        <p:spPr>
          <a:xfrm>
            <a:off x="292608" y="1645920"/>
            <a:ext cx="148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Malware families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134c35322_1_2"/>
          <p:cNvSpPr/>
          <p:nvPr/>
        </p:nvSpPr>
        <p:spPr>
          <a:xfrm>
            <a:off x="1648206" y="1645920"/>
            <a:ext cx="107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134c35322_1_2"/>
          <p:cNvSpPr/>
          <p:nvPr/>
        </p:nvSpPr>
        <p:spPr>
          <a:xfrm>
            <a:off x="164592" y="2029968"/>
            <a:ext cx="2697600" cy="969300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134c35322_1_2"/>
          <p:cNvSpPr/>
          <p:nvPr/>
        </p:nvSpPr>
        <p:spPr>
          <a:xfrm>
            <a:off x="292608" y="20848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AndroZoo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134c35322_1_2"/>
          <p:cNvSpPr/>
          <p:nvPr/>
        </p:nvSpPr>
        <p:spPr>
          <a:xfrm>
            <a:off x="1609344" y="2103120"/>
            <a:ext cx="822900" cy="183000"/>
          </a:xfrm>
          <a:prstGeom prst="roundRect">
            <a:avLst>
              <a:gd fmla="val 25000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134c35322_1_2"/>
          <p:cNvSpPr/>
          <p:nvPr/>
        </p:nvSpPr>
        <p:spPr>
          <a:xfrm>
            <a:off x="1609344" y="210312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Large-scale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g3f134c35322_1_2"/>
          <p:cNvCxnSpPr/>
          <p:nvPr/>
        </p:nvCxnSpPr>
        <p:spPr>
          <a:xfrm>
            <a:off x="256032" y="2377440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g3f134c35322_1_2"/>
          <p:cNvSpPr/>
          <p:nvPr/>
        </p:nvSpPr>
        <p:spPr>
          <a:xfrm>
            <a:off x="292608" y="2414016"/>
            <a:ext cx="148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apps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134c35322_1_2"/>
          <p:cNvSpPr/>
          <p:nvPr/>
        </p:nvSpPr>
        <p:spPr>
          <a:xfrm>
            <a:off x="1648206" y="2414016"/>
            <a:ext cx="107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20M+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g3f134c35322_1_2"/>
          <p:cNvCxnSpPr/>
          <p:nvPr/>
        </p:nvCxnSpPr>
        <p:spPr>
          <a:xfrm>
            <a:off x="256032" y="2651760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g3f134c35322_1_2"/>
          <p:cNvSpPr/>
          <p:nvPr/>
        </p:nvSpPr>
        <p:spPr>
          <a:xfrm>
            <a:off x="292608" y="2688336"/>
            <a:ext cx="148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Period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134c35322_1_2"/>
          <p:cNvSpPr/>
          <p:nvPr/>
        </p:nvSpPr>
        <p:spPr>
          <a:xfrm>
            <a:off x="1648206" y="2688336"/>
            <a:ext cx="107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2018–2021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134c35322_1_2"/>
          <p:cNvSpPr/>
          <p:nvPr/>
        </p:nvSpPr>
        <p:spPr>
          <a:xfrm>
            <a:off x="164592" y="3072384"/>
            <a:ext cx="2697600" cy="969300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134c35322_1_2"/>
          <p:cNvSpPr/>
          <p:nvPr/>
        </p:nvSpPr>
        <p:spPr>
          <a:xfrm>
            <a:off x="292608" y="3127248"/>
            <a:ext cx="2377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Obfuscation test 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f134c35322_1_2"/>
          <p:cNvCxnSpPr/>
          <p:nvPr/>
        </p:nvCxnSpPr>
        <p:spPr>
          <a:xfrm>
            <a:off x="256032" y="3419856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g3f134c35322_1_2"/>
          <p:cNvSpPr/>
          <p:nvPr/>
        </p:nvSpPr>
        <p:spPr>
          <a:xfrm>
            <a:off x="292608" y="3456432"/>
            <a:ext cx="148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APKs (ProGuard)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134c35322_1_2"/>
          <p:cNvSpPr/>
          <p:nvPr/>
        </p:nvSpPr>
        <p:spPr>
          <a:xfrm>
            <a:off x="1648206" y="3456432"/>
            <a:ext cx="107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500 malicious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g3f134c35322_1_2"/>
          <p:cNvCxnSpPr/>
          <p:nvPr/>
        </p:nvCxnSpPr>
        <p:spPr>
          <a:xfrm>
            <a:off x="256032" y="3694176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g3f134c35322_1_2"/>
          <p:cNvSpPr/>
          <p:nvPr/>
        </p:nvSpPr>
        <p:spPr>
          <a:xfrm>
            <a:off x="292608" y="3730752"/>
            <a:ext cx="148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134c35322_1_2"/>
          <p:cNvSpPr/>
          <p:nvPr/>
        </p:nvSpPr>
        <p:spPr>
          <a:xfrm>
            <a:off x="1648206" y="3730752"/>
            <a:ext cx="1079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Resistance benchmark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134c35322_1_2"/>
          <p:cNvSpPr/>
          <p:nvPr/>
        </p:nvSpPr>
        <p:spPr>
          <a:xfrm>
            <a:off x="2971858" y="768096"/>
            <a:ext cx="320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chemeClr val="dk1"/>
                </a:solidFill>
              </a:rPr>
              <a:t>MODEL &amp; TRAINING CONFIGURATION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46" name="Google Shape;246;g3f134c35322_1_2"/>
          <p:cNvSpPr/>
          <p:nvPr/>
        </p:nvSpPr>
        <p:spPr>
          <a:xfrm>
            <a:off x="3035808" y="987552"/>
            <a:ext cx="2926200" cy="1335000"/>
          </a:xfrm>
          <a:prstGeom prst="roundRect">
            <a:avLst>
              <a:gd fmla="val 547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134c35322_1_2"/>
          <p:cNvSpPr/>
          <p:nvPr/>
        </p:nvSpPr>
        <p:spPr>
          <a:xfrm>
            <a:off x="3163824" y="1042416"/>
            <a:ext cx="2670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— GraphSAGE + SAGPooling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g3f134c35322_1_2"/>
          <p:cNvCxnSpPr/>
          <p:nvPr/>
        </p:nvCxnSpPr>
        <p:spPr>
          <a:xfrm>
            <a:off x="3127248" y="133502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g3f134c35322_1_2"/>
          <p:cNvSpPr/>
          <p:nvPr/>
        </p:nvSpPr>
        <p:spPr>
          <a:xfrm>
            <a:off x="3163824" y="1362456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GNN layers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134c35322_1_2"/>
          <p:cNvSpPr/>
          <p:nvPr/>
        </p:nvSpPr>
        <p:spPr>
          <a:xfrm>
            <a:off x="4645152" y="1325894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(GraphSAGE)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g3f134c35322_1_2"/>
          <p:cNvCxnSpPr/>
          <p:nvPr/>
        </p:nvCxnSpPr>
        <p:spPr>
          <a:xfrm>
            <a:off x="3127248" y="160934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f134c35322_1_2"/>
          <p:cNvSpPr/>
          <p:nvPr/>
        </p:nvSpPr>
        <p:spPr>
          <a:xfrm>
            <a:off x="3163824" y="1636776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Hidden units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134c35322_1_2"/>
          <p:cNvSpPr/>
          <p:nvPr/>
        </p:nvSpPr>
        <p:spPr>
          <a:xfrm>
            <a:off x="4645152" y="1636776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g3f134c35322_1_2"/>
          <p:cNvCxnSpPr/>
          <p:nvPr/>
        </p:nvCxnSpPr>
        <p:spPr>
          <a:xfrm>
            <a:off x="3127248" y="188366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g3f134c35322_1_2"/>
          <p:cNvSpPr/>
          <p:nvPr/>
        </p:nvSpPr>
        <p:spPr>
          <a:xfrm>
            <a:off x="3163824" y="1911096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134c35322_1_2"/>
          <p:cNvSpPr/>
          <p:nvPr/>
        </p:nvSpPr>
        <p:spPr>
          <a:xfrm>
            <a:off x="4645152" y="1911096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SAGPooling (top-K)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g3f134c35322_1_2"/>
          <p:cNvCxnSpPr/>
          <p:nvPr/>
        </p:nvCxnSpPr>
        <p:spPr>
          <a:xfrm>
            <a:off x="3127248" y="215798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g3f134c35322_1_2"/>
          <p:cNvSpPr/>
          <p:nvPr/>
        </p:nvSpPr>
        <p:spPr>
          <a:xfrm>
            <a:off x="3163824" y="2185416"/>
            <a:ext cx="267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134c35322_1_2"/>
          <p:cNvSpPr/>
          <p:nvPr/>
        </p:nvSpPr>
        <p:spPr>
          <a:xfrm>
            <a:off x="3035808" y="2414016"/>
            <a:ext cx="2926200" cy="1664100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134c35322_1_2"/>
          <p:cNvSpPr/>
          <p:nvPr/>
        </p:nvSpPr>
        <p:spPr>
          <a:xfrm>
            <a:off x="3163824" y="2468880"/>
            <a:ext cx="2670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g3f134c35322_1_2"/>
          <p:cNvCxnSpPr/>
          <p:nvPr/>
        </p:nvCxnSpPr>
        <p:spPr>
          <a:xfrm>
            <a:off x="3127248" y="2761488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g3f134c35322_1_2"/>
          <p:cNvSpPr/>
          <p:nvPr/>
        </p:nvSpPr>
        <p:spPr>
          <a:xfrm>
            <a:off x="3163824" y="2788920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134c35322_1_2"/>
          <p:cNvSpPr/>
          <p:nvPr/>
        </p:nvSpPr>
        <p:spPr>
          <a:xfrm>
            <a:off x="4645152" y="2788920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Adam (lr = 0.001)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g3f134c35322_1_2"/>
          <p:cNvCxnSpPr/>
          <p:nvPr/>
        </p:nvCxnSpPr>
        <p:spPr>
          <a:xfrm>
            <a:off x="3127248" y="3008376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3f134c35322_1_2"/>
          <p:cNvSpPr/>
          <p:nvPr/>
        </p:nvSpPr>
        <p:spPr>
          <a:xfrm>
            <a:off x="3163824" y="3008376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134c35322_1_2"/>
          <p:cNvSpPr/>
          <p:nvPr/>
        </p:nvSpPr>
        <p:spPr>
          <a:xfrm>
            <a:off x="4645152" y="3008376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3f134c35322_1_2"/>
          <p:cNvCxnSpPr/>
          <p:nvPr/>
        </p:nvCxnSpPr>
        <p:spPr>
          <a:xfrm>
            <a:off x="3127248" y="3227832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g3f134c35322_1_2"/>
          <p:cNvSpPr/>
          <p:nvPr/>
        </p:nvSpPr>
        <p:spPr>
          <a:xfrm>
            <a:off x="3163824" y="3227832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134c35322_1_2"/>
          <p:cNvSpPr/>
          <p:nvPr/>
        </p:nvSpPr>
        <p:spPr>
          <a:xfrm>
            <a:off x="4645152" y="3227832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g3f134c35322_1_2"/>
          <p:cNvCxnSpPr/>
          <p:nvPr/>
        </p:nvCxnSpPr>
        <p:spPr>
          <a:xfrm>
            <a:off x="3127248" y="3447288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f134c35322_1_2"/>
          <p:cNvSpPr/>
          <p:nvPr/>
        </p:nvSpPr>
        <p:spPr>
          <a:xfrm>
            <a:off x="3163824" y="3447288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134c35322_1_2"/>
          <p:cNvSpPr/>
          <p:nvPr/>
        </p:nvSpPr>
        <p:spPr>
          <a:xfrm>
            <a:off x="4645152" y="3447288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 </a:t>
            </a: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(early stopping)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g3f134c35322_1_2"/>
          <p:cNvCxnSpPr/>
          <p:nvPr/>
        </p:nvCxnSpPr>
        <p:spPr>
          <a:xfrm>
            <a:off x="3127248" y="366674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f134c35322_1_2"/>
          <p:cNvSpPr/>
          <p:nvPr/>
        </p:nvSpPr>
        <p:spPr>
          <a:xfrm>
            <a:off x="3163824" y="3666744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134c35322_1_2"/>
          <p:cNvSpPr/>
          <p:nvPr/>
        </p:nvSpPr>
        <p:spPr>
          <a:xfrm>
            <a:off x="4645152" y="3666744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Binary cross-entropy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g3f134c35322_1_2"/>
          <p:cNvCxnSpPr/>
          <p:nvPr/>
        </p:nvCxnSpPr>
        <p:spPr>
          <a:xfrm>
            <a:off x="3127248" y="3886200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g3f134c35322_1_2"/>
          <p:cNvSpPr/>
          <p:nvPr/>
        </p:nvSpPr>
        <p:spPr>
          <a:xfrm>
            <a:off x="3163824" y="3886200"/>
            <a:ext cx="160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134c35322_1_2"/>
          <p:cNvSpPr/>
          <p:nvPr/>
        </p:nvSpPr>
        <p:spPr>
          <a:xfrm>
            <a:off x="4645152" y="3886200"/>
            <a:ext cx="117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 / 10 / 10  +  10-fold CV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134c35322_1_2"/>
          <p:cNvSpPr/>
          <p:nvPr/>
        </p:nvSpPr>
        <p:spPr>
          <a:xfrm>
            <a:off x="6135624" y="768096"/>
            <a:ext cx="320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chemeClr val="dk1"/>
                </a:solidFill>
              </a:rPr>
              <a:t>BASELINES &amp; TARGET METRICS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80" name="Google Shape;280;g3f134c35322_1_2"/>
          <p:cNvSpPr/>
          <p:nvPr/>
        </p:nvSpPr>
        <p:spPr>
          <a:xfrm>
            <a:off x="6135624" y="987552"/>
            <a:ext cx="2843700" cy="12984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134c35322_1_2"/>
          <p:cNvSpPr/>
          <p:nvPr/>
        </p:nvSpPr>
        <p:spPr>
          <a:xfrm>
            <a:off x="6263640" y="1042416"/>
            <a:ext cx="258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Baselines compared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g3f134c35322_1_2"/>
          <p:cNvCxnSpPr/>
          <p:nvPr/>
        </p:nvCxnSpPr>
        <p:spPr>
          <a:xfrm>
            <a:off x="6227064" y="1335024"/>
            <a:ext cx="266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f134c35322_1_2"/>
          <p:cNvSpPr/>
          <p:nvPr/>
        </p:nvSpPr>
        <p:spPr>
          <a:xfrm>
            <a:off x="6263640" y="1444752"/>
            <a:ext cx="109800" cy="109800"/>
          </a:xfrm>
          <a:prstGeom prst="ellipse">
            <a:avLst/>
          </a:prstGeom>
          <a:solidFill>
            <a:srgbClr val="2D6EC7"/>
          </a:solidFill>
          <a:ln cap="flat" cmpd="sng" w="12700">
            <a:solidFill>
              <a:srgbClr val="2D6E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134c35322_1_2"/>
          <p:cNvSpPr/>
          <p:nvPr/>
        </p:nvSpPr>
        <p:spPr>
          <a:xfrm>
            <a:off x="6437376" y="138988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Drebin SVM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134c35322_1_2"/>
          <p:cNvSpPr/>
          <p:nvPr/>
        </p:nvSpPr>
        <p:spPr>
          <a:xfrm>
            <a:off x="7946136" y="13898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Traditional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3f134c35322_1_2"/>
          <p:cNvCxnSpPr/>
          <p:nvPr/>
        </p:nvCxnSpPr>
        <p:spPr>
          <a:xfrm>
            <a:off x="6227064" y="1627632"/>
            <a:ext cx="266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g3f134c35322_1_2"/>
          <p:cNvSpPr/>
          <p:nvPr/>
        </p:nvSpPr>
        <p:spPr>
          <a:xfrm>
            <a:off x="6263640" y="1673352"/>
            <a:ext cx="109800" cy="1098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134c35322_1_2"/>
          <p:cNvSpPr/>
          <p:nvPr/>
        </p:nvSpPr>
        <p:spPr>
          <a:xfrm>
            <a:off x="6437376" y="161848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MamaDroid RF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134c35322_1_2"/>
          <p:cNvSpPr/>
          <p:nvPr/>
        </p:nvSpPr>
        <p:spPr>
          <a:xfrm>
            <a:off x="7946136" y="16184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Markov chain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g3f134c35322_1_2"/>
          <p:cNvCxnSpPr/>
          <p:nvPr/>
        </p:nvCxnSpPr>
        <p:spPr>
          <a:xfrm>
            <a:off x="6227064" y="1856232"/>
            <a:ext cx="266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g3f134c35322_1_2"/>
          <p:cNvSpPr/>
          <p:nvPr/>
        </p:nvSpPr>
        <p:spPr>
          <a:xfrm>
            <a:off x="6263640" y="1901952"/>
            <a:ext cx="109800" cy="109800"/>
          </a:xfrm>
          <a:prstGeom prst="ellipse">
            <a:avLst/>
          </a:prstGeom>
          <a:solidFill>
            <a:srgbClr val="6D4FC2"/>
          </a:solidFill>
          <a:ln cap="flat" cmpd="sng" w="12700">
            <a:solidFill>
              <a:srgbClr val="6D4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134c35322_1_2"/>
          <p:cNvSpPr/>
          <p:nvPr/>
        </p:nvSpPr>
        <p:spPr>
          <a:xfrm>
            <a:off x="6437376" y="184708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GSEDroid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134c35322_1_2"/>
          <p:cNvSpPr/>
          <p:nvPr/>
        </p:nvSpPr>
        <p:spPr>
          <a:xfrm>
            <a:off x="7946136" y="18470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CodeBERT+GNN (SOTA)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g3f134c35322_1_2"/>
          <p:cNvCxnSpPr/>
          <p:nvPr/>
        </p:nvCxnSpPr>
        <p:spPr>
          <a:xfrm>
            <a:off x="6227064" y="2084832"/>
            <a:ext cx="266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g3f134c35322_1_2"/>
          <p:cNvSpPr/>
          <p:nvPr/>
        </p:nvSpPr>
        <p:spPr>
          <a:xfrm>
            <a:off x="6263640" y="2130552"/>
            <a:ext cx="109800" cy="1098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134c35322_1_2"/>
          <p:cNvSpPr/>
          <p:nvPr/>
        </p:nvSpPr>
        <p:spPr>
          <a:xfrm>
            <a:off x="6437376" y="207568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GNN (no abstraction)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134c35322_1_2"/>
          <p:cNvSpPr/>
          <p:nvPr/>
        </p:nvSpPr>
        <p:spPr>
          <a:xfrm>
            <a:off x="7946136" y="20756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134c35322_1_2"/>
          <p:cNvSpPr/>
          <p:nvPr/>
        </p:nvSpPr>
        <p:spPr>
          <a:xfrm>
            <a:off x="6135624" y="2377440"/>
            <a:ext cx="2843700" cy="171900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134c35322_1_2"/>
          <p:cNvSpPr/>
          <p:nvPr/>
        </p:nvSpPr>
        <p:spPr>
          <a:xfrm>
            <a:off x="6263640" y="2432304"/>
            <a:ext cx="258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g3f134c35322_1_2"/>
          <p:cNvCxnSpPr/>
          <p:nvPr/>
        </p:nvCxnSpPr>
        <p:spPr>
          <a:xfrm>
            <a:off x="6227064" y="2724912"/>
            <a:ext cx="266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g3f134c35322_1_2"/>
          <p:cNvSpPr/>
          <p:nvPr/>
        </p:nvSpPr>
        <p:spPr>
          <a:xfrm>
            <a:off x="6309360" y="2816352"/>
            <a:ext cx="771000" cy="530400"/>
          </a:xfrm>
          <a:prstGeom prst="roundRect">
            <a:avLst>
              <a:gd fmla="val 103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134c35322_1_2"/>
          <p:cNvSpPr/>
          <p:nvPr/>
        </p:nvSpPr>
        <p:spPr>
          <a:xfrm>
            <a:off x="6309360" y="2843784"/>
            <a:ext cx="77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="1" i="0" lang="en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–99%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134c35322_1_2"/>
          <p:cNvSpPr/>
          <p:nvPr/>
        </p:nvSpPr>
        <p:spPr>
          <a:xfrm>
            <a:off x="6309360" y="3136392"/>
            <a:ext cx="77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 / F1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134c35322_1_2"/>
          <p:cNvSpPr/>
          <p:nvPr/>
        </p:nvSpPr>
        <p:spPr>
          <a:xfrm>
            <a:off x="7171944" y="2816352"/>
            <a:ext cx="771000" cy="530400"/>
          </a:xfrm>
          <a:prstGeom prst="roundRect">
            <a:avLst>
              <a:gd fmla="val 103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134c35322_1_2"/>
          <p:cNvSpPr/>
          <p:nvPr/>
        </p:nvSpPr>
        <p:spPr>
          <a:xfrm>
            <a:off x="7171944" y="2843784"/>
            <a:ext cx="77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&gt; 0.99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134c35322_1_2"/>
          <p:cNvSpPr/>
          <p:nvPr/>
        </p:nvSpPr>
        <p:spPr>
          <a:xfrm>
            <a:off x="7171944" y="3136392"/>
            <a:ext cx="77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134c35322_1_2"/>
          <p:cNvSpPr/>
          <p:nvPr/>
        </p:nvSpPr>
        <p:spPr>
          <a:xfrm>
            <a:off x="8034528" y="2816352"/>
            <a:ext cx="771000" cy="530400"/>
          </a:xfrm>
          <a:prstGeom prst="roundRect">
            <a:avLst>
              <a:gd fmla="val 103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134c35322_1_2"/>
          <p:cNvSpPr/>
          <p:nvPr/>
        </p:nvSpPr>
        <p:spPr>
          <a:xfrm>
            <a:off x="8034528" y="2843784"/>
            <a:ext cx="77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&lt; 3 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134c35322_1_2"/>
          <p:cNvSpPr/>
          <p:nvPr/>
        </p:nvSpPr>
        <p:spPr>
          <a:xfrm>
            <a:off x="8034528" y="3136392"/>
            <a:ext cx="77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Inference / APK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134c35322_1_2"/>
          <p:cNvSpPr/>
          <p:nvPr/>
        </p:nvSpPr>
        <p:spPr>
          <a:xfrm>
            <a:off x="6309360" y="3410712"/>
            <a:ext cx="771000" cy="530400"/>
          </a:xfrm>
          <a:prstGeom prst="roundRect">
            <a:avLst>
              <a:gd fmla="val 103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134c35322_1_2"/>
          <p:cNvSpPr/>
          <p:nvPr/>
        </p:nvSpPr>
        <p:spPr>
          <a:xfrm>
            <a:off x="6309360" y="3438144"/>
            <a:ext cx="77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&gt; 90%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134c35322_1_2"/>
          <p:cNvSpPr/>
          <p:nvPr/>
        </p:nvSpPr>
        <p:spPr>
          <a:xfrm>
            <a:off x="6309360" y="3730752"/>
            <a:ext cx="77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Obfuscated acc.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134c35322_1_2"/>
          <p:cNvSpPr/>
          <p:nvPr/>
        </p:nvSpPr>
        <p:spPr>
          <a:xfrm>
            <a:off x="7171944" y="3410712"/>
            <a:ext cx="771000" cy="530400"/>
          </a:xfrm>
          <a:prstGeom prst="roundRect">
            <a:avLst>
              <a:gd fmla="val 103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134c35322_1_2"/>
          <p:cNvSpPr/>
          <p:nvPr/>
        </p:nvSpPr>
        <p:spPr>
          <a:xfrm>
            <a:off x="7171944" y="3438144"/>
            <a:ext cx="77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&lt; 10 MB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134c35322_1_2"/>
          <p:cNvSpPr/>
          <p:nvPr/>
        </p:nvSpPr>
        <p:spPr>
          <a:xfrm>
            <a:off x="7171944" y="3730752"/>
            <a:ext cx="77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size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134c35322_1_2"/>
          <p:cNvSpPr/>
          <p:nvPr/>
        </p:nvSpPr>
        <p:spPr>
          <a:xfrm>
            <a:off x="8034528" y="3410712"/>
            <a:ext cx="771000" cy="530400"/>
          </a:xfrm>
          <a:prstGeom prst="roundRect">
            <a:avLst>
              <a:gd fmla="val 103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134c35322_1_2"/>
          <p:cNvSpPr/>
          <p:nvPr/>
        </p:nvSpPr>
        <p:spPr>
          <a:xfrm>
            <a:off x="8034528" y="3438144"/>
            <a:ext cx="77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134c35322_1_2"/>
          <p:cNvSpPr/>
          <p:nvPr/>
        </p:nvSpPr>
        <p:spPr>
          <a:xfrm>
            <a:off x="8034528" y="3730752"/>
            <a:ext cx="77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Explanation type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134c35322_1_2"/>
          <p:cNvSpPr/>
          <p:nvPr/>
        </p:nvSpPr>
        <p:spPr>
          <a:xfrm>
            <a:off x="256017" y="3822051"/>
            <a:ext cx="8814900" cy="7863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134c35322_1_2"/>
          <p:cNvSpPr/>
          <p:nvPr/>
        </p:nvSpPr>
        <p:spPr>
          <a:xfrm>
            <a:off x="292608" y="4187952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Evaluation Criteria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134c35322_1_2"/>
          <p:cNvSpPr/>
          <p:nvPr/>
        </p:nvSpPr>
        <p:spPr>
          <a:xfrm>
            <a:off x="274320" y="4407408"/>
            <a:ext cx="1389900" cy="420600"/>
          </a:xfrm>
          <a:prstGeom prst="roundRect">
            <a:avLst>
              <a:gd fmla="val 1304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f134c35322_1_2"/>
          <p:cNvSpPr/>
          <p:nvPr/>
        </p:nvSpPr>
        <p:spPr>
          <a:xfrm>
            <a:off x="347472" y="4425696"/>
            <a:ext cx="126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Accuracy / Precision / Recall / 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134c35322_1_2"/>
          <p:cNvSpPr/>
          <p:nvPr/>
        </p:nvSpPr>
        <p:spPr>
          <a:xfrm>
            <a:off x="1719072" y="4407408"/>
            <a:ext cx="1389900" cy="420600"/>
          </a:xfrm>
          <a:prstGeom prst="roundRect">
            <a:avLst>
              <a:gd fmla="val 1304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134c35322_1_2"/>
          <p:cNvSpPr/>
          <p:nvPr/>
        </p:nvSpPr>
        <p:spPr>
          <a:xfrm>
            <a:off x="1792224" y="4425696"/>
            <a:ext cx="126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AUC-ROC curve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134c35322_1_2"/>
          <p:cNvSpPr/>
          <p:nvPr/>
        </p:nvSpPr>
        <p:spPr>
          <a:xfrm>
            <a:off x="3163824" y="4407408"/>
            <a:ext cx="1389900" cy="420600"/>
          </a:xfrm>
          <a:prstGeom prst="roundRect">
            <a:avLst>
              <a:gd fmla="val 1304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134c35322_1_2"/>
          <p:cNvSpPr/>
          <p:nvPr/>
        </p:nvSpPr>
        <p:spPr>
          <a:xfrm>
            <a:off x="3236976" y="4425696"/>
            <a:ext cx="126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Obfuscation resistance (ProGuard)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134c35322_1_2"/>
          <p:cNvSpPr/>
          <p:nvPr/>
        </p:nvSpPr>
        <p:spPr>
          <a:xfrm>
            <a:off x="4608576" y="4407408"/>
            <a:ext cx="1389900" cy="420600"/>
          </a:xfrm>
          <a:prstGeom prst="roundRect">
            <a:avLst>
              <a:gd fmla="val 1304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134c35322_1_2"/>
          <p:cNvSpPr/>
          <p:nvPr/>
        </p:nvSpPr>
        <p:spPr>
          <a:xfrm>
            <a:off x="4681728" y="4425696"/>
            <a:ext cx="126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Inference speed per APK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134c35322_1_2"/>
          <p:cNvSpPr/>
          <p:nvPr/>
        </p:nvSpPr>
        <p:spPr>
          <a:xfrm>
            <a:off x="6053328" y="4407408"/>
            <a:ext cx="1389900" cy="420600"/>
          </a:xfrm>
          <a:prstGeom prst="roundRect">
            <a:avLst>
              <a:gd fmla="val 1304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134c35322_1_2"/>
          <p:cNvSpPr/>
          <p:nvPr/>
        </p:nvSpPr>
        <p:spPr>
          <a:xfrm>
            <a:off x="6126480" y="4425696"/>
            <a:ext cx="126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Explainability (7-metric framework)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134c35322_1_2"/>
          <p:cNvSpPr/>
          <p:nvPr/>
        </p:nvSpPr>
        <p:spPr>
          <a:xfrm>
            <a:off x="7498080" y="4407408"/>
            <a:ext cx="1389900" cy="420600"/>
          </a:xfrm>
          <a:prstGeom prst="roundRect">
            <a:avLst>
              <a:gd fmla="val 1304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134c35322_1_2"/>
          <p:cNvSpPr/>
          <p:nvPr/>
        </p:nvSpPr>
        <p:spPr>
          <a:xfrm>
            <a:off x="7571232" y="4425696"/>
            <a:ext cx="126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Ablation: abstraction vs raw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c772510db_0_26"/>
          <p:cNvSpPr txBox="1"/>
          <p:nvPr/>
        </p:nvSpPr>
        <p:spPr>
          <a:xfrm>
            <a:off x="50" y="1770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https://colab.research.google.com/drive/1GPEEAlBjERbu3asVFLdJzjULZb63pq4K#scrollTo=Ln1tH3YIInXu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13ba3eef3_2_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Malware Detection Model —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13ba3eef3_2_0"/>
          <p:cNvSpPr/>
          <p:nvPr/>
        </p:nvSpPr>
        <p:spPr>
          <a:xfrm>
            <a:off x="228600" y="658368"/>
            <a:ext cx="4297680" cy="2304288"/>
          </a:xfrm>
          <a:prstGeom prst="roundRect">
            <a:avLst>
              <a:gd fmla="val 3175" name="adj"/>
            </a:avLst>
          </a:prstGeom>
          <a:solidFill>
            <a:srgbClr val="1E293B"/>
          </a:solidFill>
          <a:ln>
            <a:noFill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0536.jpg" id="345" name="Google Shape;345;g3f13ba3eef3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04088"/>
            <a:ext cx="420624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f13ba3eef3_2_0"/>
          <p:cNvSpPr/>
          <p:nvPr/>
        </p:nvSpPr>
        <p:spPr>
          <a:xfrm>
            <a:off x="228600" y="272491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Loss &amp; Test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13ba3eef3_2_0"/>
          <p:cNvSpPr/>
          <p:nvPr/>
        </p:nvSpPr>
        <p:spPr>
          <a:xfrm>
            <a:off x="4709160" y="658368"/>
            <a:ext cx="4297680" cy="2304288"/>
          </a:xfrm>
          <a:prstGeom prst="roundRect">
            <a:avLst>
              <a:gd fmla="val 3175" name="adj"/>
            </a:avLst>
          </a:prstGeom>
          <a:solidFill>
            <a:srgbClr val="1E293B"/>
          </a:solidFill>
          <a:ln>
            <a:noFill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0537.jpg" id="348" name="Google Shape;348;g3f13ba3eef3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704088"/>
            <a:ext cx="420624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f13ba3eef3_2_0"/>
          <p:cNvSpPr/>
          <p:nvPr/>
        </p:nvSpPr>
        <p:spPr>
          <a:xfrm>
            <a:off x="4709160" y="272491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13ba3eef3_2_0"/>
          <p:cNvSpPr/>
          <p:nvPr/>
        </p:nvSpPr>
        <p:spPr>
          <a:xfrm>
            <a:off x="228600" y="2852928"/>
            <a:ext cx="4297680" cy="2304288"/>
          </a:xfrm>
          <a:prstGeom prst="roundRect">
            <a:avLst>
              <a:gd fmla="val 3175" name="adj"/>
            </a:avLst>
          </a:prstGeom>
          <a:solidFill>
            <a:srgbClr val="1E293B"/>
          </a:solidFill>
          <a:ln>
            <a:noFill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0538.jpg" id="351" name="Google Shape;351;g3f13ba3eef3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" y="2898648"/>
            <a:ext cx="420624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13ba3eef3_2_0"/>
          <p:cNvSpPr/>
          <p:nvPr/>
        </p:nvSpPr>
        <p:spPr>
          <a:xfrm>
            <a:off x="228600" y="491947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Precision / Recall / F1 by Class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13ba3eef3_2_0"/>
          <p:cNvSpPr/>
          <p:nvPr/>
        </p:nvSpPr>
        <p:spPr>
          <a:xfrm>
            <a:off x="4709160" y="2852928"/>
            <a:ext cx="4297680" cy="2304288"/>
          </a:xfrm>
          <a:prstGeom prst="roundRect">
            <a:avLst>
              <a:gd fmla="val 3175" name="adj"/>
            </a:avLst>
          </a:prstGeom>
          <a:solidFill>
            <a:srgbClr val="1E293B"/>
          </a:solidFill>
          <a:ln>
            <a:noFill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0539.jpg" id="354" name="Google Shape;354;g3f13ba3eef3_2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2898648"/>
            <a:ext cx="420624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f13ba3eef3_2_0"/>
          <p:cNvSpPr/>
          <p:nvPr/>
        </p:nvSpPr>
        <p:spPr>
          <a:xfrm>
            <a:off x="4709160" y="491947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Behavioral Category Importance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13ba3eef3_6_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13ba3eef3_6_0"/>
          <p:cNvSpPr/>
          <p:nvPr/>
        </p:nvSpPr>
        <p:spPr>
          <a:xfrm>
            <a:off x="365710" y="-9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lang="en" sz="22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Malware Detection Model — Results</a:t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13ba3eef3_6_0"/>
          <p:cNvSpPr/>
          <p:nvPr/>
        </p:nvSpPr>
        <p:spPr>
          <a:xfrm>
            <a:off x="228600" y="822960"/>
            <a:ext cx="42519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raining_loss.jpg" id="364" name="Google Shape;364;g3f13ba3eef3_6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877824"/>
            <a:ext cx="4105656" cy="171907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f13ba3eef3_6_0"/>
          <p:cNvSpPr/>
          <p:nvPr/>
        </p:nvSpPr>
        <p:spPr>
          <a:xfrm>
            <a:off x="228600" y="261518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Training Loss &amp; Test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13ba3eef3_6_0"/>
          <p:cNvSpPr/>
          <p:nvPr/>
        </p:nvSpPr>
        <p:spPr>
          <a:xfrm>
            <a:off x="4754880" y="822960"/>
            <a:ext cx="42519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ecision_recall.jpg" id="367" name="Google Shape;367;g3f13ba3eef3_6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877824"/>
            <a:ext cx="4105656" cy="171907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f13ba3eef3_6_0"/>
          <p:cNvSpPr/>
          <p:nvPr/>
        </p:nvSpPr>
        <p:spPr>
          <a:xfrm>
            <a:off x="4754880" y="261518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Precision / Recall / F1-score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13ba3eef3_6_0"/>
          <p:cNvSpPr/>
          <p:nvPr/>
        </p:nvSpPr>
        <p:spPr>
          <a:xfrm>
            <a:off x="228600" y="2971800"/>
            <a:ext cx="42519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nfusion_matrix.jpg" id="370" name="Google Shape;370;g3f13ba3eef3_6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752" y="3026664"/>
            <a:ext cx="4105656" cy="171907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13ba3eef3_6_0"/>
          <p:cNvSpPr/>
          <p:nvPr/>
        </p:nvSpPr>
        <p:spPr>
          <a:xfrm>
            <a:off x="228600" y="476402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13ba3eef3_6_0"/>
          <p:cNvSpPr/>
          <p:nvPr/>
        </p:nvSpPr>
        <p:spPr>
          <a:xfrm>
            <a:off x="4754880" y="2971800"/>
            <a:ext cx="42519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eature_importance.jpg" id="373" name="Google Shape;373;g3f13ba3eef3_6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8032" y="3026664"/>
            <a:ext cx="4105656" cy="171907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13ba3eef3_6_0"/>
          <p:cNvSpPr/>
          <p:nvPr/>
        </p:nvSpPr>
        <p:spPr>
          <a:xfrm>
            <a:off x="4754880" y="4764024"/>
            <a:ext cx="4251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Behavioral Category Importance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c772510db_0_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c772510db_0_3"/>
          <p:cNvSpPr/>
          <p:nvPr/>
        </p:nvSpPr>
        <p:spPr>
          <a:xfrm>
            <a:off x="365710" y="-9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b="1" lang="en" sz="22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Previous Result</a:t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g3ec772510db_0_3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{11495EC8-7859-48A8-AD97-587E8D441E25}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Paper Name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Used Dataset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 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DREBIN: Effective and Explainable Detection of Android Malware in Your Pocket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Drebin 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pre=94%,f1_=91.5, recall=89.8%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39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Toward Developing a Systematic Approach to Generate Benchmark Android Malware Datasets and Classification</a:t>
                      </a:r>
                      <a:endParaRPr b="1" sz="11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CICAndMal 2020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pre=85%, recall=88%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13ba3eef3_4_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13ba3eef3_4_0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Performance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13ba3eef3_4_0"/>
          <p:cNvSpPr/>
          <p:nvPr/>
        </p:nvSpPr>
        <p:spPr>
          <a:xfrm>
            <a:off x="6858000" y="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Slide 1 of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13ba3eef3_4_0"/>
          <p:cNvSpPr/>
          <p:nvPr/>
        </p:nvSpPr>
        <p:spPr>
          <a:xfrm>
            <a:off x="365760" y="914400"/>
            <a:ext cx="841248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raining_loss.jpg" id="392" name="Google Shape;392;g3f13ba3eef3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87552"/>
            <a:ext cx="813816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f13ba3eef3_4_0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📈  Loss converges smoothly to ~0.24 over 30 epochs  ·  Accuracy stabilizes above 92% from epoch 15+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13ba3eef3_4_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13ba3eef3_4_1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Class-Level Metrics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13ba3eef3_4_11"/>
          <p:cNvSpPr/>
          <p:nvPr/>
        </p:nvSpPr>
        <p:spPr>
          <a:xfrm>
            <a:off x="6858000" y="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Slide 2 of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13ba3eef3_4_11"/>
          <p:cNvSpPr/>
          <p:nvPr/>
        </p:nvSpPr>
        <p:spPr>
          <a:xfrm>
            <a:off x="365760" y="914400"/>
            <a:ext cx="548640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ecision_recall.jpg" id="403" name="Google Shape;403;g3f13ba3eef3_4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87552"/>
            <a:ext cx="530352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13ba3eef3_4_11"/>
          <p:cNvSpPr/>
          <p:nvPr/>
        </p:nvSpPr>
        <p:spPr>
          <a:xfrm>
            <a:off x="6126480" y="914400"/>
            <a:ext cx="2743200" cy="1078992"/>
          </a:xfrm>
          <a:prstGeom prst="roundRect">
            <a:avLst>
              <a:gd fmla="val 8475" name="adj"/>
            </a:avLst>
          </a:prstGeom>
          <a:solidFill>
            <a:srgbClr val="E8F5E9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13ba3eef3_4_11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0.93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13ba3eef3_4_11"/>
          <p:cNvSpPr/>
          <p:nvPr/>
        </p:nvSpPr>
        <p:spPr>
          <a:xfrm>
            <a:off x="6126480" y="14264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Malware Precision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13ba3eef3_4_11"/>
          <p:cNvSpPr/>
          <p:nvPr/>
        </p:nvSpPr>
        <p:spPr>
          <a:xfrm>
            <a:off x="6126480" y="166420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Low false positives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13ba3eef3_4_11"/>
          <p:cNvSpPr/>
          <p:nvPr/>
        </p:nvSpPr>
        <p:spPr>
          <a:xfrm>
            <a:off x="6126480" y="2148840"/>
            <a:ext cx="2743200" cy="1078992"/>
          </a:xfrm>
          <a:prstGeom prst="roundRect">
            <a:avLst>
              <a:gd fmla="val 8475" name="adj"/>
            </a:avLst>
          </a:prstGeom>
          <a:solidFill>
            <a:srgbClr val="E8F5E9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f13ba3eef3_4_11"/>
          <p:cNvSpPr/>
          <p:nvPr/>
        </p:nvSpPr>
        <p:spPr>
          <a:xfrm>
            <a:off x="6126480" y="2194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0.98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13ba3eef3_4_11"/>
          <p:cNvSpPr/>
          <p:nvPr/>
        </p:nvSpPr>
        <p:spPr>
          <a:xfrm>
            <a:off x="6126480" y="26609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Malware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13ba3eef3_4_11"/>
          <p:cNvSpPr/>
          <p:nvPr/>
        </p:nvSpPr>
        <p:spPr>
          <a:xfrm>
            <a:off x="6126480" y="28986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Catches nearly all threats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13ba3eef3_4_11"/>
          <p:cNvSpPr/>
          <p:nvPr/>
        </p:nvSpPr>
        <p:spPr>
          <a:xfrm>
            <a:off x="6126480" y="3383280"/>
            <a:ext cx="2743200" cy="1078992"/>
          </a:xfrm>
          <a:prstGeom prst="roundRect">
            <a:avLst>
              <a:gd fmla="val 8475" name="adj"/>
            </a:avLst>
          </a:prstGeom>
          <a:solidFill>
            <a:srgbClr val="FFF3E0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13ba3eef3_4_11"/>
          <p:cNvSpPr/>
          <p:nvPr/>
        </p:nvSpPr>
        <p:spPr>
          <a:xfrm>
            <a:off x="6126480" y="34290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0.41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13ba3eef3_4_11"/>
          <p:cNvSpPr/>
          <p:nvPr/>
        </p:nvSpPr>
        <p:spPr>
          <a:xfrm>
            <a:off x="6126480" y="38953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Benign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13ba3eef3_4_11"/>
          <p:cNvSpPr/>
          <p:nvPr/>
        </p:nvSpPr>
        <p:spPr>
          <a:xfrm>
            <a:off x="6126480" y="413308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Key area for improvement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13ba3eef3_4_3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13ba3eef3_4_3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13ba3eef3_4_32"/>
          <p:cNvSpPr/>
          <p:nvPr/>
        </p:nvSpPr>
        <p:spPr>
          <a:xfrm>
            <a:off x="6858000" y="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Slide 3 of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13ba3eef3_4_32"/>
          <p:cNvSpPr/>
          <p:nvPr/>
        </p:nvSpPr>
        <p:spPr>
          <a:xfrm>
            <a:off x="365760" y="914400"/>
            <a:ext cx="5029200" cy="384048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onfusion_matrix.jpg" id="425" name="Google Shape;425;g3f13ba3eef3_4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87552"/>
            <a:ext cx="484632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f13ba3eef3_4_32"/>
          <p:cNvSpPr/>
          <p:nvPr/>
        </p:nvSpPr>
        <p:spPr>
          <a:xfrm>
            <a:off x="5577840" y="1097280"/>
            <a:ext cx="1325880" cy="457200"/>
          </a:xfrm>
          <a:prstGeom prst="rect">
            <a:avLst/>
          </a:prstGeom>
          <a:solidFill>
            <a:srgbClr val="1B263B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13ba3eef3_4_32"/>
          <p:cNvSpPr/>
          <p:nvPr/>
        </p:nvSpPr>
        <p:spPr>
          <a:xfrm>
            <a:off x="5577840" y="109728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13ba3eef3_4_32"/>
          <p:cNvSpPr/>
          <p:nvPr/>
        </p:nvSpPr>
        <p:spPr>
          <a:xfrm>
            <a:off x="6903720" y="1097280"/>
            <a:ext cx="1005840" cy="457200"/>
          </a:xfrm>
          <a:prstGeom prst="rect">
            <a:avLst/>
          </a:prstGeom>
          <a:solidFill>
            <a:srgbClr val="1B263B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13ba3eef3_4_32"/>
          <p:cNvSpPr/>
          <p:nvPr/>
        </p:nvSpPr>
        <p:spPr>
          <a:xfrm>
            <a:off x="6903720" y="10972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Pred. Benign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13ba3eef3_4_32"/>
          <p:cNvSpPr/>
          <p:nvPr/>
        </p:nvSpPr>
        <p:spPr>
          <a:xfrm>
            <a:off x="7909560" y="1097280"/>
            <a:ext cx="1005840" cy="457200"/>
          </a:xfrm>
          <a:prstGeom prst="rect">
            <a:avLst/>
          </a:prstGeom>
          <a:solidFill>
            <a:srgbClr val="1B263B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13ba3eef3_4_32"/>
          <p:cNvSpPr/>
          <p:nvPr/>
        </p:nvSpPr>
        <p:spPr>
          <a:xfrm>
            <a:off x="7909560" y="10972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Pred. Malware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13ba3eef3_4_32"/>
          <p:cNvSpPr/>
          <p:nvPr/>
        </p:nvSpPr>
        <p:spPr>
          <a:xfrm>
            <a:off x="5577840" y="1572768"/>
            <a:ext cx="1325880" cy="457200"/>
          </a:xfrm>
          <a:prstGeom prst="rect">
            <a:avLst/>
          </a:prstGeom>
          <a:solidFill>
            <a:srgbClr val="1B263B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f13ba3eef3_4_32"/>
          <p:cNvSpPr/>
          <p:nvPr/>
        </p:nvSpPr>
        <p:spPr>
          <a:xfrm>
            <a:off x="5577840" y="157276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 Benign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13ba3eef3_4_32"/>
          <p:cNvSpPr/>
          <p:nvPr/>
        </p:nvSpPr>
        <p:spPr>
          <a:xfrm>
            <a:off x="6903720" y="1572768"/>
            <a:ext cx="1005840" cy="457200"/>
          </a:xfrm>
          <a:prstGeom prst="rect">
            <a:avLst/>
          </a:prstGeom>
          <a:solidFill>
            <a:srgbClr val="ECEFF1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13ba3eef3_4_32"/>
          <p:cNvSpPr/>
          <p:nvPr/>
        </p:nvSpPr>
        <p:spPr>
          <a:xfrm>
            <a:off x="6903720" y="157276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104 (TN)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13ba3eef3_4_32"/>
          <p:cNvSpPr/>
          <p:nvPr/>
        </p:nvSpPr>
        <p:spPr>
          <a:xfrm>
            <a:off x="7909560" y="1572768"/>
            <a:ext cx="1005840" cy="4572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13ba3eef3_4_32"/>
          <p:cNvSpPr/>
          <p:nvPr/>
        </p:nvSpPr>
        <p:spPr>
          <a:xfrm>
            <a:off x="7909560" y="157276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147 (FP)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13ba3eef3_4_32"/>
          <p:cNvSpPr/>
          <p:nvPr/>
        </p:nvSpPr>
        <p:spPr>
          <a:xfrm>
            <a:off x="5577840" y="2048256"/>
            <a:ext cx="1325880" cy="457200"/>
          </a:xfrm>
          <a:prstGeom prst="rect">
            <a:avLst/>
          </a:prstGeom>
          <a:solidFill>
            <a:srgbClr val="1B263B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13ba3eef3_4_32"/>
          <p:cNvSpPr/>
          <p:nvPr/>
        </p:nvSpPr>
        <p:spPr>
          <a:xfrm>
            <a:off x="5577840" y="204825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 Malware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13ba3eef3_4_32"/>
          <p:cNvSpPr/>
          <p:nvPr/>
        </p:nvSpPr>
        <p:spPr>
          <a:xfrm>
            <a:off x="6903720" y="2048256"/>
            <a:ext cx="1005840" cy="4572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13ba3eef3_4_32"/>
          <p:cNvSpPr/>
          <p:nvPr/>
        </p:nvSpPr>
        <p:spPr>
          <a:xfrm>
            <a:off x="6903720" y="204825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32 (FN)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13ba3eef3_4_32"/>
          <p:cNvSpPr/>
          <p:nvPr/>
        </p:nvSpPr>
        <p:spPr>
          <a:xfrm>
            <a:off x="7909560" y="2048256"/>
            <a:ext cx="1005840" cy="457200"/>
          </a:xfrm>
          <a:prstGeom prst="rect">
            <a:avLst/>
          </a:prstGeom>
          <a:solidFill>
            <a:srgbClr val="0D47A1"/>
          </a:solidFill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13ba3eef3_4_32"/>
          <p:cNvSpPr/>
          <p:nvPr/>
        </p:nvSpPr>
        <p:spPr>
          <a:xfrm>
            <a:off x="7909560" y="204825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2,037 (TP)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13ba3eef3_4_32"/>
          <p:cNvSpPr/>
          <p:nvPr/>
        </p:nvSpPr>
        <p:spPr>
          <a:xfrm>
            <a:off x="5623560" y="35661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The model excels at catching malware (98% recall)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but misclassifies 59% of benign samples as malicious.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13ba3eef3_4_6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13ba3eef3_4_60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Behavioral Category Importance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13ba3eef3_4_60"/>
          <p:cNvSpPr/>
          <p:nvPr/>
        </p:nvSpPr>
        <p:spPr>
          <a:xfrm>
            <a:off x="365760" y="914400"/>
            <a:ext cx="5486400" cy="384048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eature_importance.jpg" id="453" name="Google Shape;453;g3f13ba3eef3_4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87552"/>
            <a:ext cx="5303520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f13ba3eef3_4_60"/>
          <p:cNvSpPr/>
          <p:nvPr/>
        </p:nvSpPr>
        <p:spPr>
          <a:xfrm>
            <a:off x="6126480" y="960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13ba3eef3_4_60"/>
          <p:cNvSpPr/>
          <p:nvPr/>
        </p:nvSpPr>
        <p:spPr>
          <a:xfrm>
            <a:off x="6126480" y="1417320"/>
            <a:ext cx="283464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13ba3eef3_4_60"/>
          <p:cNvSpPr/>
          <p:nvPr/>
        </p:nvSpPr>
        <p:spPr>
          <a:xfrm>
            <a:off x="6199632" y="1481328"/>
            <a:ext cx="26883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🔵  OTHER behaviors are the strongest signal (Δ0.061)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13ba3eef3_4_60"/>
          <p:cNvSpPr/>
          <p:nvPr/>
        </p:nvSpPr>
        <p:spPr>
          <a:xfrm>
            <a:off x="6126480" y="2286000"/>
            <a:ext cx="283464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13ba3eef3_4_60"/>
          <p:cNvSpPr/>
          <p:nvPr/>
        </p:nvSpPr>
        <p:spPr>
          <a:xfrm>
            <a:off x="6199632" y="2350008"/>
            <a:ext cx="26883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🌐  NETWORK activity is the #2 predictor (Δ0.021)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13ba3eef3_4_60"/>
          <p:cNvSpPr/>
          <p:nvPr/>
        </p:nvSpPr>
        <p:spPr>
          <a:xfrm>
            <a:off x="6126480" y="3154680"/>
            <a:ext cx="283464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13ba3eef3_4_60"/>
          <p:cNvSpPr/>
          <p:nvPr/>
        </p:nvSpPr>
        <p:spPr>
          <a:xfrm>
            <a:off x="6199632" y="3218688"/>
            <a:ext cx="26883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👤  USER_IDENTITY &amp; PROCESS_EXEC rank 3rd and 4th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13ba3eef3_4_60"/>
          <p:cNvSpPr/>
          <p:nvPr/>
        </p:nvSpPr>
        <p:spPr>
          <a:xfrm>
            <a:off x="6126480" y="4023360"/>
            <a:ext cx="283464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f13ba3eef3_4_60"/>
          <p:cNvSpPr/>
          <p:nvPr/>
        </p:nvSpPr>
        <p:spPr>
          <a:xfrm>
            <a:off x="6199632" y="4087368"/>
            <a:ext cx="26883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📍  LOCATION &amp; DEVICE_INFO contribute the least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13ba3eef3_4_7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f13ba3eef3_4_77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13ba3eef3_4_77"/>
          <p:cNvSpPr/>
          <p:nvPr/>
        </p:nvSpPr>
        <p:spPr>
          <a:xfrm>
            <a:off x="365760" y="960120"/>
            <a:ext cx="4206240" cy="1828800"/>
          </a:xfrm>
          <a:prstGeom prst="roundRect">
            <a:avLst>
              <a:gd fmla="val 5000" name="adj"/>
            </a:avLst>
          </a:prstGeom>
          <a:solidFill>
            <a:srgbClr val="E8F5E9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13ba3eef3_4_77"/>
          <p:cNvSpPr/>
          <p:nvPr/>
        </p:nvSpPr>
        <p:spPr>
          <a:xfrm>
            <a:off x="502920" y="106984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✅  Strong Malware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13ba3eef3_4_77"/>
          <p:cNvSpPr/>
          <p:nvPr/>
        </p:nvSpPr>
        <p:spPr>
          <a:xfrm>
            <a:off x="502920" y="141732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With 98% recall and 0.96 F1-score, the model reliably identifies malicious apps — critical for a security-first deployment where missing threats is costly.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13ba3eef3_4_77"/>
          <p:cNvSpPr/>
          <p:nvPr/>
        </p:nvSpPr>
        <p:spPr>
          <a:xfrm>
            <a:off x="4800600" y="960120"/>
            <a:ext cx="4206240" cy="1828800"/>
          </a:xfrm>
          <a:prstGeom prst="roundRect">
            <a:avLst>
              <a:gd fmla="val 5000" name="adj"/>
            </a:avLst>
          </a:prstGeom>
          <a:solidFill>
            <a:srgbClr val="FFF3E0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13ba3eef3_4_77"/>
          <p:cNvSpPr/>
          <p:nvPr/>
        </p:nvSpPr>
        <p:spPr>
          <a:xfrm>
            <a:off x="4937760" y="106984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⚠️  High False Positive Rate for Benign Apps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13ba3eef3_4_77"/>
          <p:cNvSpPr/>
          <p:nvPr/>
        </p:nvSpPr>
        <p:spPr>
          <a:xfrm>
            <a:off x="4937760" y="141732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BF360C"/>
                </a:solidFill>
                <a:latin typeface="Calibri"/>
                <a:ea typeface="Calibri"/>
                <a:cs typeface="Calibri"/>
                <a:sym typeface="Calibri"/>
              </a:rPr>
              <a:t>Only 41% recall on benign samples means 59% of clean apps are flagged as malware. This creates friction for end users and may reduce trust in the system.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13ba3eef3_4_77"/>
          <p:cNvSpPr/>
          <p:nvPr/>
        </p:nvSpPr>
        <p:spPr>
          <a:xfrm>
            <a:off x="365760" y="2971800"/>
            <a:ext cx="4206240" cy="1828800"/>
          </a:xfrm>
          <a:prstGeom prst="roundRect">
            <a:avLst>
              <a:gd fmla="val 5000" name="adj"/>
            </a:avLst>
          </a:prstGeom>
          <a:solidFill>
            <a:srgbClr val="E3F2FD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13ba3eef3_4_77"/>
          <p:cNvSpPr/>
          <p:nvPr/>
        </p:nvSpPr>
        <p:spPr>
          <a:xfrm>
            <a:off x="502920" y="30815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🔍  Feature Signal Concentration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13ba3eef3_4_77"/>
          <p:cNvSpPr/>
          <p:nvPr/>
        </p:nvSpPr>
        <p:spPr>
          <a:xfrm>
            <a:off x="502920" y="342900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The OTHER category drives the largest confidence drop (Δ0.061), suggesting the model relies heavily on unstructured behaviors — a potential blind spot if adversaries mimic benign patterns.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13ba3eef3_4_77"/>
          <p:cNvSpPr/>
          <p:nvPr/>
        </p:nvSpPr>
        <p:spPr>
          <a:xfrm>
            <a:off x="4800600" y="2971800"/>
            <a:ext cx="4206240" cy="1828800"/>
          </a:xfrm>
          <a:prstGeom prst="roundRect">
            <a:avLst>
              <a:gd fmla="val 5000" name="adj"/>
            </a:avLst>
          </a:prstGeom>
          <a:solidFill>
            <a:srgbClr val="F3E5F5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f13ba3eef3_4_77"/>
          <p:cNvSpPr/>
          <p:nvPr/>
        </p:nvSpPr>
        <p:spPr>
          <a:xfrm>
            <a:off x="4937760" y="30815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📉  Training Stability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13ba3eef3_4_77"/>
          <p:cNvSpPr/>
          <p:nvPr/>
        </p:nvSpPr>
        <p:spPr>
          <a:xfrm>
            <a:off x="4937760" y="342900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Accuracy oscillates between 91–92.5% in later epochs. Early stopping or learning rate scheduling may help stabilize convergence and improve benign recall.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13ba3eef3_4_95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415A77">
              <a:alpha val="21960"/>
            </a:srgbClr>
          </a:solidFill>
          <a:ln cap="flat" cmpd="sng" w="12700">
            <a:solidFill>
              <a:srgbClr val="415A77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13ba3eef3_4_95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0B4D8">
              <a:alpha val="12156"/>
            </a:srgbClr>
          </a:solidFill>
          <a:ln cap="flat" cmpd="sng" w="12700">
            <a:solidFill>
              <a:srgbClr val="00B4D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13ba3eef3_4_95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13ba3eef3_4_95"/>
          <p:cNvSpPr/>
          <p:nvPr/>
        </p:nvSpPr>
        <p:spPr>
          <a:xfrm>
            <a:off x="548640" y="96012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The behavioral neural network achieves strong overall performance but requires targeted improvements to benign classification before production deployment.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13ba3eef3_4_95"/>
          <p:cNvSpPr/>
          <p:nvPr/>
        </p:nvSpPr>
        <p:spPr>
          <a:xfrm>
            <a:off x="502920" y="1691640"/>
            <a:ext cx="475488" cy="47548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13ba3eef3_4_95"/>
          <p:cNvSpPr/>
          <p:nvPr/>
        </p:nvSpPr>
        <p:spPr>
          <a:xfrm>
            <a:off x="502920" y="16916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13ba3eef3_4_95"/>
          <p:cNvSpPr/>
          <p:nvPr/>
        </p:nvSpPr>
        <p:spPr>
          <a:xfrm>
            <a:off x="1115568" y="1691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Production-Ready Malware Recall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13ba3eef3_4_95"/>
          <p:cNvSpPr/>
          <p:nvPr/>
        </p:nvSpPr>
        <p:spPr>
          <a:xfrm>
            <a:off x="1115568" y="196596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98% recall means near-complete threat coverage. The model is ready to serve as a first-line malware detector.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13ba3eef3_4_95"/>
          <p:cNvSpPr/>
          <p:nvPr/>
        </p:nvSpPr>
        <p:spPr>
          <a:xfrm>
            <a:off x="502920" y="2514600"/>
            <a:ext cx="475488" cy="47548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f13ba3eef3_4_95"/>
          <p:cNvSpPr/>
          <p:nvPr/>
        </p:nvSpPr>
        <p:spPr>
          <a:xfrm>
            <a:off x="502920" y="25146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f13ba3eef3_4_95"/>
          <p:cNvSpPr/>
          <p:nvPr/>
        </p:nvSpPr>
        <p:spPr>
          <a:xfrm>
            <a:off x="1115568" y="2514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Benign Classification Needs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13ba3eef3_4_95"/>
          <p:cNvSpPr/>
          <p:nvPr/>
        </p:nvSpPr>
        <p:spPr>
          <a:xfrm>
            <a:off x="1115568" y="278892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Improve benign recall (41%) via class-weighted loss, threshold tuning, or additional benign training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13ba3eef3_4_95"/>
          <p:cNvSpPr/>
          <p:nvPr/>
        </p:nvSpPr>
        <p:spPr>
          <a:xfrm>
            <a:off x="502920" y="3337560"/>
            <a:ext cx="475488" cy="47548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13ba3eef3_4_95"/>
          <p:cNvSpPr/>
          <p:nvPr/>
        </p:nvSpPr>
        <p:spPr>
          <a:xfrm>
            <a:off x="502920" y="33375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13ba3eef3_4_95"/>
          <p:cNvSpPr/>
          <p:nvPr/>
        </p:nvSpPr>
        <p:spPr>
          <a:xfrm>
            <a:off x="1115568" y="3337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Prioritize Network &amp; OTHER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13ba3eef3_4_95"/>
          <p:cNvSpPr/>
          <p:nvPr/>
        </p:nvSpPr>
        <p:spPr>
          <a:xfrm>
            <a:off x="1115568" y="361188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Focus feature engineering on the two dominant categories, which together account for ~80% of model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13ba3eef3_4_95"/>
          <p:cNvSpPr/>
          <p:nvPr/>
        </p:nvSpPr>
        <p:spPr>
          <a:xfrm>
            <a:off x="502920" y="4160520"/>
            <a:ext cx="475488" cy="47548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f13ba3eef3_4_95"/>
          <p:cNvSpPr/>
          <p:nvPr/>
        </p:nvSpPr>
        <p:spPr>
          <a:xfrm>
            <a:off x="502920" y="41605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13ba3eef3_4_95"/>
          <p:cNvSpPr/>
          <p:nvPr/>
        </p:nvSpPr>
        <p:spPr>
          <a:xfrm>
            <a:off x="1115568" y="4160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13ba3eef3_4_95"/>
          <p:cNvSpPr/>
          <p:nvPr/>
        </p:nvSpPr>
        <p:spPr>
          <a:xfrm>
            <a:off x="1115568" y="443484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Run ablation studies on OTHER, apply early stopping, and evaluate on adversarial/obfuscated malware samples.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"/>
          <p:cNvSpPr txBox="1"/>
          <p:nvPr>
            <p:ph type="title"/>
          </p:nvPr>
        </p:nvSpPr>
        <p:spPr>
          <a:xfrm>
            <a:off x="3433350" y="2285400"/>
            <a:ext cx="227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033E80"/>
                </a:solidFill>
              </a:rPr>
              <a:t>Thank You</a:t>
            </a:r>
            <a:endParaRPr>
              <a:solidFill>
                <a:srgbClr val="033E80"/>
              </a:solidFill>
            </a:endParaRPr>
          </a:p>
        </p:txBody>
      </p:sp>
      <p:sp>
        <p:nvSpPr>
          <p:cNvPr id="512" name="Google Shape;512;p8"/>
          <p:cNvSpPr txBox="1"/>
          <p:nvPr>
            <p:ph idx="12" type="sldNum"/>
          </p:nvPr>
        </p:nvSpPr>
        <p:spPr>
          <a:xfrm>
            <a:off x="8749778" y="4749850"/>
            <a:ext cx="3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